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5"/>
  </p:notesMasterIdLst>
  <p:handoutMasterIdLst>
    <p:handoutMasterId r:id="rId26"/>
  </p:handoutMasterIdLst>
  <p:sldIdLst>
    <p:sldId id="256" r:id="rId5"/>
    <p:sldId id="311" r:id="rId6"/>
    <p:sldId id="337" r:id="rId7"/>
    <p:sldId id="327" r:id="rId8"/>
    <p:sldId id="323" r:id="rId9"/>
    <p:sldId id="288" r:id="rId10"/>
    <p:sldId id="334" r:id="rId11"/>
    <p:sldId id="284" r:id="rId12"/>
    <p:sldId id="309" r:id="rId13"/>
    <p:sldId id="335" r:id="rId14"/>
    <p:sldId id="301" r:id="rId15"/>
    <p:sldId id="331" r:id="rId16"/>
    <p:sldId id="292" r:id="rId17"/>
    <p:sldId id="333" r:id="rId18"/>
    <p:sldId id="336" r:id="rId19"/>
    <p:sldId id="316" r:id="rId20"/>
    <p:sldId id="294" r:id="rId21"/>
    <p:sldId id="286" r:id="rId22"/>
    <p:sldId id="262" r:id="rId23"/>
    <p:sldId id="272" r:id="rId24"/>
  </p:sldIdLst>
  <p:sldSz cx="9144000" cy="6858000" type="screen4x3"/>
  <p:notesSz cx="6808788" cy="994092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D262D27-22A2-4001-A38B-D368296CFEBF}" v="15" dt="2026-04-22T10:29:48.253"/>
  </p1510:revLst>
</p1510:revInfo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660"/>
  </p:normalViewPr>
  <p:slideViewPr>
    <p:cSldViewPr>
      <p:cViewPr varScale="1">
        <p:scale>
          <a:sx n="85" d="100"/>
          <a:sy n="85" d="100"/>
        </p:scale>
        <p:origin x="1077" y="48"/>
      </p:cViewPr>
      <p:guideLst>
        <p:guide orient="horz" pos="2160"/>
        <p:guide pos="2880"/>
      </p:guideLst>
    </p:cSldViewPr>
  </p:slideViewPr>
  <p:notesTextViewPr>
    <p:cViewPr>
      <p:scale>
        <a:sx n="200" d="100"/>
        <a:sy n="20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is Torres" userId="d0083da5-80e0-407a-8e2b-3b7dd858bc0f" providerId="ADAL" clId="{7EEDEFD5-4BCA-4016-BE06-9E58D10BB4F4}"/>
    <pc:docChg chg="undo custSel addSld delSld modSld sldOrd">
      <pc:chgData name="Luis Torres" userId="d0083da5-80e0-407a-8e2b-3b7dd858bc0f" providerId="ADAL" clId="{7EEDEFD5-4BCA-4016-BE06-9E58D10BB4F4}" dt="2026-04-22T10:32:26.509" v="463" actId="47"/>
      <pc:docMkLst>
        <pc:docMk/>
      </pc:docMkLst>
      <pc:sldChg chg="modSp mod">
        <pc:chgData name="Luis Torres" userId="d0083da5-80e0-407a-8e2b-3b7dd858bc0f" providerId="ADAL" clId="{7EEDEFD5-4BCA-4016-BE06-9E58D10BB4F4}" dt="2026-04-22T10:18:31.694" v="302" actId="20577"/>
        <pc:sldMkLst>
          <pc:docMk/>
          <pc:sldMk cId="346396356" sldId="262"/>
        </pc:sldMkLst>
        <pc:spChg chg="mod">
          <ac:chgData name="Luis Torres" userId="d0083da5-80e0-407a-8e2b-3b7dd858bc0f" providerId="ADAL" clId="{7EEDEFD5-4BCA-4016-BE06-9E58D10BB4F4}" dt="2026-04-22T10:18:31.694" v="302" actId="20577"/>
          <ac:spMkLst>
            <pc:docMk/>
            <pc:sldMk cId="346396356" sldId="262"/>
            <ac:spMk id="3" creationId="{00000000-0000-0000-0000-000000000000}"/>
          </ac:spMkLst>
        </pc:spChg>
      </pc:sldChg>
      <pc:sldChg chg="modSp del mod">
        <pc:chgData name="Luis Torres" userId="d0083da5-80e0-407a-8e2b-3b7dd858bc0f" providerId="ADAL" clId="{7EEDEFD5-4BCA-4016-BE06-9E58D10BB4F4}" dt="2026-04-22T10:19:52.859" v="312" actId="47"/>
        <pc:sldMkLst>
          <pc:docMk/>
          <pc:sldMk cId="3006907349" sldId="263"/>
        </pc:sldMkLst>
        <pc:spChg chg="mod">
          <ac:chgData name="Luis Torres" userId="d0083da5-80e0-407a-8e2b-3b7dd858bc0f" providerId="ADAL" clId="{7EEDEFD5-4BCA-4016-BE06-9E58D10BB4F4}" dt="2026-04-22T10:04:59.411" v="130" actId="20577"/>
          <ac:spMkLst>
            <pc:docMk/>
            <pc:sldMk cId="3006907349" sldId="263"/>
            <ac:spMk id="3" creationId="{00000000-0000-0000-0000-000000000000}"/>
          </ac:spMkLst>
        </pc:spChg>
      </pc:sldChg>
      <pc:sldChg chg="modSp del mod ord">
        <pc:chgData name="Luis Torres" userId="d0083da5-80e0-407a-8e2b-3b7dd858bc0f" providerId="ADAL" clId="{7EEDEFD5-4BCA-4016-BE06-9E58D10BB4F4}" dt="2026-04-22T10:21:19.731" v="317" actId="47"/>
        <pc:sldMkLst>
          <pc:docMk/>
          <pc:sldMk cId="0" sldId="271"/>
        </pc:sldMkLst>
        <pc:spChg chg="mod">
          <ac:chgData name="Luis Torres" userId="d0083da5-80e0-407a-8e2b-3b7dd858bc0f" providerId="ADAL" clId="{7EEDEFD5-4BCA-4016-BE06-9E58D10BB4F4}" dt="2026-04-22T10:06:15.854" v="137" actId="113"/>
          <ac:spMkLst>
            <pc:docMk/>
            <pc:sldMk cId="0" sldId="271"/>
            <ac:spMk id="14339" creationId="{00000000-0000-0000-0000-000000000000}"/>
          </ac:spMkLst>
        </pc:spChg>
      </pc:sldChg>
      <pc:sldChg chg="modSp mod ord">
        <pc:chgData name="Luis Torres" userId="d0083da5-80e0-407a-8e2b-3b7dd858bc0f" providerId="ADAL" clId="{7EEDEFD5-4BCA-4016-BE06-9E58D10BB4F4}" dt="2026-04-22T10:19:50.240" v="311" actId="20577"/>
        <pc:sldMkLst>
          <pc:docMk/>
          <pc:sldMk cId="0" sldId="272"/>
        </pc:sldMkLst>
        <pc:spChg chg="mod">
          <ac:chgData name="Luis Torres" userId="d0083da5-80e0-407a-8e2b-3b7dd858bc0f" providerId="ADAL" clId="{7EEDEFD5-4BCA-4016-BE06-9E58D10BB4F4}" dt="2026-04-22T10:19:50.240" v="311" actId="20577"/>
          <ac:spMkLst>
            <pc:docMk/>
            <pc:sldMk cId="0" sldId="272"/>
            <ac:spMk id="21507" creationId="{00000000-0000-0000-0000-000000000000}"/>
          </ac:spMkLst>
        </pc:spChg>
      </pc:sldChg>
      <pc:sldChg chg="modSp mod ord">
        <pc:chgData name="Luis Torres" userId="d0083da5-80e0-407a-8e2b-3b7dd858bc0f" providerId="ADAL" clId="{7EEDEFD5-4BCA-4016-BE06-9E58D10BB4F4}" dt="2026-04-22T10:10:47.966" v="179" actId="20577"/>
        <pc:sldMkLst>
          <pc:docMk/>
          <pc:sldMk cId="0" sldId="284"/>
        </pc:sldMkLst>
        <pc:graphicFrameChg chg="mod modGraphic">
          <ac:chgData name="Luis Torres" userId="d0083da5-80e0-407a-8e2b-3b7dd858bc0f" providerId="ADAL" clId="{7EEDEFD5-4BCA-4016-BE06-9E58D10BB4F4}" dt="2026-04-22T10:10:47.966" v="179" actId="20577"/>
          <ac:graphicFrameMkLst>
            <pc:docMk/>
            <pc:sldMk cId="0" sldId="284"/>
            <ac:graphicFrameMk id="38919" creationId="{D264315E-D813-4F30-90BB-24F4422050CB}"/>
          </ac:graphicFrameMkLst>
        </pc:graphicFrameChg>
      </pc:sldChg>
      <pc:sldChg chg="ord">
        <pc:chgData name="Luis Torres" userId="d0083da5-80e0-407a-8e2b-3b7dd858bc0f" providerId="ADAL" clId="{7EEDEFD5-4BCA-4016-BE06-9E58D10BB4F4}" dt="2026-04-22T10:19:00.530" v="304"/>
        <pc:sldMkLst>
          <pc:docMk/>
          <pc:sldMk cId="0" sldId="286"/>
        </pc:sldMkLst>
      </pc:sldChg>
      <pc:sldChg chg="addSp delSp modSp mod ord">
        <pc:chgData name="Luis Torres" userId="d0083da5-80e0-407a-8e2b-3b7dd858bc0f" providerId="ADAL" clId="{7EEDEFD5-4BCA-4016-BE06-9E58D10BB4F4}" dt="2026-04-22T10:03:51.050" v="127" actId="478"/>
        <pc:sldMkLst>
          <pc:docMk/>
          <pc:sldMk cId="0" sldId="288"/>
        </pc:sldMkLst>
        <pc:spChg chg="add del mod">
          <ac:chgData name="Luis Torres" userId="d0083da5-80e0-407a-8e2b-3b7dd858bc0f" providerId="ADAL" clId="{7EEDEFD5-4BCA-4016-BE06-9E58D10BB4F4}" dt="2026-04-22T10:03:51.050" v="127" actId="478"/>
          <ac:spMkLst>
            <pc:docMk/>
            <pc:sldMk cId="0" sldId="288"/>
            <ac:spMk id="3" creationId="{1793DED0-D1EE-6FEC-0444-FA89BDDC2776}"/>
          </ac:spMkLst>
        </pc:spChg>
        <pc:spChg chg="mod">
          <ac:chgData name="Luis Torres" userId="d0083da5-80e0-407a-8e2b-3b7dd858bc0f" providerId="ADAL" clId="{7EEDEFD5-4BCA-4016-BE06-9E58D10BB4F4}" dt="2026-04-22T10:03:41.520" v="126" actId="948"/>
          <ac:spMkLst>
            <pc:docMk/>
            <pc:sldMk cId="0" sldId="288"/>
            <ac:spMk id="9219" creationId="{00000000-0000-0000-0000-000000000000}"/>
          </ac:spMkLst>
        </pc:spChg>
        <pc:spChg chg="mod">
          <ac:chgData name="Luis Torres" userId="d0083da5-80e0-407a-8e2b-3b7dd858bc0f" providerId="ADAL" clId="{7EEDEFD5-4BCA-4016-BE06-9E58D10BB4F4}" dt="2026-04-22T09:33:39.679" v="37" actId="20577"/>
          <ac:spMkLst>
            <pc:docMk/>
            <pc:sldMk cId="0" sldId="288"/>
            <ac:spMk id="60418" creationId="{00000000-0000-0000-0000-000000000000}"/>
          </ac:spMkLst>
        </pc:spChg>
      </pc:sldChg>
      <pc:sldChg chg="modSp mod">
        <pc:chgData name="Luis Torres" userId="d0083da5-80e0-407a-8e2b-3b7dd858bc0f" providerId="ADAL" clId="{7EEDEFD5-4BCA-4016-BE06-9E58D10BB4F4}" dt="2026-04-22T10:13:09.350" v="187" actId="12"/>
        <pc:sldMkLst>
          <pc:docMk/>
          <pc:sldMk cId="0" sldId="292"/>
        </pc:sldMkLst>
        <pc:spChg chg="mod">
          <ac:chgData name="Luis Torres" userId="d0083da5-80e0-407a-8e2b-3b7dd858bc0f" providerId="ADAL" clId="{7EEDEFD5-4BCA-4016-BE06-9E58D10BB4F4}" dt="2026-04-22T10:13:06.580" v="186" actId="6549"/>
          <ac:spMkLst>
            <pc:docMk/>
            <pc:sldMk cId="0" sldId="292"/>
            <ac:spMk id="2" creationId="{00000000-0000-0000-0000-000000000000}"/>
          </ac:spMkLst>
        </pc:spChg>
        <pc:spChg chg="mod">
          <ac:chgData name="Luis Torres" userId="d0083da5-80e0-407a-8e2b-3b7dd858bc0f" providerId="ADAL" clId="{7EEDEFD5-4BCA-4016-BE06-9E58D10BB4F4}" dt="2026-04-22T10:13:09.350" v="187" actId="12"/>
          <ac:spMkLst>
            <pc:docMk/>
            <pc:sldMk cId="0" sldId="292"/>
            <ac:spMk id="3" creationId="{00000000-0000-0000-0000-000000000000}"/>
          </ac:spMkLst>
        </pc:spChg>
      </pc:sldChg>
      <pc:sldChg chg="ord">
        <pc:chgData name="Luis Torres" userId="d0083da5-80e0-407a-8e2b-3b7dd858bc0f" providerId="ADAL" clId="{7EEDEFD5-4BCA-4016-BE06-9E58D10BB4F4}" dt="2026-04-22T10:18:06.982" v="301"/>
        <pc:sldMkLst>
          <pc:docMk/>
          <pc:sldMk cId="0" sldId="294"/>
        </pc:sldMkLst>
      </pc:sldChg>
      <pc:sldChg chg="addSp delSp modSp mod ord">
        <pc:chgData name="Luis Torres" userId="d0083da5-80e0-407a-8e2b-3b7dd858bc0f" providerId="ADAL" clId="{7EEDEFD5-4BCA-4016-BE06-9E58D10BB4F4}" dt="2026-04-22T10:09:01.690" v="157"/>
        <pc:sldMkLst>
          <pc:docMk/>
          <pc:sldMk cId="2150409643" sldId="309"/>
        </pc:sldMkLst>
        <pc:spChg chg="add del">
          <ac:chgData name="Luis Torres" userId="d0083da5-80e0-407a-8e2b-3b7dd858bc0f" providerId="ADAL" clId="{7EEDEFD5-4BCA-4016-BE06-9E58D10BB4F4}" dt="2026-04-22T10:05:36.036" v="134" actId="478"/>
          <ac:spMkLst>
            <pc:docMk/>
            <pc:sldMk cId="2150409643" sldId="309"/>
            <ac:spMk id="3" creationId="{00000000-0000-0000-0000-000000000000}"/>
          </ac:spMkLst>
        </pc:spChg>
        <pc:spChg chg="add del mod">
          <ac:chgData name="Luis Torres" userId="d0083da5-80e0-407a-8e2b-3b7dd858bc0f" providerId="ADAL" clId="{7EEDEFD5-4BCA-4016-BE06-9E58D10BB4F4}" dt="2026-04-22T10:05:36.036" v="134" actId="478"/>
          <ac:spMkLst>
            <pc:docMk/>
            <pc:sldMk cId="2150409643" sldId="309"/>
            <ac:spMk id="5" creationId="{5B619CA7-60E3-B2E7-C536-BF53C2F1867B}"/>
          </ac:spMkLst>
        </pc:spChg>
      </pc:sldChg>
      <pc:sldChg chg="modSp mod ord">
        <pc:chgData name="Luis Torres" userId="d0083da5-80e0-407a-8e2b-3b7dd858bc0f" providerId="ADAL" clId="{7EEDEFD5-4BCA-4016-BE06-9E58D10BB4F4}" dt="2026-04-22T10:24:00.159" v="319" actId="6549"/>
        <pc:sldMkLst>
          <pc:docMk/>
          <pc:sldMk cId="2830567467" sldId="311"/>
        </pc:sldMkLst>
        <pc:spChg chg="mod">
          <ac:chgData name="Luis Torres" userId="d0083da5-80e0-407a-8e2b-3b7dd858bc0f" providerId="ADAL" clId="{7EEDEFD5-4BCA-4016-BE06-9E58D10BB4F4}" dt="2026-04-22T10:24:00.159" v="319" actId="6549"/>
          <ac:spMkLst>
            <pc:docMk/>
            <pc:sldMk cId="2830567467" sldId="311"/>
            <ac:spMk id="3" creationId="{00000000-0000-0000-0000-000000000000}"/>
          </ac:spMkLst>
        </pc:spChg>
      </pc:sldChg>
      <pc:sldChg chg="modSp mod">
        <pc:chgData name="Luis Torres" userId="d0083da5-80e0-407a-8e2b-3b7dd858bc0f" providerId="ADAL" clId="{7EEDEFD5-4BCA-4016-BE06-9E58D10BB4F4}" dt="2026-04-22T10:16:59.242" v="295" actId="20577"/>
        <pc:sldMkLst>
          <pc:docMk/>
          <pc:sldMk cId="896713507" sldId="316"/>
        </pc:sldMkLst>
        <pc:spChg chg="mod">
          <ac:chgData name="Luis Torres" userId="d0083da5-80e0-407a-8e2b-3b7dd858bc0f" providerId="ADAL" clId="{7EEDEFD5-4BCA-4016-BE06-9E58D10BB4F4}" dt="2026-04-22T10:16:59.242" v="295" actId="20577"/>
          <ac:spMkLst>
            <pc:docMk/>
            <pc:sldMk cId="896713507" sldId="316"/>
            <ac:spMk id="2" creationId="{A5CB4663-4C1A-4142-B361-7D0AFFFFC7A6}"/>
          </ac:spMkLst>
        </pc:spChg>
      </pc:sldChg>
      <pc:sldChg chg="ord">
        <pc:chgData name="Luis Torres" userId="d0083da5-80e0-407a-8e2b-3b7dd858bc0f" providerId="ADAL" clId="{7EEDEFD5-4BCA-4016-BE06-9E58D10BB4F4}" dt="2026-04-22T10:06:54.546" v="145"/>
        <pc:sldMkLst>
          <pc:docMk/>
          <pc:sldMk cId="765292439" sldId="323"/>
        </pc:sldMkLst>
      </pc:sldChg>
      <pc:sldChg chg="ord">
        <pc:chgData name="Luis Torres" userId="d0083da5-80e0-407a-8e2b-3b7dd858bc0f" providerId="ADAL" clId="{7EEDEFD5-4BCA-4016-BE06-9E58D10BB4F4}" dt="2026-04-22T10:20:20.331" v="314"/>
        <pc:sldMkLst>
          <pc:docMk/>
          <pc:sldMk cId="2491556161" sldId="327"/>
        </pc:sldMkLst>
      </pc:sldChg>
      <pc:sldChg chg="modSp mod">
        <pc:chgData name="Luis Torres" userId="d0083da5-80e0-407a-8e2b-3b7dd858bc0f" providerId="ADAL" clId="{7EEDEFD5-4BCA-4016-BE06-9E58D10BB4F4}" dt="2026-04-22T10:12:34.110" v="184" actId="113"/>
        <pc:sldMkLst>
          <pc:docMk/>
          <pc:sldMk cId="2319409621" sldId="331"/>
        </pc:sldMkLst>
        <pc:spChg chg="mod">
          <ac:chgData name="Luis Torres" userId="d0083da5-80e0-407a-8e2b-3b7dd858bc0f" providerId="ADAL" clId="{7EEDEFD5-4BCA-4016-BE06-9E58D10BB4F4}" dt="2026-04-22T10:12:22.400" v="183" actId="20577"/>
          <ac:spMkLst>
            <pc:docMk/>
            <pc:sldMk cId="2319409621" sldId="331"/>
            <ac:spMk id="2" creationId="{A9C885B7-7B72-4DAB-AFF1-0446447AD6BC}"/>
          </ac:spMkLst>
        </pc:spChg>
        <pc:spChg chg="mod">
          <ac:chgData name="Luis Torres" userId="d0083da5-80e0-407a-8e2b-3b7dd858bc0f" providerId="ADAL" clId="{7EEDEFD5-4BCA-4016-BE06-9E58D10BB4F4}" dt="2026-04-22T10:12:34.110" v="184" actId="113"/>
          <ac:spMkLst>
            <pc:docMk/>
            <pc:sldMk cId="2319409621" sldId="331"/>
            <ac:spMk id="3" creationId="{D0375052-6129-4236-AEE8-0BD274689320}"/>
          </ac:spMkLst>
        </pc:spChg>
      </pc:sldChg>
      <pc:sldChg chg="del ord">
        <pc:chgData name="Luis Torres" userId="d0083da5-80e0-407a-8e2b-3b7dd858bc0f" providerId="ADAL" clId="{7EEDEFD5-4BCA-4016-BE06-9E58D10BB4F4}" dt="2026-04-22T10:32:26.509" v="463" actId="47"/>
        <pc:sldMkLst>
          <pc:docMk/>
          <pc:sldMk cId="2640340476" sldId="332"/>
        </pc:sldMkLst>
      </pc:sldChg>
      <pc:sldChg chg="modSp mod ord">
        <pc:chgData name="Luis Torres" userId="d0083da5-80e0-407a-8e2b-3b7dd858bc0f" providerId="ADAL" clId="{7EEDEFD5-4BCA-4016-BE06-9E58D10BB4F4}" dt="2026-04-22T10:15:06.720" v="189"/>
        <pc:sldMkLst>
          <pc:docMk/>
          <pc:sldMk cId="3957269910" sldId="333"/>
        </pc:sldMkLst>
        <pc:picChg chg="mod">
          <ac:chgData name="Luis Torres" userId="d0083da5-80e0-407a-8e2b-3b7dd858bc0f" providerId="ADAL" clId="{7EEDEFD5-4BCA-4016-BE06-9E58D10BB4F4}" dt="2026-04-22T10:05:05.650" v="132" actId="1076"/>
          <ac:picMkLst>
            <pc:docMk/>
            <pc:sldMk cId="3957269910" sldId="333"/>
            <ac:picMk id="5" creationId="{60025A08-2E94-B4D2-69CB-21AD6546F8F0}"/>
          </ac:picMkLst>
        </pc:picChg>
      </pc:sldChg>
      <pc:sldChg chg="addSp delSp modSp new del mod ord modClrScheme chgLayout">
        <pc:chgData name="Luis Torres" userId="d0083da5-80e0-407a-8e2b-3b7dd858bc0f" providerId="ADAL" clId="{7EEDEFD5-4BCA-4016-BE06-9E58D10BB4F4}" dt="2026-04-22T09:33:02.102" v="33" actId="47"/>
        <pc:sldMkLst>
          <pc:docMk/>
          <pc:sldMk cId="2526428341" sldId="334"/>
        </pc:sldMkLst>
        <pc:spChg chg="del mod ord">
          <ac:chgData name="Luis Torres" userId="d0083da5-80e0-407a-8e2b-3b7dd858bc0f" providerId="ADAL" clId="{7EEDEFD5-4BCA-4016-BE06-9E58D10BB4F4}" dt="2026-04-22T09:17:30.604" v="2" actId="700"/>
          <ac:spMkLst>
            <pc:docMk/>
            <pc:sldMk cId="2526428341" sldId="334"/>
            <ac:spMk id="2" creationId="{4B9D43C2-AED8-D07B-A213-0340B4E0BCC4}"/>
          </ac:spMkLst>
        </pc:spChg>
        <pc:spChg chg="del mod ord">
          <ac:chgData name="Luis Torres" userId="d0083da5-80e0-407a-8e2b-3b7dd858bc0f" providerId="ADAL" clId="{7EEDEFD5-4BCA-4016-BE06-9E58D10BB4F4}" dt="2026-04-22T09:17:40.556" v="5" actId="478"/>
          <ac:spMkLst>
            <pc:docMk/>
            <pc:sldMk cId="2526428341" sldId="334"/>
            <ac:spMk id="3" creationId="{4648C5CF-C8FF-F39C-A53E-BF0A5402784C}"/>
          </ac:spMkLst>
        </pc:spChg>
        <pc:spChg chg="add mod ord">
          <ac:chgData name="Luis Torres" userId="d0083da5-80e0-407a-8e2b-3b7dd858bc0f" providerId="ADAL" clId="{7EEDEFD5-4BCA-4016-BE06-9E58D10BB4F4}" dt="2026-04-22T09:17:35.814" v="4"/>
          <ac:spMkLst>
            <pc:docMk/>
            <pc:sldMk cId="2526428341" sldId="334"/>
            <ac:spMk id="4" creationId="{3BEAFB60-8D77-7EE5-7646-5BC5089A81AF}"/>
          </ac:spMkLst>
        </pc:spChg>
      </pc:sldChg>
      <pc:sldChg chg="modSp new mod">
        <pc:chgData name="Luis Torres" userId="d0083da5-80e0-407a-8e2b-3b7dd858bc0f" providerId="ADAL" clId="{7EEDEFD5-4BCA-4016-BE06-9E58D10BB4F4}" dt="2026-04-22T10:03:29.100" v="123"/>
        <pc:sldMkLst>
          <pc:docMk/>
          <pc:sldMk cId="3744254027" sldId="334"/>
        </pc:sldMkLst>
        <pc:spChg chg="mod">
          <ac:chgData name="Luis Torres" userId="d0083da5-80e0-407a-8e2b-3b7dd858bc0f" providerId="ADAL" clId="{7EEDEFD5-4BCA-4016-BE06-9E58D10BB4F4}" dt="2026-04-22T09:41:23.573" v="80"/>
          <ac:spMkLst>
            <pc:docMk/>
            <pc:sldMk cId="3744254027" sldId="334"/>
            <ac:spMk id="2" creationId="{97F094CC-6707-1ED5-2FB3-33E73111E89F}"/>
          </ac:spMkLst>
        </pc:spChg>
        <pc:spChg chg="mod">
          <ac:chgData name="Luis Torres" userId="d0083da5-80e0-407a-8e2b-3b7dd858bc0f" providerId="ADAL" clId="{7EEDEFD5-4BCA-4016-BE06-9E58D10BB4F4}" dt="2026-04-22T10:03:29.100" v="123"/>
          <ac:spMkLst>
            <pc:docMk/>
            <pc:sldMk cId="3744254027" sldId="334"/>
            <ac:spMk id="3" creationId="{8BA43957-BA5E-9CAC-386C-35F1D8D9A71C}"/>
          </ac:spMkLst>
        </pc:spChg>
      </pc:sldChg>
      <pc:sldChg chg="modSp new del mod">
        <pc:chgData name="Luis Torres" userId="d0083da5-80e0-407a-8e2b-3b7dd858bc0f" providerId="ADAL" clId="{7EEDEFD5-4BCA-4016-BE06-9E58D10BB4F4}" dt="2026-04-22T09:32:48.407" v="32" actId="47"/>
        <pc:sldMkLst>
          <pc:docMk/>
          <pc:sldMk cId="822976926" sldId="335"/>
        </pc:sldMkLst>
        <pc:spChg chg="mod">
          <ac:chgData name="Luis Torres" userId="d0083da5-80e0-407a-8e2b-3b7dd858bc0f" providerId="ADAL" clId="{7EEDEFD5-4BCA-4016-BE06-9E58D10BB4F4}" dt="2026-04-22T09:31:45.733" v="27" actId="20577"/>
          <ac:spMkLst>
            <pc:docMk/>
            <pc:sldMk cId="822976926" sldId="335"/>
            <ac:spMk id="2" creationId="{23A8AF0C-C005-A7A0-B44F-969F43259FDD}"/>
          </ac:spMkLst>
        </pc:spChg>
        <pc:spChg chg="mod">
          <ac:chgData name="Luis Torres" userId="d0083da5-80e0-407a-8e2b-3b7dd858bc0f" providerId="ADAL" clId="{7EEDEFD5-4BCA-4016-BE06-9E58D10BB4F4}" dt="2026-04-22T09:31:31.288" v="17" actId="20577"/>
          <ac:spMkLst>
            <pc:docMk/>
            <pc:sldMk cId="822976926" sldId="335"/>
            <ac:spMk id="3" creationId="{86FB402A-733B-E1E1-2500-C9B5D0C59460}"/>
          </ac:spMkLst>
        </pc:spChg>
      </pc:sldChg>
      <pc:sldChg chg="addSp delSp modSp new mod ord">
        <pc:chgData name="Luis Torres" userId="d0083da5-80e0-407a-8e2b-3b7dd858bc0f" providerId="ADAL" clId="{7EEDEFD5-4BCA-4016-BE06-9E58D10BB4F4}" dt="2026-04-22T10:09:06.300" v="159"/>
        <pc:sldMkLst>
          <pc:docMk/>
          <pc:sldMk cId="2175861100" sldId="335"/>
        </pc:sldMkLst>
        <pc:spChg chg="del">
          <ac:chgData name="Luis Torres" userId="d0083da5-80e0-407a-8e2b-3b7dd858bc0f" providerId="ADAL" clId="{7EEDEFD5-4BCA-4016-BE06-9E58D10BB4F4}" dt="2026-04-22T09:58:34.851" v="94" actId="478"/>
          <ac:spMkLst>
            <pc:docMk/>
            <pc:sldMk cId="2175861100" sldId="335"/>
            <ac:spMk id="2" creationId="{9B249A91-EC45-1C00-5989-93D36BF9C425}"/>
          </ac:spMkLst>
        </pc:spChg>
        <pc:spChg chg="del">
          <ac:chgData name="Luis Torres" userId="d0083da5-80e0-407a-8e2b-3b7dd858bc0f" providerId="ADAL" clId="{7EEDEFD5-4BCA-4016-BE06-9E58D10BB4F4}" dt="2026-04-22T09:58:36.290" v="95" actId="478"/>
          <ac:spMkLst>
            <pc:docMk/>
            <pc:sldMk cId="2175861100" sldId="335"/>
            <ac:spMk id="3" creationId="{D0667556-FB4E-4C7A-439A-17D4CA34663E}"/>
          </ac:spMkLst>
        </pc:spChg>
        <pc:picChg chg="add del">
          <ac:chgData name="Luis Torres" userId="d0083da5-80e0-407a-8e2b-3b7dd858bc0f" providerId="ADAL" clId="{7EEDEFD5-4BCA-4016-BE06-9E58D10BB4F4}" dt="2026-04-22T09:57:12.795" v="83" actId="478"/>
          <ac:picMkLst>
            <pc:docMk/>
            <pc:sldMk cId="2175861100" sldId="335"/>
            <ac:picMk id="5" creationId="{3C1143E1-E1BA-7F09-65CF-C2902F0DF0A3}"/>
          </ac:picMkLst>
        </pc:picChg>
        <pc:picChg chg="add mod modCrop">
          <ac:chgData name="Luis Torres" userId="d0083da5-80e0-407a-8e2b-3b7dd858bc0f" providerId="ADAL" clId="{7EEDEFD5-4BCA-4016-BE06-9E58D10BB4F4}" dt="2026-04-22T09:58:39.602" v="99" actId="1076"/>
          <ac:picMkLst>
            <pc:docMk/>
            <pc:sldMk cId="2175861100" sldId="335"/>
            <ac:picMk id="7" creationId="{D3C08E51-AF8F-CB45-8100-BE7257FA9CBF}"/>
          </ac:picMkLst>
        </pc:picChg>
      </pc:sldChg>
      <pc:sldChg chg="modSp new mod">
        <pc:chgData name="Luis Torres" userId="d0083da5-80e0-407a-8e2b-3b7dd858bc0f" providerId="ADAL" clId="{7EEDEFD5-4BCA-4016-BE06-9E58D10BB4F4}" dt="2026-04-22T10:16:34.130" v="269" actId="5793"/>
        <pc:sldMkLst>
          <pc:docMk/>
          <pc:sldMk cId="3784285425" sldId="336"/>
        </pc:sldMkLst>
        <pc:spChg chg="mod">
          <ac:chgData name="Luis Torres" userId="d0083da5-80e0-407a-8e2b-3b7dd858bc0f" providerId="ADAL" clId="{7EEDEFD5-4BCA-4016-BE06-9E58D10BB4F4}" dt="2026-04-22T10:16:34.130" v="269" actId="5793"/>
          <ac:spMkLst>
            <pc:docMk/>
            <pc:sldMk cId="3784285425" sldId="336"/>
            <ac:spMk id="2" creationId="{F1B7AD90-0FBA-0965-757F-768CB76B19AC}"/>
          </ac:spMkLst>
        </pc:spChg>
        <pc:spChg chg="mod">
          <ac:chgData name="Luis Torres" userId="d0083da5-80e0-407a-8e2b-3b7dd858bc0f" providerId="ADAL" clId="{7EEDEFD5-4BCA-4016-BE06-9E58D10BB4F4}" dt="2026-04-22T10:16:25.990" v="238" actId="20577"/>
          <ac:spMkLst>
            <pc:docMk/>
            <pc:sldMk cId="3784285425" sldId="336"/>
            <ac:spMk id="3" creationId="{4D5032DE-9CE9-5A82-9B2F-F5C752680F06}"/>
          </ac:spMkLst>
        </pc:spChg>
      </pc:sldChg>
      <pc:sldChg chg="addSp modSp new mod">
        <pc:chgData name="Luis Torres" userId="d0083da5-80e0-407a-8e2b-3b7dd858bc0f" providerId="ADAL" clId="{7EEDEFD5-4BCA-4016-BE06-9E58D10BB4F4}" dt="2026-04-22T10:32:13.622" v="462" actId="27636"/>
        <pc:sldMkLst>
          <pc:docMk/>
          <pc:sldMk cId="1078211174" sldId="337"/>
        </pc:sldMkLst>
        <pc:spChg chg="mod">
          <ac:chgData name="Luis Torres" userId="d0083da5-80e0-407a-8e2b-3b7dd858bc0f" providerId="ADAL" clId="{7EEDEFD5-4BCA-4016-BE06-9E58D10BB4F4}" dt="2026-04-22T10:32:02.969" v="460" actId="5793"/>
          <ac:spMkLst>
            <pc:docMk/>
            <pc:sldMk cId="1078211174" sldId="337"/>
            <ac:spMk id="2" creationId="{0656261C-9FE2-4153-20CE-FD09EF2AA321}"/>
          </ac:spMkLst>
        </pc:spChg>
        <pc:spChg chg="mod">
          <ac:chgData name="Luis Torres" userId="d0083da5-80e0-407a-8e2b-3b7dd858bc0f" providerId="ADAL" clId="{7EEDEFD5-4BCA-4016-BE06-9E58D10BB4F4}" dt="2026-04-22T10:32:13.622" v="462" actId="27636"/>
          <ac:spMkLst>
            <pc:docMk/>
            <pc:sldMk cId="1078211174" sldId="337"/>
            <ac:spMk id="3" creationId="{60D294C2-CBF4-9BF4-D2EA-B7462736F6F9}"/>
          </ac:spMkLst>
        </pc:spChg>
        <pc:spChg chg="add mod">
          <ac:chgData name="Luis Torres" userId="d0083da5-80e0-407a-8e2b-3b7dd858bc0f" providerId="ADAL" clId="{7EEDEFD5-4BCA-4016-BE06-9E58D10BB4F4}" dt="2026-04-22T10:27:13.422" v="356" actId="1076"/>
          <ac:spMkLst>
            <pc:docMk/>
            <pc:sldMk cId="1078211174" sldId="337"/>
            <ac:spMk id="5" creationId="{3F2C3168-7077-B194-3C5E-3E28A521633B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DC472BB-658D-4F13-8396-8FE8F9D3CADE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E97297AE-CDC6-4F59-ABE7-00C41BAB5F67}">
      <dgm:prSet/>
      <dgm:spPr/>
      <dgm:t>
        <a:bodyPr/>
        <a:lstStyle/>
        <a:p>
          <a:r>
            <a:rPr lang="en-GB"/>
            <a:t>academic understanding</a:t>
          </a:r>
          <a:endParaRPr lang="en-US"/>
        </a:p>
      </dgm:t>
    </dgm:pt>
    <dgm:pt modelId="{20406B17-6282-47A6-8B37-CDCB4C6B9434}" type="parTrans" cxnId="{368F169B-2B06-4007-A006-D190A6392CED}">
      <dgm:prSet/>
      <dgm:spPr/>
      <dgm:t>
        <a:bodyPr/>
        <a:lstStyle/>
        <a:p>
          <a:endParaRPr lang="en-US"/>
        </a:p>
      </dgm:t>
    </dgm:pt>
    <dgm:pt modelId="{B3E2834A-5E78-4E80-AAC2-E94F8F09215B}" type="sibTrans" cxnId="{368F169B-2B06-4007-A006-D190A6392CED}">
      <dgm:prSet/>
      <dgm:spPr/>
      <dgm:t>
        <a:bodyPr/>
        <a:lstStyle/>
        <a:p>
          <a:endParaRPr lang="en-US"/>
        </a:p>
      </dgm:t>
    </dgm:pt>
    <dgm:pt modelId="{8BF55E86-0DB9-4F1F-B8D2-0D3411C4D702}">
      <dgm:prSet/>
      <dgm:spPr/>
      <dgm:t>
        <a:bodyPr/>
        <a:lstStyle/>
        <a:p>
          <a:r>
            <a:rPr lang="en-GB"/>
            <a:t>relevance through applied research</a:t>
          </a:r>
          <a:endParaRPr lang="en-US"/>
        </a:p>
      </dgm:t>
    </dgm:pt>
    <dgm:pt modelId="{D308C292-F760-4B42-B6E5-FE0A11A054C9}" type="parTrans" cxnId="{A43D3A5A-A944-48B4-9D78-95CD09FCA716}">
      <dgm:prSet/>
      <dgm:spPr/>
      <dgm:t>
        <a:bodyPr/>
        <a:lstStyle/>
        <a:p>
          <a:endParaRPr lang="en-US"/>
        </a:p>
      </dgm:t>
    </dgm:pt>
    <dgm:pt modelId="{B987BB46-33DF-4B1F-B053-F50DDF5005C7}" type="sibTrans" cxnId="{A43D3A5A-A944-48B4-9D78-95CD09FCA716}">
      <dgm:prSet/>
      <dgm:spPr/>
      <dgm:t>
        <a:bodyPr/>
        <a:lstStyle/>
        <a:p>
          <a:endParaRPr lang="en-US"/>
        </a:p>
      </dgm:t>
    </dgm:pt>
    <dgm:pt modelId="{39ED0474-EBB2-42FF-A88A-CC605D3DD653}">
      <dgm:prSet/>
      <dgm:spPr/>
      <dgm:t>
        <a:bodyPr/>
        <a:lstStyle/>
        <a:p>
          <a:r>
            <a:rPr lang="en-GB" dirty="0"/>
            <a:t>Double hurdle (academic rigour and managerial relevance)</a:t>
          </a:r>
          <a:endParaRPr lang="en-US" dirty="0"/>
        </a:p>
      </dgm:t>
    </dgm:pt>
    <dgm:pt modelId="{CF280EB1-F38B-4FA1-B78A-5ECB386D8BE4}" type="parTrans" cxnId="{5CF552C6-A840-4A00-85F6-4DD9EEE4A284}">
      <dgm:prSet/>
      <dgm:spPr/>
      <dgm:t>
        <a:bodyPr/>
        <a:lstStyle/>
        <a:p>
          <a:endParaRPr lang="en-US"/>
        </a:p>
      </dgm:t>
    </dgm:pt>
    <dgm:pt modelId="{76F1212F-A08A-47BF-AC6E-C6E21A57AA17}" type="sibTrans" cxnId="{5CF552C6-A840-4A00-85F6-4DD9EEE4A284}">
      <dgm:prSet/>
      <dgm:spPr/>
      <dgm:t>
        <a:bodyPr/>
        <a:lstStyle/>
        <a:p>
          <a:endParaRPr lang="en-US"/>
        </a:p>
      </dgm:t>
    </dgm:pt>
    <dgm:pt modelId="{A776E475-C4BC-4F39-9ED5-CEB9B45D0263}">
      <dgm:prSet/>
      <dgm:spPr/>
      <dgm:t>
        <a:bodyPr/>
        <a:lstStyle/>
        <a:p>
          <a:r>
            <a:rPr lang="en-GB"/>
            <a:t>critique of management (research as social critique) </a:t>
          </a:r>
          <a:endParaRPr lang="en-US"/>
        </a:p>
      </dgm:t>
    </dgm:pt>
    <dgm:pt modelId="{0D10DAAB-74A7-4BE0-9DA7-99C031149142}" type="parTrans" cxnId="{B8768529-E206-4FD5-933C-AD3EEB8FAAD7}">
      <dgm:prSet/>
      <dgm:spPr/>
      <dgm:t>
        <a:bodyPr/>
        <a:lstStyle/>
        <a:p>
          <a:endParaRPr lang="en-US"/>
        </a:p>
      </dgm:t>
    </dgm:pt>
    <dgm:pt modelId="{4FD95B8A-A1E1-434E-AC43-8764FF6FD1EF}" type="sibTrans" cxnId="{B8768529-E206-4FD5-933C-AD3EEB8FAAD7}">
      <dgm:prSet/>
      <dgm:spPr/>
      <dgm:t>
        <a:bodyPr/>
        <a:lstStyle/>
        <a:p>
          <a:endParaRPr lang="en-US"/>
        </a:p>
      </dgm:t>
    </dgm:pt>
    <dgm:pt modelId="{A3D78FF4-C926-4362-A881-1B3D61743029}" type="pres">
      <dgm:prSet presAssocID="{1DC472BB-658D-4F13-8396-8FE8F9D3CADE}" presName="vert0" presStyleCnt="0">
        <dgm:presLayoutVars>
          <dgm:dir/>
          <dgm:animOne val="branch"/>
          <dgm:animLvl val="lvl"/>
        </dgm:presLayoutVars>
      </dgm:prSet>
      <dgm:spPr/>
    </dgm:pt>
    <dgm:pt modelId="{B76D6DAD-7D59-458C-85A2-FA9F922FD7FA}" type="pres">
      <dgm:prSet presAssocID="{E97297AE-CDC6-4F59-ABE7-00C41BAB5F67}" presName="thickLine" presStyleLbl="alignNode1" presStyleIdx="0" presStyleCnt="4"/>
      <dgm:spPr/>
    </dgm:pt>
    <dgm:pt modelId="{38F2A579-C40E-438D-8928-644B57D6F647}" type="pres">
      <dgm:prSet presAssocID="{E97297AE-CDC6-4F59-ABE7-00C41BAB5F67}" presName="horz1" presStyleCnt="0"/>
      <dgm:spPr/>
    </dgm:pt>
    <dgm:pt modelId="{5B380CD3-702C-45FA-9400-CF573B17EA94}" type="pres">
      <dgm:prSet presAssocID="{E97297AE-CDC6-4F59-ABE7-00C41BAB5F67}" presName="tx1" presStyleLbl="revTx" presStyleIdx="0" presStyleCnt="4"/>
      <dgm:spPr/>
    </dgm:pt>
    <dgm:pt modelId="{469D05F6-343F-4A05-8D6E-86A405E08805}" type="pres">
      <dgm:prSet presAssocID="{E97297AE-CDC6-4F59-ABE7-00C41BAB5F67}" presName="vert1" presStyleCnt="0"/>
      <dgm:spPr/>
    </dgm:pt>
    <dgm:pt modelId="{374F61E5-E411-4077-BEB2-D2BFB2CAE16B}" type="pres">
      <dgm:prSet presAssocID="{8BF55E86-0DB9-4F1F-B8D2-0D3411C4D702}" presName="thickLine" presStyleLbl="alignNode1" presStyleIdx="1" presStyleCnt="4"/>
      <dgm:spPr/>
    </dgm:pt>
    <dgm:pt modelId="{6EA40B3E-ABC1-46D9-A833-6E87960C1A48}" type="pres">
      <dgm:prSet presAssocID="{8BF55E86-0DB9-4F1F-B8D2-0D3411C4D702}" presName="horz1" presStyleCnt="0"/>
      <dgm:spPr/>
    </dgm:pt>
    <dgm:pt modelId="{1D978BAC-7BBB-4105-AFFC-20A6A0BF9B4D}" type="pres">
      <dgm:prSet presAssocID="{8BF55E86-0DB9-4F1F-B8D2-0D3411C4D702}" presName="tx1" presStyleLbl="revTx" presStyleIdx="1" presStyleCnt="4"/>
      <dgm:spPr/>
    </dgm:pt>
    <dgm:pt modelId="{79F1BB07-00C6-4202-9A9B-BA085FA48E9A}" type="pres">
      <dgm:prSet presAssocID="{8BF55E86-0DB9-4F1F-B8D2-0D3411C4D702}" presName="vert1" presStyleCnt="0"/>
      <dgm:spPr/>
    </dgm:pt>
    <dgm:pt modelId="{E0B99CB8-5B61-42A1-8F27-D43F2407EB36}" type="pres">
      <dgm:prSet presAssocID="{39ED0474-EBB2-42FF-A88A-CC605D3DD653}" presName="thickLine" presStyleLbl="alignNode1" presStyleIdx="2" presStyleCnt="4"/>
      <dgm:spPr/>
    </dgm:pt>
    <dgm:pt modelId="{F19D65AD-A20D-4C15-A407-F7F050E99ECD}" type="pres">
      <dgm:prSet presAssocID="{39ED0474-EBB2-42FF-A88A-CC605D3DD653}" presName="horz1" presStyleCnt="0"/>
      <dgm:spPr/>
    </dgm:pt>
    <dgm:pt modelId="{6F6A661E-BAC3-4802-9E15-6EA895A31663}" type="pres">
      <dgm:prSet presAssocID="{39ED0474-EBB2-42FF-A88A-CC605D3DD653}" presName="tx1" presStyleLbl="revTx" presStyleIdx="2" presStyleCnt="4"/>
      <dgm:spPr/>
    </dgm:pt>
    <dgm:pt modelId="{E054C5CA-9E4A-4A0A-8C18-83DB50D2EF6F}" type="pres">
      <dgm:prSet presAssocID="{39ED0474-EBB2-42FF-A88A-CC605D3DD653}" presName="vert1" presStyleCnt="0"/>
      <dgm:spPr/>
    </dgm:pt>
    <dgm:pt modelId="{3BD26B0B-3096-416C-9495-FDCA22BF56BB}" type="pres">
      <dgm:prSet presAssocID="{A776E475-C4BC-4F39-9ED5-CEB9B45D0263}" presName="thickLine" presStyleLbl="alignNode1" presStyleIdx="3" presStyleCnt="4"/>
      <dgm:spPr/>
    </dgm:pt>
    <dgm:pt modelId="{250C1340-7CC3-4137-A8CB-998D23733FDD}" type="pres">
      <dgm:prSet presAssocID="{A776E475-C4BC-4F39-9ED5-CEB9B45D0263}" presName="horz1" presStyleCnt="0"/>
      <dgm:spPr/>
    </dgm:pt>
    <dgm:pt modelId="{DF729681-7A2E-40ED-8DEF-13B821CAF135}" type="pres">
      <dgm:prSet presAssocID="{A776E475-C4BC-4F39-9ED5-CEB9B45D0263}" presName="tx1" presStyleLbl="revTx" presStyleIdx="3" presStyleCnt="4"/>
      <dgm:spPr/>
    </dgm:pt>
    <dgm:pt modelId="{C45CF077-5185-478F-9AB0-5CCEB5D4A06E}" type="pres">
      <dgm:prSet presAssocID="{A776E475-C4BC-4F39-9ED5-CEB9B45D0263}" presName="vert1" presStyleCnt="0"/>
      <dgm:spPr/>
    </dgm:pt>
  </dgm:ptLst>
  <dgm:cxnLst>
    <dgm:cxn modelId="{0DB28405-4322-49D7-A54D-772A58F41FE5}" type="presOf" srcId="{A776E475-C4BC-4F39-9ED5-CEB9B45D0263}" destId="{DF729681-7A2E-40ED-8DEF-13B821CAF135}" srcOrd="0" destOrd="0" presId="urn:microsoft.com/office/officeart/2008/layout/LinedList"/>
    <dgm:cxn modelId="{B8768529-E206-4FD5-933C-AD3EEB8FAAD7}" srcId="{1DC472BB-658D-4F13-8396-8FE8F9D3CADE}" destId="{A776E475-C4BC-4F39-9ED5-CEB9B45D0263}" srcOrd="3" destOrd="0" parTransId="{0D10DAAB-74A7-4BE0-9DA7-99C031149142}" sibTransId="{4FD95B8A-A1E1-434E-AC43-8764FF6FD1EF}"/>
    <dgm:cxn modelId="{82838639-F656-48DD-9DAB-33316CAB3CFA}" type="presOf" srcId="{8BF55E86-0DB9-4F1F-B8D2-0D3411C4D702}" destId="{1D978BAC-7BBB-4105-AFFC-20A6A0BF9B4D}" srcOrd="0" destOrd="0" presId="urn:microsoft.com/office/officeart/2008/layout/LinedList"/>
    <dgm:cxn modelId="{2FC8AC75-A350-4444-87FF-2A4BC6BF1191}" type="presOf" srcId="{1DC472BB-658D-4F13-8396-8FE8F9D3CADE}" destId="{A3D78FF4-C926-4362-A881-1B3D61743029}" srcOrd="0" destOrd="0" presId="urn:microsoft.com/office/officeart/2008/layout/LinedList"/>
    <dgm:cxn modelId="{A43D3A5A-A944-48B4-9D78-95CD09FCA716}" srcId="{1DC472BB-658D-4F13-8396-8FE8F9D3CADE}" destId="{8BF55E86-0DB9-4F1F-B8D2-0D3411C4D702}" srcOrd="1" destOrd="0" parTransId="{D308C292-F760-4B42-B6E5-FE0A11A054C9}" sibTransId="{B987BB46-33DF-4B1F-B053-F50DDF5005C7}"/>
    <dgm:cxn modelId="{72622F93-4774-42E0-94AA-82814C10F442}" type="presOf" srcId="{39ED0474-EBB2-42FF-A88A-CC605D3DD653}" destId="{6F6A661E-BAC3-4802-9E15-6EA895A31663}" srcOrd="0" destOrd="0" presId="urn:microsoft.com/office/officeart/2008/layout/LinedList"/>
    <dgm:cxn modelId="{368F169B-2B06-4007-A006-D190A6392CED}" srcId="{1DC472BB-658D-4F13-8396-8FE8F9D3CADE}" destId="{E97297AE-CDC6-4F59-ABE7-00C41BAB5F67}" srcOrd="0" destOrd="0" parTransId="{20406B17-6282-47A6-8B37-CDCB4C6B9434}" sibTransId="{B3E2834A-5E78-4E80-AAC2-E94F8F09215B}"/>
    <dgm:cxn modelId="{5CF552C6-A840-4A00-85F6-4DD9EEE4A284}" srcId="{1DC472BB-658D-4F13-8396-8FE8F9D3CADE}" destId="{39ED0474-EBB2-42FF-A88A-CC605D3DD653}" srcOrd="2" destOrd="0" parTransId="{CF280EB1-F38B-4FA1-B78A-5ECB386D8BE4}" sibTransId="{76F1212F-A08A-47BF-AC6E-C6E21A57AA17}"/>
    <dgm:cxn modelId="{3AF1B7EF-0B2F-437A-850F-0CDECD91D333}" type="presOf" srcId="{E97297AE-CDC6-4F59-ABE7-00C41BAB5F67}" destId="{5B380CD3-702C-45FA-9400-CF573B17EA94}" srcOrd="0" destOrd="0" presId="urn:microsoft.com/office/officeart/2008/layout/LinedList"/>
    <dgm:cxn modelId="{566EB130-AC9B-471E-8EE9-CFA203FD55D9}" type="presParOf" srcId="{A3D78FF4-C926-4362-A881-1B3D61743029}" destId="{B76D6DAD-7D59-458C-85A2-FA9F922FD7FA}" srcOrd="0" destOrd="0" presId="urn:microsoft.com/office/officeart/2008/layout/LinedList"/>
    <dgm:cxn modelId="{51446609-5C38-40CE-9BAA-80247223AA69}" type="presParOf" srcId="{A3D78FF4-C926-4362-A881-1B3D61743029}" destId="{38F2A579-C40E-438D-8928-644B57D6F647}" srcOrd="1" destOrd="0" presId="urn:microsoft.com/office/officeart/2008/layout/LinedList"/>
    <dgm:cxn modelId="{DC74A891-9F70-4ED3-8DAB-06B7D774804C}" type="presParOf" srcId="{38F2A579-C40E-438D-8928-644B57D6F647}" destId="{5B380CD3-702C-45FA-9400-CF573B17EA94}" srcOrd="0" destOrd="0" presId="urn:microsoft.com/office/officeart/2008/layout/LinedList"/>
    <dgm:cxn modelId="{7C632570-3520-4E4C-8EB3-8935BB72A7D9}" type="presParOf" srcId="{38F2A579-C40E-438D-8928-644B57D6F647}" destId="{469D05F6-343F-4A05-8D6E-86A405E08805}" srcOrd="1" destOrd="0" presId="urn:microsoft.com/office/officeart/2008/layout/LinedList"/>
    <dgm:cxn modelId="{4B875AC5-2E8B-4900-81B1-A3CD674BF783}" type="presParOf" srcId="{A3D78FF4-C926-4362-A881-1B3D61743029}" destId="{374F61E5-E411-4077-BEB2-D2BFB2CAE16B}" srcOrd="2" destOrd="0" presId="urn:microsoft.com/office/officeart/2008/layout/LinedList"/>
    <dgm:cxn modelId="{A30EC4FF-35BF-497A-9C7E-182C52D00686}" type="presParOf" srcId="{A3D78FF4-C926-4362-A881-1B3D61743029}" destId="{6EA40B3E-ABC1-46D9-A833-6E87960C1A48}" srcOrd="3" destOrd="0" presId="urn:microsoft.com/office/officeart/2008/layout/LinedList"/>
    <dgm:cxn modelId="{B404C227-F658-4029-8345-D63D03BF698A}" type="presParOf" srcId="{6EA40B3E-ABC1-46D9-A833-6E87960C1A48}" destId="{1D978BAC-7BBB-4105-AFFC-20A6A0BF9B4D}" srcOrd="0" destOrd="0" presId="urn:microsoft.com/office/officeart/2008/layout/LinedList"/>
    <dgm:cxn modelId="{CCC1DB8F-7FA0-4031-A500-0EA007803056}" type="presParOf" srcId="{6EA40B3E-ABC1-46D9-A833-6E87960C1A48}" destId="{79F1BB07-00C6-4202-9A9B-BA085FA48E9A}" srcOrd="1" destOrd="0" presId="urn:microsoft.com/office/officeart/2008/layout/LinedList"/>
    <dgm:cxn modelId="{53EFC989-DB09-44E9-9284-43DA03EC61D3}" type="presParOf" srcId="{A3D78FF4-C926-4362-A881-1B3D61743029}" destId="{E0B99CB8-5B61-42A1-8F27-D43F2407EB36}" srcOrd="4" destOrd="0" presId="urn:microsoft.com/office/officeart/2008/layout/LinedList"/>
    <dgm:cxn modelId="{A5457D4F-67DD-494F-B474-E97CAB72D5C0}" type="presParOf" srcId="{A3D78FF4-C926-4362-A881-1B3D61743029}" destId="{F19D65AD-A20D-4C15-A407-F7F050E99ECD}" srcOrd="5" destOrd="0" presId="urn:microsoft.com/office/officeart/2008/layout/LinedList"/>
    <dgm:cxn modelId="{DF96F588-C235-4E8B-8157-6BEACBB1336B}" type="presParOf" srcId="{F19D65AD-A20D-4C15-A407-F7F050E99ECD}" destId="{6F6A661E-BAC3-4802-9E15-6EA895A31663}" srcOrd="0" destOrd="0" presId="urn:microsoft.com/office/officeart/2008/layout/LinedList"/>
    <dgm:cxn modelId="{FEE068BB-6387-4E45-85B2-1F504D230A20}" type="presParOf" srcId="{F19D65AD-A20D-4C15-A407-F7F050E99ECD}" destId="{E054C5CA-9E4A-4A0A-8C18-83DB50D2EF6F}" srcOrd="1" destOrd="0" presId="urn:microsoft.com/office/officeart/2008/layout/LinedList"/>
    <dgm:cxn modelId="{E82D8DB0-EB21-482C-BF2D-A6E280B3BD5C}" type="presParOf" srcId="{A3D78FF4-C926-4362-A881-1B3D61743029}" destId="{3BD26B0B-3096-416C-9495-FDCA22BF56BB}" srcOrd="6" destOrd="0" presId="urn:microsoft.com/office/officeart/2008/layout/LinedList"/>
    <dgm:cxn modelId="{44573ED3-CB48-458F-B1F6-744452F78CFF}" type="presParOf" srcId="{A3D78FF4-C926-4362-A881-1B3D61743029}" destId="{250C1340-7CC3-4137-A8CB-998D23733FDD}" srcOrd="7" destOrd="0" presId="urn:microsoft.com/office/officeart/2008/layout/LinedList"/>
    <dgm:cxn modelId="{9164233C-9ADE-48B0-B405-F0931AF67AC8}" type="presParOf" srcId="{250C1340-7CC3-4137-A8CB-998D23733FDD}" destId="{DF729681-7A2E-40ED-8DEF-13B821CAF135}" srcOrd="0" destOrd="0" presId="urn:microsoft.com/office/officeart/2008/layout/LinedList"/>
    <dgm:cxn modelId="{4D6430EB-8A2C-43DC-93A5-0C06D1209F87}" type="presParOf" srcId="{250C1340-7CC3-4137-A8CB-998D23733FDD}" destId="{C45CF077-5185-478F-9AB0-5CCEB5D4A06E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76D6DAD-7D59-458C-85A2-FA9F922FD7FA}">
      <dsp:nvSpPr>
        <dsp:cNvPr id="0" name=""/>
        <dsp:cNvSpPr/>
      </dsp:nvSpPr>
      <dsp:spPr>
        <a:xfrm>
          <a:off x="0" y="0"/>
          <a:ext cx="5175384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380CD3-702C-45FA-9400-CF573B17EA94}">
      <dsp:nvSpPr>
        <dsp:cNvPr id="0" name=""/>
        <dsp:cNvSpPr/>
      </dsp:nvSpPr>
      <dsp:spPr>
        <a:xfrm>
          <a:off x="0" y="0"/>
          <a:ext cx="5175384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000" kern="1200"/>
            <a:t>academic understanding</a:t>
          </a:r>
          <a:endParaRPr lang="en-US" sz="3000" kern="1200"/>
        </a:p>
      </dsp:txBody>
      <dsp:txXfrm>
        <a:off x="0" y="0"/>
        <a:ext cx="5175384" cy="1384035"/>
      </dsp:txXfrm>
    </dsp:sp>
    <dsp:sp modelId="{374F61E5-E411-4077-BEB2-D2BFB2CAE16B}">
      <dsp:nvSpPr>
        <dsp:cNvPr id="0" name=""/>
        <dsp:cNvSpPr/>
      </dsp:nvSpPr>
      <dsp:spPr>
        <a:xfrm>
          <a:off x="0" y="1384035"/>
          <a:ext cx="5175384" cy="0"/>
        </a:xfrm>
        <a:prstGeom prst="line">
          <a:avLst/>
        </a:prstGeom>
        <a:solidFill>
          <a:schemeClr val="accent2">
            <a:hueOff val="-485121"/>
            <a:satOff val="-27976"/>
            <a:lumOff val="2876"/>
            <a:alphaOff val="0"/>
          </a:schemeClr>
        </a:solidFill>
        <a:ln w="12700" cap="flat" cmpd="sng" algn="ctr">
          <a:solidFill>
            <a:schemeClr val="accent2">
              <a:hueOff val="-485121"/>
              <a:satOff val="-27976"/>
              <a:lumOff val="287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978BAC-7BBB-4105-AFFC-20A6A0BF9B4D}">
      <dsp:nvSpPr>
        <dsp:cNvPr id="0" name=""/>
        <dsp:cNvSpPr/>
      </dsp:nvSpPr>
      <dsp:spPr>
        <a:xfrm>
          <a:off x="0" y="1384035"/>
          <a:ext cx="5175384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000" kern="1200"/>
            <a:t>relevance through applied research</a:t>
          </a:r>
          <a:endParaRPr lang="en-US" sz="3000" kern="1200"/>
        </a:p>
      </dsp:txBody>
      <dsp:txXfrm>
        <a:off x="0" y="1384035"/>
        <a:ext cx="5175384" cy="1384035"/>
      </dsp:txXfrm>
    </dsp:sp>
    <dsp:sp modelId="{E0B99CB8-5B61-42A1-8F27-D43F2407EB36}">
      <dsp:nvSpPr>
        <dsp:cNvPr id="0" name=""/>
        <dsp:cNvSpPr/>
      </dsp:nvSpPr>
      <dsp:spPr>
        <a:xfrm>
          <a:off x="0" y="2768070"/>
          <a:ext cx="5175384" cy="0"/>
        </a:xfrm>
        <a:prstGeom prst="line">
          <a:avLst/>
        </a:prstGeom>
        <a:solidFill>
          <a:schemeClr val="accent2">
            <a:hueOff val="-970242"/>
            <a:satOff val="-55952"/>
            <a:lumOff val="5752"/>
            <a:alphaOff val="0"/>
          </a:schemeClr>
        </a:solidFill>
        <a:ln w="12700" cap="flat" cmpd="sng" algn="ctr">
          <a:solidFill>
            <a:schemeClr val="accent2">
              <a:hueOff val="-970242"/>
              <a:satOff val="-55952"/>
              <a:lumOff val="575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6A661E-BAC3-4802-9E15-6EA895A31663}">
      <dsp:nvSpPr>
        <dsp:cNvPr id="0" name=""/>
        <dsp:cNvSpPr/>
      </dsp:nvSpPr>
      <dsp:spPr>
        <a:xfrm>
          <a:off x="0" y="2768070"/>
          <a:ext cx="5175384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000" kern="1200" dirty="0"/>
            <a:t>Double hurdle (academic rigour and managerial relevance)</a:t>
          </a:r>
          <a:endParaRPr lang="en-US" sz="3000" kern="1200" dirty="0"/>
        </a:p>
      </dsp:txBody>
      <dsp:txXfrm>
        <a:off x="0" y="2768070"/>
        <a:ext cx="5175384" cy="1384035"/>
      </dsp:txXfrm>
    </dsp:sp>
    <dsp:sp modelId="{3BD26B0B-3096-416C-9495-FDCA22BF56BB}">
      <dsp:nvSpPr>
        <dsp:cNvPr id="0" name=""/>
        <dsp:cNvSpPr/>
      </dsp:nvSpPr>
      <dsp:spPr>
        <a:xfrm>
          <a:off x="0" y="4152105"/>
          <a:ext cx="5175384" cy="0"/>
        </a:xfrm>
        <a:prstGeom prst="line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accent2">
              <a:hueOff val="-1455363"/>
              <a:satOff val="-83928"/>
              <a:lumOff val="862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729681-7A2E-40ED-8DEF-13B821CAF135}">
      <dsp:nvSpPr>
        <dsp:cNvPr id="0" name=""/>
        <dsp:cNvSpPr/>
      </dsp:nvSpPr>
      <dsp:spPr>
        <a:xfrm>
          <a:off x="0" y="4152105"/>
          <a:ext cx="5175384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000" kern="1200"/>
            <a:t>critique of management (research as social critique) </a:t>
          </a:r>
          <a:endParaRPr lang="en-US" sz="3000" kern="1200"/>
        </a:p>
      </dsp:txBody>
      <dsp:txXfrm>
        <a:off x="0" y="4152105"/>
        <a:ext cx="5175384" cy="138403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50475" cy="496809"/>
          </a:xfrm>
          <a:prstGeom prst="rect">
            <a:avLst/>
          </a:prstGeom>
        </p:spPr>
        <p:txBody>
          <a:bodyPr vert="horz" lIns="91422" tIns="45711" rIns="91422" bIns="45711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6727" y="0"/>
            <a:ext cx="2950475" cy="496809"/>
          </a:xfrm>
          <a:prstGeom prst="rect">
            <a:avLst/>
          </a:prstGeom>
        </p:spPr>
        <p:txBody>
          <a:bodyPr vert="horz" lIns="91422" tIns="45711" rIns="91422" bIns="45711" rtlCol="0"/>
          <a:lstStyle>
            <a:lvl1pPr algn="r">
              <a:defRPr sz="1200"/>
            </a:lvl1pPr>
          </a:lstStyle>
          <a:p>
            <a:fld id="{20A41323-E7BC-4F12-B83D-BD6423610227}" type="datetimeFigureOut">
              <a:rPr lang="en-GB" smtClean="0"/>
              <a:t>22/04/2026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442530"/>
            <a:ext cx="2950475" cy="496808"/>
          </a:xfrm>
          <a:prstGeom prst="rect">
            <a:avLst/>
          </a:prstGeom>
        </p:spPr>
        <p:txBody>
          <a:bodyPr vert="horz" lIns="91422" tIns="45711" rIns="91422" bIns="45711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6727" y="9442530"/>
            <a:ext cx="2950475" cy="496808"/>
          </a:xfrm>
          <a:prstGeom prst="rect">
            <a:avLst/>
          </a:prstGeom>
        </p:spPr>
        <p:txBody>
          <a:bodyPr vert="horz" lIns="91422" tIns="45711" rIns="91422" bIns="45711" rtlCol="0" anchor="b"/>
          <a:lstStyle>
            <a:lvl1pPr algn="r">
              <a:defRPr sz="1200"/>
            </a:lvl1pPr>
          </a:lstStyle>
          <a:p>
            <a:fld id="{FC1C24C2-6DD0-48B0-9E1B-BADDF44DD01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578087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50475" cy="497047"/>
          </a:xfrm>
          <a:prstGeom prst="rect">
            <a:avLst/>
          </a:prstGeom>
        </p:spPr>
        <p:txBody>
          <a:bodyPr vert="horz" lIns="91422" tIns="45711" rIns="91422" bIns="45711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6738" y="0"/>
            <a:ext cx="2950475" cy="497047"/>
          </a:xfrm>
          <a:prstGeom prst="rect">
            <a:avLst/>
          </a:prstGeom>
        </p:spPr>
        <p:txBody>
          <a:bodyPr vert="horz" lIns="91422" tIns="45711" rIns="91422" bIns="45711" rtlCol="0"/>
          <a:lstStyle>
            <a:lvl1pPr algn="r">
              <a:defRPr sz="1200"/>
            </a:lvl1pPr>
          </a:lstStyle>
          <a:p>
            <a:fld id="{F10C13E2-E0AD-46B3-8D92-307BC9280E3C}" type="datetimeFigureOut">
              <a:rPr lang="en-GB" smtClean="0"/>
              <a:t>22/04/2026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20750" y="746125"/>
            <a:ext cx="4967288" cy="3727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22" tIns="45711" rIns="91422" bIns="45711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0879" y="4721940"/>
            <a:ext cx="5447030" cy="4473416"/>
          </a:xfrm>
          <a:prstGeom prst="rect">
            <a:avLst/>
          </a:prstGeom>
        </p:spPr>
        <p:txBody>
          <a:bodyPr vert="horz" lIns="91422" tIns="45711" rIns="91422" bIns="4571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42153"/>
            <a:ext cx="2950475" cy="497047"/>
          </a:xfrm>
          <a:prstGeom prst="rect">
            <a:avLst/>
          </a:prstGeom>
        </p:spPr>
        <p:txBody>
          <a:bodyPr vert="horz" lIns="91422" tIns="45711" rIns="91422" bIns="45711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6738" y="9442153"/>
            <a:ext cx="2950475" cy="497047"/>
          </a:xfrm>
          <a:prstGeom prst="rect">
            <a:avLst/>
          </a:prstGeom>
        </p:spPr>
        <p:txBody>
          <a:bodyPr vert="horz" lIns="91422" tIns="45711" rIns="91422" bIns="45711" rtlCol="0" anchor="b"/>
          <a:lstStyle>
            <a:lvl1pPr algn="r">
              <a:defRPr sz="1200"/>
            </a:lvl1pPr>
          </a:lstStyle>
          <a:p>
            <a:fld id="{EAF38E58-FF2D-4285-B86F-F2CB0FB9931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29650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ChangeArrowheads="1"/>
          </p:cNvSpPr>
          <p:nvPr/>
        </p:nvSpPr>
        <p:spPr bwMode="auto">
          <a:xfrm>
            <a:off x="3858313" y="0"/>
            <a:ext cx="2950475" cy="4970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22" tIns="45711" rIns="91422" bIns="45711" anchor="ctr"/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73731" name="Rectangle 3"/>
          <p:cNvSpPr>
            <a:spLocks noChangeArrowheads="1"/>
          </p:cNvSpPr>
          <p:nvPr/>
        </p:nvSpPr>
        <p:spPr bwMode="auto">
          <a:xfrm>
            <a:off x="3858313" y="9443878"/>
            <a:ext cx="2950475" cy="4970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70" tIns="44441" rIns="90470" bIns="44441" anchor="b"/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algn="r"/>
            <a:r>
              <a:rPr lang="en-GB" altLang="en-US" sz="1200">
                <a:latin typeface="Times New Roman" pitchFamily="18" charset="0"/>
              </a:rPr>
              <a:t>2</a:t>
            </a:r>
          </a:p>
        </p:txBody>
      </p:sp>
      <p:sp>
        <p:nvSpPr>
          <p:cNvPr id="73732" name="Rectangle 4"/>
          <p:cNvSpPr>
            <a:spLocks noChangeArrowheads="1"/>
          </p:cNvSpPr>
          <p:nvPr/>
        </p:nvSpPr>
        <p:spPr bwMode="auto">
          <a:xfrm>
            <a:off x="1" y="9443878"/>
            <a:ext cx="2950475" cy="4970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22" tIns="45711" rIns="91422" bIns="45711" anchor="ctr"/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73733" name="Rectangle 5"/>
          <p:cNvSpPr>
            <a:spLocks noChangeArrowheads="1"/>
          </p:cNvSpPr>
          <p:nvPr/>
        </p:nvSpPr>
        <p:spPr bwMode="auto">
          <a:xfrm>
            <a:off x="1" y="0"/>
            <a:ext cx="2950475" cy="4970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22" tIns="45711" rIns="91422" bIns="45711" anchor="ctr"/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73734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28688" y="752475"/>
            <a:ext cx="4951412" cy="3714750"/>
          </a:xfrm>
          <a:ln cap="flat"/>
        </p:spPr>
      </p:sp>
      <p:sp>
        <p:nvSpPr>
          <p:cNvPr id="73735" name="Rectangle 7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995744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E6648C-C0B4-466D-9FD0-B1986BBAF6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4F77FC-7699-4EE8-8BD4-A13D7B9354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D79900-53DF-4B8C-9613-EE16EBA213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45771-DD5E-4F35-850A-C6CECD7F75A1}" type="datetimeFigureOut">
              <a:rPr lang="en-GB" smtClean="0"/>
              <a:t>22/04/2026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3AC229-9E5F-4900-9EEC-8ED876476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40685B-7245-462E-A1E5-789492605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F052C-A525-4E87-91BE-86E80C57268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2595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061196-EB8A-400C-9447-2B53F4E13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76E8ED-D99B-465B-8A64-6346007627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150D15-D64C-406C-AFB0-539CE7E7B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45771-DD5E-4F35-850A-C6CECD7F75A1}" type="datetimeFigureOut">
              <a:rPr lang="en-GB" smtClean="0"/>
              <a:t>22/04/2026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FB2DEA-EF0C-4CED-909D-405410179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113402-97E7-4F1A-86DD-56472A7F7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F052C-A525-4E87-91BE-86E80C57268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42503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F97B22-FE6E-47AD-A165-A05084583A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1D50C8-7387-45D9-A8F8-00CE922565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A704C3-8591-41D5-A71F-3C3A73D3AC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45771-DD5E-4F35-850A-C6CECD7F75A1}" type="datetimeFigureOut">
              <a:rPr lang="en-GB" smtClean="0"/>
              <a:t>22/04/2026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6F5A0-C38D-4881-BAA6-26AEC3CB8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FE5B49-9CDB-4219-A18E-A437236F6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F052C-A525-4E87-91BE-86E80C57268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233811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60CCF5-414C-461C-802E-206B5D02D6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7040FC-BF94-4631-A2C4-ECE822AE50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A99AB9-BE29-40D6-A57F-9D25E5D3FF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58E2AA-B9ED-47DB-86C8-1B1A06B21F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45771-DD5E-4F35-850A-C6CECD7F75A1}" type="datetimeFigureOut">
              <a:rPr lang="en-GB" smtClean="0"/>
              <a:t>22/04/2026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DDE9ED-7330-40AB-A9B0-C173D936C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D26F62-AA5F-4D46-BF53-F17EFE9D4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F052C-A525-4E87-91BE-86E80C57268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2177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0F3247-0B8D-4296-B166-4128A63DC3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A7D5AE-89FE-4B22-A98B-0EB4B1A33D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8DD555-87F3-4604-BE48-AD0BC4C017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A051B6-130F-473C-A63B-214068792B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77DFB7C-E042-4A4B-9D9F-488BE13EB3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CBEA043-B0D4-417C-8C23-007B68AD0D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45771-DD5E-4F35-850A-C6CECD7F75A1}" type="datetimeFigureOut">
              <a:rPr lang="en-GB" smtClean="0"/>
              <a:t>22/04/2026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6C9DDAE-6638-4C87-8F0E-E1D49D062F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4F6D96-E50F-41E5-A63C-CCF61A7C72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F052C-A525-4E87-91BE-86E80C57268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254565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E1025-9FA0-4B19-92E3-B1181D7DA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52BC70-0271-4A68-A0A9-1EFEC0F4E4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45771-DD5E-4F35-850A-C6CECD7F75A1}" type="datetimeFigureOut">
              <a:rPr lang="en-GB" smtClean="0"/>
              <a:t>22/04/2026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F08390-1EA8-4776-B7CD-89B3F8A95D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31540F-B03D-4448-BEA1-ADC934B102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F052C-A525-4E87-91BE-86E80C57268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22197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7AC0E0D-BFE8-40EE-8810-4344C21D7D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45771-DD5E-4F35-850A-C6CECD7F75A1}" type="datetimeFigureOut">
              <a:rPr lang="en-GB" smtClean="0"/>
              <a:t>22/04/2026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238646-4536-482F-A8CE-ED7B5B2BB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52A533-0B43-4C09-8631-209B1A846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F052C-A525-4E87-91BE-86E80C57268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47399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35D8BA-FE34-40DA-9CDA-2422337C7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BF60EE-9C50-4863-85C6-4A0E8A9EE5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511340-004D-4E3A-87F6-2FC57DA58A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7D960B-912B-44D4-9F2A-F98AB7F78F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45771-DD5E-4F35-850A-C6CECD7F75A1}" type="datetimeFigureOut">
              <a:rPr lang="en-GB" smtClean="0"/>
              <a:t>22/04/2026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28959A-6E30-45C7-89B0-98E114D852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877759-0FBF-465E-B891-E81BE957F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F052C-A525-4E87-91BE-86E80C57268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59493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6DDBC-D54B-4761-9300-0043CEDB7B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D3A06F-5898-47AC-80F9-6BC4156291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7F33A3-A329-4761-A0F4-5C0FC1EA73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82DAA3-F400-4D84-9EF9-3616D909C5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45771-DD5E-4F35-850A-C6CECD7F75A1}" type="datetimeFigureOut">
              <a:rPr lang="en-GB" smtClean="0"/>
              <a:t>22/04/2026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F05651-A5D4-4D24-A5C2-386DBDEB50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1CF62E-CCBA-4412-B18D-56B86EE9F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F052C-A525-4E87-91BE-86E80C57268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57614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EB91CD-745B-4D56-A867-163E014A5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384B10-6E8C-44EC-AD00-6DE6C200F8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18E004-49C0-41B5-889C-C6FDFC62C9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45771-DD5E-4F35-850A-C6CECD7F75A1}" type="datetimeFigureOut">
              <a:rPr lang="en-GB" smtClean="0"/>
              <a:t>22/04/2026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006834-3263-4CDC-A855-54BC325E69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29A10A-60AB-49D0-8371-CDFEEF13C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F052C-A525-4E87-91BE-86E80C57268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26887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BD78074-FCF1-48C6-ABCD-D37FFB6865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0911C2-C88E-47C5-94AD-278CDA879E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005081-AC22-46A2-B974-C175B38532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45771-DD5E-4F35-850A-C6CECD7F75A1}" type="datetimeFigureOut">
              <a:rPr lang="en-GB" smtClean="0"/>
              <a:t>22/04/2026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5A11C8-8D3D-40FD-95CC-4087C350D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E0F065-349C-44D9-A5A0-BAF7E32A7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F052C-A525-4E87-91BE-86E80C57268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05241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B5305DF-3FD9-478E-B411-928F62AD0B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B9FB1D-8199-4369-928C-3F2BF7E45D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17EECC-6ED2-4193-A93C-CDAA2B04AA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A45771-DD5E-4F35-850A-C6CECD7F75A1}" type="datetimeFigureOut">
              <a:rPr lang="en-GB" smtClean="0"/>
              <a:t>22/04/2026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763895-E0E4-424D-87FE-E62579F532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74628B-5710-4F1B-B153-D5A46AC44B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DF052C-A525-4E87-91BE-86E80C57268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86645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blogs.lse.ac.uk/impactofsocialsciences/2018/03/02/beyond-impact-factors-an-academy-of-management-report-on-measuring-scholarly-impact/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view.officeapps.live.com/op/view.aspx?src=https%3A%2F%2Fabdc.edu.au%2Fwp-content%2Fuploads%2F2026%2F03%2FABDC-JQL-2025-v1-260326.xlsx&amp;wdOrigin=BROWSELINK" TargetMode="External"/><Relationship Id="rId2" Type="http://schemas.openxmlformats.org/officeDocument/2006/relationships/hyperlink" Target="https://www.ft.com/content/3405a512-5cbb-11e1-8f1f-00144feabdc0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scholar.google.com/citations?view_op=top_venues&amp;utm_source=google&amp;utm_medium=organic&amp;" TargetMode="External"/><Relationship Id="rId5" Type="http://schemas.openxmlformats.org/officeDocument/2006/relationships/hyperlink" Target="https://www.scopus.com/sources.uri" TargetMode="External"/><Relationship Id="rId4" Type="http://schemas.openxmlformats.org/officeDocument/2006/relationships/hyperlink" Target="https://jcr.clarivate.com/jcr/browse-journals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consejoctci.cl/documento/revision-de-sistemas-de-evaluacion-de-impacto-no-academico-de-la-investigacion-a-nivel-internacional/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://www.economistinsights.com/content/disruption-higher-education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3" name="Rectangle 132">
            <a:extLst>
              <a:ext uri="{FF2B5EF4-FFF2-40B4-BE49-F238E27FC236}">
                <a16:creationId xmlns:a16="http://schemas.microsoft.com/office/drawing/2014/main" id="{D55CD764-972B-4CA5-A885-53E55C63E1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5770" y="1474757"/>
            <a:ext cx="2801023" cy="3210269"/>
          </a:xfrm>
        </p:spPr>
        <p:txBody>
          <a:bodyPr anchor="ctr">
            <a:normAutofit/>
          </a:bodyPr>
          <a:lstStyle/>
          <a:p>
            <a:pPr algn="l"/>
            <a:r>
              <a:rPr lang="en-GB" sz="4200" b="1"/>
              <a:t>Research Impact </a:t>
            </a:r>
            <a:br>
              <a:rPr lang="en-GB" sz="4200" b="1"/>
            </a:br>
            <a:endParaRPr lang="en-GB" sz="4200" b="1"/>
          </a:p>
        </p:txBody>
      </p: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BEB2E44E-30A6-416E-A45D-B1E3286295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2125" y="2414016"/>
            <a:ext cx="174721" cy="1340860"/>
            <a:chOff x="56167" y="2050133"/>
            <a:chExt cx="232963" cy="1340860"/>
          </a:xfrm>
        </p:grpSpPr>
        <p:sp>
          <p:nvSpPr>
            <p:cNvPr id="136" name="Rectangle 2">
              <a:extLst>
                <a:ext uri="{FF2B5EF4-FFF2-40B4-BE49-F238E27FC236}">
                  <a16:creationId xmlns:a16="http://schemas.microsoft.com/office/drawing/2014/main" id="{FC3F1FAE-BAA2-4238-87B4-F57CD6E0D4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228600" y="2619892"/>
              <a:ext cx="61834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7" name="Rectangle 59">
              <a:extLst>
                <a:ext uri="{FF2B5EF4-FFF2-40B4-BE49-F238E27FC236}">
                  <a16:creationId xmlns:a16="http://schemas.microsoft.com/office/drawing/2014/main" id="{089CF776-26E3-443A-9B0A-EBD6CE7AE9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54864" y="2619892"/>
              <a:ext cx="61834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8" name="Rectangle 2">
              <a:extLst>
                <a:ext uri="{FF2B5EF4-FFF2-40B4-BE49-F238E27FC236}">
                  <a16:creationId xmlns:a16="http://schemas.microsoft.com/office/drawing/2014/main" id="{1F6F9BAB-A8A1-4A62-86FC-5B3157A6E4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228600" y="2477778"/>
              <a:ext cx="61834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9" name="Rectangle 59">
              <a:extLst>
                <a:ext uri="{FF2B5EF4-FFF2-40B4-BE49-F238E27FC236}">
                  <a16:creationId xmlns:a16="http://schemas.microsoft.com/office/drawing/2014/main" id="{7A2B6B81-FF9A-43F6-A1AE-917DAA4B02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54864" y="2477778"/>
              <a:ext cx="61834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0" name="Rectangle 2">
              <a:extLst>
                <a:ext uri="{FF2B5EF4-FFF2-40B4-BE49-F238E27FC236}">
                  <a16:creationId xmlns:a16="http://schemas.microsoft.com/office/drawing/2014/main" id="{49817315-151B-4CB1-A230-5A36AF7FB4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228600" y="2335664"/>
              <a:ext cx="61834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1" name="Rectangle 59">
              <a:extLst>
                <a:ext uri="{FF2B5EF4-FFF2-40B4-BE49-F238E27FC236}">
                  <a16:creationId xmlns:a16="http://schemas.microsoft.com/office/drawing/2014/main" id="{6CC335AB-9541-4183-93A8-9687D50AB1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54864" y="2335664"/>
              <a:ext cx="61834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2" name="Rectangle 2">
              <a:extLst>
                <a:ext uri="{FF2B5EF4-FFF2-40B4-BE49-F238E27FC236}">
                  <a16:creationId xmlns:a16="http://schemas.microsoft.com/office/drawing/2014/main" id="{ED940D30-BF06-4C7A-8790-F0D998247D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228600" y="2193550"/>
              <a:ext cx="61834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3" name="Rectangle 59">
              <a:extLst>
                <a:ext uri="{FF2B5EF4-FFF2-40B4-BE49-F238E27FC236}">
                  <a16:creationId xmlns:a16="http://schemas.microsoft.com/office/drawing/2014/main" id="{A52173BB-5BB4-4AB9-AC66-79CF7406D8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54864" y="2193550"/>
              <a:ext cx="61834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4" name="Rectangle 2">
              <a:extLst>
                <a:ext uri="{FF2B5EF4-FFF2-40B4-BE49-F238E27FC236}">
                  <a16:creationId xmlns:a16="http://schemas.microsoft.com/office/drawing/2014/main" id="{CD8A6114-D58C-4BB6-9AFE-064C927F3C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228600" y="2051436"/>
              <a:ext cx="61834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5" name="Rectangle 59">
              <a:extLst>
                <a:ext uri="{FF2B5EF4-FFF2-40B4-BE49-F238E27FC236}">
                  <a16:creationId xmlns:a16="http://schemas.microsoft.com/office/drawing/2014/main" id="{B4E88F94-25A1-4836-8BB3-4271B636B0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54864" y="2051436"/>
              <a:ext cx="61834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6" name="Rectangle 2">
              <a:extLst>
                <a:ext uri="{FF2B5EF4-FFF2-40B4-BE49-F238E27FC236}">
                  <a16:creationId xmlns:a16="http://schemas.microsoft.com/office/drawing/2014/main" id="{25A83C54-E0E4-4E8A-9EE6-C17D264171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228600" y="3330462"/>
              <a:ext cx="61834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7" name="Rectangle 59">
              <a:extLst>
                <a:ext uri="{FF2B5EF4-FFF2-40B4-BE49-F238E27FC236}">
                  <a16:creationId xmlns:a16="http://schemas.microsoft.com/office/drawing/2014/main" id="{0675818B-7A46-4DED-BBFC-4697A4C04A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54864" y="3330462"/>
              <a:ext cx="61834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8" name="Rectangle 2">
              <a:extLst>
                <a:ext uri="{FF2B5EF4-FFF2-40B4-BE49-F238E27FC236}">
                  <a16:creationId xmlns:a16="http://schemas.microsoft.com/office/drawing/2014/main" id="{AF3B1214-DA5A-4076-BE6B-3D9D3ECC63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228600" y="3188348"/>
              <a:ext cx="61834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9" name="Rectangle 59">
              <a:extLst>
                <a:ext uri="{FF2B5EF4-FFF2-40B4-BE49-F238E27FC236}">
                  <a16:creationId xmlns:a16="http://schemas.microsoft.com/office/drawing/2014/main" id="{9E008EA5-BFDE-4E41-A137-7528BC706B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54864" y="3188348"/>
              <a:ext cx="61834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0" name="Rectangle 2">
              <a:extLst>
                <a:ext uri="{FF2B5EF4-FFF2-40B4-BE49-F238E27FC236}">
                  <a16:creationId xmlns:a16="http://schemas.microsoft.com/office/drawing/2014/main" id="{46544C80-52A4-45E4-BFA9-EF2DF3498E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228600" y="3046234"/>
              <a:ext cx="61834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1" name="Rectangle 59">
              <a:extLst>
                <a:ext uri="{FF2B5EF4-FFF2-40B4-BE49-F238E27FC236}">
                  <a16:creationId xmlns:a16="http://schemas.microsoft.com/office/drawing/2014/main" id="{905E3B05-2EB1-44FB-ADE8-F4CD5217AA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54864" y="3046234"/>
              <a:ext cx="61834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2" name="Rectangle 2">
              <a:extLst>
                <a:ext uri="{FF2B5EF4-FFF2-40B4-BE49-F238E27FC236}">
                  <a16:creationId xmlns:a16="http://schemas.microsoft.com/office/drawing/2014/main" id="{02542866-00BE-41E8-955D-E3B4E6E035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228600" y="2904120"/>
              <a:ext cx="61834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3" name="Rectangle 59">
              <a:extLst>
                <a:ext uri="{FF2B5EF4-FFF2-40B4-BE49-F238E27FC236}">
                  <a16:creationId xmlns:a16="http://schemas.microsoft.com/office/drawing/2014/main" id="{ADC9572A-D4F6-4C5A-B2C8-C00E855CB9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54864" y="2904120"/>
              <a:ext cx="61834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4" name="Rectangle 2">
              <a:extLst>
                <a:ext uri="{FF2B5EF4-FFF2-40B4-BE49-F238E27FC236}">
                  <a16:creationId xmlns:a16="http://schemas.microsoft.com/office/drawing/2014/main" id="{BBF83543-D986-4CD0-A24E-9802847B83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228600" y="2762006"/>
              <a:ext cx="61834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5" name="Rectangle 59">
              <a:extLst>
                <a:ext uri="{FF2B5EF4-FFF2-40B4-BE49-F238E27FC236}">
                  <a16:creationId xmlns:a16="http://schemas.microsoft.com/office/drawing/2014/main" id="{15E8B8C4-D90E-4DC6-BA2D-D21C33318C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54864" y="2762006"/>
              <a:ext cx="61834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7" name="Rectangle 156">
            <a:extLst>
              <a:ext uri="{FF2B5EF4-FFF2-40B4-BE49-F238E27FC236}">
                <a16:creationId xmlns:a16="http://schemas.microsoft.com/office/drawing/2014/main" id="{34165AB3-7006-4430-BCE3-25476BE133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64472"/>
            <a:ext cx="3968601" cy="149047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0" name="Graphic 129" descr="Magnifying glass">
            <a:extLst>
              <a:ext uri="{FF2B5EF4-FFF2-40B4-BE49-F238E27FC236}">
                <a16:creationId xmlns:a16="http://schemas.microsoft.com/office/drawing/2014/main" id="{99B63A68-B3EB-483D-BCBA-DE073F2F815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195626" y="818692"/>
            <a:ext cx="4688601" cy="4688601"/>
          </a:xfrm>
          <a:prstGeom prst="rect">
            <a:avLst/>
          </a:prstGeom>
        </p:spPr>
      </p:pic>
      <p:sp>
        <p:nvSpPr>
          <p:cNvPr id="159" name="Rectangle 158">
            <a:extLst>
              <a:ext uri="{FF2B5EF4-FFF2-40B4-BE49-F238E27FC236}">
                <a16:creationId xmlns:a16="http://schemas.microsoft.com/office/drawing/2014/main" id="{E3E51905-F374-4E1A-97CF-B741584B74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01384"/>
            <a:ext cx="4389120" cy="3566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6356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16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548640"/>
            <a:ext cx="2700645" cy="5431536"/>
          </a:xfrm>
        </p:spPr>
        <p:txBody>
          <a:bodyPr>
            <a:normAutofit/>
          </a:bodyPr>
          <a:lstStyle/>
          <a:p>
            <a:r>
              <a:rPr lang="en-GB" sz="4000" i="1" dirty="0"/>
              <a:t>Thinking about the impact of your research</a:t>
            </a:r>
          </a:p>
        </p:txBody>
      </p:sp>
      <p:sp>
        <p:nvSpPr>
          <p:cNvPr id="22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347917" y="3261001"/>
            <a:ext cx="4480560" cy="13716"/>
          </a:xfrm>
          <a:custGeom>
            <a:avLst/>
            <a:gdLst>
              <a:gd name="csX0" fmla="*/ 0 w 4480560"/>
              <a:gd name="csY0" fmla="*/ 0 h 13716"/>
              <a:gd name="csX1" fmla="*/ 595274 w 4480560"/>
              <a:gd name="csY1" fmla="*/ 0 h 13716"/>
              <a:gd name="csX2" fmla="*/ 1100938 w 4480560"/>
              <a:gd name="csY2" fmla="*/ 0 h 13716"/>
              <a:gd name="csX3" fmla="*/ 1651406 w 4480560"/>
              <a:gd name="csY3" fmla="*/ 0 h 13716"/>
              <a:gd name="csX4" fmla="*/ 2336292 w 4480560"/>
              <a:gd name="csY4" fmla="*/ 0 h 13716"/>
              <a:gd name="csX5" fmla="*/ 2931566 w 4480560"/>
              <a:gd name="csY5" fmla="*/ 0 h 13716"/>
              <a:gd name="csX6" fmla="*/ 3482035 w 4480560"/>
              <a:gd name="csY6" fmla="*/ 0 h 13716"/>
              <a:gd name="csX7" fmla="*/ 4480560 w 4480560"/>
              <a:gd name="csY7" fmla="*/ 0 h 13716"/>
              <a:gd name="csX8" fmla="*/ 4480560 w 4480560"/>
              <a:gd name="csY8" fmla="*/ 13716 h 13716"/>
              <a:gd name="csX9" fmla="*/ 3840480 w 4480560"/>
              <a:gd name="csY9" fmla="*/ 13716 h 13716"/>
              <a:gd name="csX10" fmla="*/ 3290011 w 4480560"/>
              <a:gd name="csY10" fmla="*/ 13716 h 13716"/>
              <a:gd name="csX11" fmla="*/ 2560320 w 4480560"/>
              <a:gd name="csY11" fmla="*/ 13716 h 13716"/>
              <a:gd name="csX12" fmla="*/ 1965046 w 4480560"/>
              <a:gd name="csY12" fmla="*/ 13716 h 13716"/>
              <a:gd name="csX13" fmla="*/ 1459382 w 4480560"/>
              <a:gd name="csY13" fmla="*/ 13716 h 13716"/>
              <a:gd name="csX14" fmla="*/ 774497 w 4480560"/>
              <a:gd name="csY14" fmla="*/ 13716 h 13716"/>
              <a:gd name="csX15" fmla="*/ 0 w 4480560"/>
              <a:gd name="csY15" fmla="*/ 13716 h 13716"/>
              <a:gd name="csX16" fmla="*/ 0 w 4480560"/>
              <a:gd name="csY16" fmla="*/ 0 h 13716"/>
              <a:gd name="csX0" fmla="*/ 0 w 4480560"/>
              <a:gd name="csY0" fmla="*/ 0 h 13716"/>
              <a:gd name="csX1" fmla="*/ 595274 w 4480560"/>
              <a:gd name="csY1" fmla="*/ 0 h 13716"/>
              <a:gd name="csX2" fmla="*/ 1100938 w 4480560"/>
              <a:gd name="csY2" fmla="*/ 0 h 13716"/>
              <a:gd name="csX3" fmla="*/ 1830629 w 4480560"/>
              <a:gd name="csY3" fmla="*/ 0 h 13716"/>
              <a:gd name="csX4" fmla="*/ 2425903 w 4480560"/>
              <a:gd name="csY4" fmla="*/ 0 h 13716"/>
              <a:gd name="csX5" fmla="*/ 3021178 w 4480560"/>
              <a:gd name="csY5" fmla="*/ 0 h 13716"/>
              <a:gd name="csX6" fmla="*/ 3750869 w 4480560"/>
              <a:gd name="csY6" fmla="*/ 0 h 13716"/>
              <a:gd name="csX7" fmla="*/ 4480560 w 4480560"/>
              <a:gd name="csY7" fmla="*/ 0 h 13716"/>
              <a:gd name="csX8" fmla="*/ 4480560 w 4480560"/>
              <a:gd name="csY8" fmla="*/ 13716 h 13716"/>
              <a:gd name="csX9" fmla="*/ 3930091 w 4480560"/>
              <a:gd name="csY9" fmla="*/ 13716 h 13716"/>
              <a:gd name="csX10" fmla="*/ 3290011 w 4480560"/>
              <a:gd name="csY10" fmla="*/ 13716 h 13716"/>
              <a:gd name="csX11" fmla="*/ 2649931 w 4480560"/>
              <a:gd name="csY11" fmla="*/ 13716 h 13716"/>
              <a:gd name="csX12" fmla="*/ 2054657 w 4480560"/>
              <a:gd name="csY12" fmla="*/ 13716 h 13716"/>
              <a:gd name="csX13" fmla="*/ 1324966 w 4480560"/>
              <a:gd name="csY13" fmla="*/ 13716 h 13716"/>
              <a:gd name="csX14" fmla="*/ 595274 w 4480560"/>
              <a:gd name="csY14" fmla="*/ 13716 h 13716"/>
              <a:gd name="csX15" fmla="*/ 0 w 4480560"/>
              <a:gd name="csY15" fmla="*/ 13716 h 13716"/>
              <a:gd name="csX16" fmla="*/ 0 w 4480560"/>
              <a:gd name="csY16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13716" fill="none" extrusionOk="0">
                <a:moveTo>
                  <a:pt x="0" y="0"/>
                </a:moveTo>
                <a:cubicBezTo>
                  <a:pt x="267574" y="14606"/>
                  <a:pt x="338605" y="-40"/>
                  <a:pt x="595274" y="0"/>
                </a:cubicBezTo>
                <a:cubicBezTo>
                  <a:pt x="856171" y="-2198"/>
                  <a:pt x="863435" y="-13333"/>
                  <a:pt x="1100938" y="0"/>
                </a:cubicBezTo>
                <a:cubicBezTo>
                  <a:pt x="1340270" y="17713"/>
                  <a:pt x="1418448" y="-18893"/>
                  <a:pt x="1651406" y="0"/>
                </a:cubicBezTo>
                <a:cubicBezTo>
                  <a:pt x="1875387" y="1627"/>
                  <a:pt x="2153037" y="22688"/>
                  <a:pt x="2336292" y="0"/>
                </a:cubicBezTo>
                <a:cubicBezTo>
                  <a:pt x="2522206" y="-4211"/>
                  <a:pt x="2718333" y="34959"/>
                  <a:pt x="2931566" y="0"/>
                </a:cubicBezTo>
                <a:cubicBezTo>
                  <a:pt x="3137043" y="-17106"/>
                  <a:pt x="3304331" y="1415"/>
                  <a:pt x="3482035" y="0"/>
                </a:cubicBezTo>
                <a:cubicBezTo>
                  <a:pt x="3649837" y="-24078"/>
                  <a:pt x="4010577" y="-51921"/>
                  <a:pt x="4480560" y="0"/>
                </a:cubicBezTo>
                <a:cubicBezTo>
                  <a:pt x="4480642" y="3611"/>
                  <a:pt x="4480510" y="9346"/>
                  <a:pt x="4480560" y="13716"/>
                </a:cubicBezTo>
                <a:cubicBezTo>
                  <a:pt x="4305601" y="36948"/>
                  <a:pt x="4025154" y="21890"/>
                  <a:pt x="3840480" y="13716"/>
                </a:cubicBezTo>
                <a:cubicBezTo>
                  <a:pt x="3668919" y="-16903"/>
                  <a:pt x="3556555" y="-17246"/>
                  <a:pt x="3290011" y="13716"/>
                </a:cubicBezTo>
                <a:cubicBezTo>
                  <a:pt x="2991827" y="13600"/>
                  <a:pt x="2862038" y="-27094"/>
                  <a:pt x="2560320" y="13716"/>
                </a:cubicBezTo>
                <a:cubicBezTo>
                  <a:pt x="2273396" y="32804"/>
                  <a:pt x="2159701" y="35426"/>
                  <a:pt x="1965046" y="13716"/>
                </a:cubicBezTo>
                <a:cubicBezTo>
                  <a:pt x="1785994" y="24616"/>
                  <a:pt x="1686680" y="47748"/>
                  <a:pt x="1459382" y="13716"/>
                </a:cubicBezTo>
                <a:cubicBezTo>
                  <a:pt x="1260610" y="398"/>
                  <a:pt x="913962" y="26960"/>
                  <a:pt x="774497" y="13716"/>
                </a:cubicBezTo>
                <a:cubicBezTo>
                  <a:pt x="689426" y="-2719"/>
                  <a:pt x="378264" y="1751"/>
                  <a:pt x="0" y="13716"/>
                </a:cubicBezTo>
                <a:cubicBezTo>
                  <a:pt x="-173" y="8371"/>
                  <a:pt x="-387" y="6213"/>
                  <a:pt x="0" y="0"/>
                </a:cubicBezTo>
                <a:close/>
              </a:path>
              <a:path w="4480560" h="13716" stroke="0" extrusionOk="0">
                <a:moveTo>
                  <a:pt x="0" y="0"/>
                </a:moveTo>
                <a:cubicBezTo>
                  <a:pt x="290844" y="5546"/>
                  <a:pt x="318443" y="10543"/>
                  <a:pt x="595274" y="0"/>
                </a:cubicBezTo>
                <a:cubicBezTo>
                  <a:pt x="862223" y="-10630"/>
                  <a:pt x="1008164" y="-6970"/>
                  <a:pt x="1100938" y="0"/>
                </a:cubicBezTo>
                <a:cubicBezTo>
                  <a:pt x="1231751" y="-9052"/>
                  <a:pt x="1563421" y="-55931"/>
                  <a:pt x="1830629" y="0"/>
                </a:cubicBezTo>
                <a:cubicBezTo>
                  <a:pt x="2081843" y="38764"/>
                  <a:pt x="2181743" y="16966"/>
                  <a:pt x="2425903" y="0"/>
                </a:cubicBezTo>
                <a:cubicBezTo>
                  <a:pt x="2657412" y="-20059"/>
                  <a:pt x="2795431" y="8423"/>
                  <a:pt x="3021178" y="0"/>
                </a:cubicBezTo>
                <a:cubicBezTo>
                  <a:pt x="3275119" y="-4749"/>
                  <a:pt x="3480943" y="2522"/>
                  <a:pt x="3750869" y="0"/>
                </a:cubicBezTo>
                <a:cubicBezTo>
                  <a:pt x="4005211" y="16055"/>
                  <a:pt x="4302144" y="-2969"/>
                  <a:pt x="4480560" y="0"/>
                </a:cubicBezTo>
                <a:cubicBezTo>
                  <a:pt x="4480397" y="3458"/>
                  <a:pt x="4481383" y="8632"/>
                  <a:pt x="4480560" y="13716"/>
                </a:cubicBezTo>
                <a:cubicBezTo>
                  <a:pt x="4261480" y="-10003"/>
                  <a:pt x="4206199" y="28529"/>
                  <a:pt x="3930091" y="13716"/>
                </a:cubicBezTo>
                <a:cubicBezTo>
                  <a:pt x="3666932" y="-15474"/>
                  <a:pt x="3493645" y="14804"/>
                  <a:pt x="3290011" y="13716"/>
                </a:cubicBezTo>
                <a:cubicBezTo>
                  <a:pt x="3137078" y="-41032"/>
                  <a:pt x="2894690" y="-17948"/>
                  <a:pt x="2649931" y="13716"/>
                </a:cubicBezTo>
                <a:cubicBezTo>
                  <a:pt x="2413020" y="21294"/>
                  <a:pt x="2225991" y="-10559"/>
                  <a:pt x="2054657" y="13716"/>
                </a:cubicBezTo>
                <a:cubicBezTo>
                  <a:pt x="1886877" y="37541"/>
                  <a:pt x="1548763" y="45390"/>
                  <a:pt x="1324966" y="13716"/>
                </a:cubicBezTo>
                <a:cubicBezTo>
                  <a:pt x="1040995" y="1897"/>
                  <a:pt x="786929" y="-17655"/>
                  <a:pt x="595274" y="13716"/>
                </a:cubicBezTo>
                <a:cubicBezTo>
                  <a:pt x="371401" y="32831"/>
                  <a:pt x="168483" y="23167"/>
                  <a:pt x="0" y="13716"/>
                </a:cubicBezTo>
                <a:cubicBezTo>
                  <a:pt x="-740" y="8467"/>
                  <a:pt x="-279" y="4434"/>
                  <a:pt x="0" y="0"/>
                </a:cubicBezTo>
                <a:close/>
              </a:path>
              <a:path w="4480560" h="13716" fill="none" stroke="0" extrusionOk="0">
                <a:moveTo>
                  <a:pt x="0" y="0"/>
                </a:moveTo>
                <a:cubicBezTo>
                  <a:pt x="254633" y="596"/>
                  <a:pt x="318854" y="8353"/>
                  <a:pt x="595274" y="0"/>
                </a:cubicBezTo>
                <a:cubicBezTo>
                  <a:pt x="857042" y="-2503"/>
                  <a:pt x="863005" y="-13327"/>
                  <a:pt x="1100938" y="0"/>
                </a:cubicBezTo>
                <a:cubicBezTo>
                  <a:pt x="1322315" y="28736"/>
                  <a:pt x="1429801" y="-15572"/>
                  <a:pt x="1651406" y="0"/>
                </a:cubicBezTo>
                <a:cubicBezTo>
                  <a:pt x="1861310" y="20479"/>
                  <a:pt x="2199002" y="36173"/>
                  <a:pt x="2336292" y="0"/>
                </a:cubicBezTo>
                <a:cubicBezTo>
                  <a:pt x="2504451" y="-23230"/>
                  <a:pt x="2735943" y="-3451"/>
                  <a:pt x="2931566" y="0"/>
                </a:cubicBezTo>
                <a:cubicBezTo>
                  <a:pt x="3109081" y="-33272"/>
                  <a:pt x="3310374" y="39503"/>
                  <a:pt x="3482035" y="0"/>
                </a:cubicBezTo>
                <a:cubicBezTo>
                  <a:pt x="3630968" y="-117346"/>
                  <a:pt x="3975789" y="30358"/>
                  <a:pt x="4480560" y="0"/>
                </a:cubicBezTo>
                <a:cubicBezTo>
                  <a:pt x="4480546" y="3532"/>
                  <a:pt x="4481771" y="9530"/>
                  <a:pt x="4480560" y="13716"/>
                </a:cubicBezTo>
                <a:cubicBezTo>
                  <a:pt x="4299745" y="8025"/>
                  <a:pt x="4055484" y="54224"/>
                  <a:pt x="3840480" y="13716"/>
                </a:cubicBezTo>
                <a:cubicBezTo>
                  <a:pt x="3665362" y="14404"/>
                  <a:pt x="3548412" y="6532"/>
                  <a:pt x="3290011" y="13716"/>
                </a:cubicBezTo>
                <a:cubicBezTo>
                  <a:pt x="3037450" y="36923"/>
                  <a:pt x="2862123" y="43167"/>
                  <a:pt x="2560320" y="13716"/>
                </a:cubicBezTo>
                <a:cubicBezTo>
                  <a:pt x="2308793" y="7156"/>
                  <a:pt x="2153402" y="-25971"/>
                  <a:pt x="1965046" y="13716"/>
                </a:cubicBezTo>
                <a:cubicBezTo>
                  <a:pt x="1778601" y="25944"/>
                  <a:pt x="1672011" y="23840"/>
                  <a:pt x="1459382" y="13716"/>
                </a:cubicBezTo>
                <a:cubicBezTo>
                  <a:pt x="1212351" y="-9856"/>
                  <a:pt x="906131" y="12859"/>
                  <a:pt x="774497" y="13716"/>
                </a:cubicBezTo>
                <a:cubicBezTo>
                  <a:pt x="636671" y="-47283"/>
                  <a:pt x="331670" y="1705"/>
                  <a:pt x="0" y="13716"/>
                </a:cubicBezTo>
                <a:cubicBezTo>
                  <a:pt x="-561" y="8546"/>
                  <a:pt x="-377" y="614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4480560"/>
                      <a:gd name="connsiteY0" fmla="*/ 0 h 13716"/>
                      <a:gd name="connsiteX1" fmla="*/ 595274 w 4480560"/>
                      <a:gd name="connsiteY1" fmla="*/ 0 h 13716"/>
                      <a:gd name="connsiteX2" fmla="*/ 1100938 w 4480560"/>
                      <a:gd name="connsiteY2" fmla="*/ 0 h 13716"/>
                      <a:gd name="connsiteX3" fmla="*/ 1651406 w 4480560"/>
                      <a:gd name="connsiteY3" fmla="*/ 0 h 13716"/>
                      <a:gd name="connsiteX4" fmla="*/ 2336292 w 4480560"/>
                      <a:gd name="connsiteY4" fmla="*/ 0 h 13716"/>
                      <a:gd name="connsiteX5" fmla="*/ 2931566 w 4480560"/>
                      <a:gd name="connsiteY5" fmla="*/ 0 h 13716"/>
                      <a:gd name="connsiteX6" fmla="*/ 3482035 w 4480560"/>
                      <a:gd name="connsiteY6" fmla="*/ 0 h 13716"/>
                      <a:gd name="connsiteX7" fmla="*/ 4480560 w 4480560"/>
                      <a:gd name="connsiteY7" fmla="*/ 0 h 13716"/>
                      <a:gd name="connsiteX8" fmla="*/ 4480560 w 4480560"/>
                      <a:gd name="connsiteY8" fmla="*/ 13716 h 13716"/>
                      <a:gd name="connsiteX9" fmla="*/ 3840480 w 4480560"/>
                      <a:gd name="connsiteY9" fmla="*/ 13716 h 13716"/>
                      <a:gd name="connsiteX10" fmla="*/ 3290011 w 4480560"/>
                      <a:gd name="connsiteY10" fmla="*/ 13716 h 13716"/>
                      <a:gd name="connsiteX11" fmla="*/ 2560320 w 4480560"/>
                      <a:gd name="connsiteY11" fmla="*/ 13716 h 13716"/>
                      <a:gd name="connsiteX12" fmla="*/ 1965046 w 4480560"/>
                      <a:gd name="connsiteY12" fmla="*/ 13716 h 13716"/>
                      <a:gd name="connsiteX13" fmla="*/ 1459382 w 4480560"/>
                      <a:gd name="connsiteY13" fmla="*/ 13716 h 13716"/>
                      <a:gd name="connsiteX14" fmla="*/ 774497 w 4480560"/>
                      <a:gd name="connsiteY14" fmla="*/ 13716 h 13716"/>
                      <a:gd name="connsiteX15" fmla="*/ 0 w 4480560"/>
                      <a:gd name="connsiteY15" fmla="*/ 13716 h 13716"/>
                      <a:gd name="connsiteX16" fmla="*/ 0 w 4480560"/>
                      <a:gd name="connsiteY16" fmla="*/ 0 h 1371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</a:cxnLst>
                    <a:rect l="l" t="t" r="r" b="b"/>
                    <a:pathLst>
                      <a:path w="4480560" h="13716" fill="none" extrusionOk="0">
                        <a:moveTo>
                          <a:pt x="0" y="0"/>
                        </a:moveTo>
                        <a:cubicBezTo>
                          <a:pt x="267821" y="8731"/>
                          <a:pt x="334105" y="2629"/>
                          <a:pt x="595274" y="0"/>
                        </a:cubicBezTo>
                        <a:cubicBezTo>
                          <a:pt x="856443" y="-2629"/>
                          <a:pt x="863808" y="-13353"/>
                          <a:pt x="1100938" y="0"/>
                        </a:cubicBezTo>
                        <a:cubicBezTo>
                          <a:pt x="1338068" y="13353"/>
                          <a:pt x="1431663" y="-25862"/>
                          <a:pt x="1651406" y="0"/>
                        </a:cubicBezTo>
                        <a:cubicBezTo>
                          <a:pt x="1871149" y="25862"/>
                          <a:pt x="2173163" y="23827"/>
                          <a:pt x="2336292" y="0"/>
                        </a:cubicBezTo>
                        <a:cubicBezTo>
                          <a:pt x="2499421" y="-23827"/>
                          <a:pt x="2720589" y="28148"/>
                          <a:pt x="2931566" y="0"/>
                        </a:cubicBezTo>
                        <a:cubicBezTo>
                          <a:pt x="3142543" y="-28148"/>
                          <a:pt x="3323630" y="27022"/>
                          <a:pt x="3482035" y="0"/>
                        </a:cubicBezTo>
                        <a:cubicBezTo>
                          <a:pt x="3640440" y="-27022"/>
                          <a:pt x="4012110" y="-20118"/>
                          <a:pt x="4480560" y="0"/>
                        </a:cubicBezTo>
                        <a:cubicBezTo>
                          <a:pt x="4480273" y="3379"/>
                          <a:pt x="4480768" y="9289"/>
                          <a:pt x="4480560" y="13716"/>
                        </a:cubicBezTo>
                        <a:cubicBezTo>
                          <a:pt x="4314132" y="10352"/>
                          <a:pt x="4028383" y="32060"/>
                          <a:pt x="3840480" y="13716"/>
                        </a:cubicBezTo>
                        <a:cubicBezTo>
                          <a:pt x="3652577" y="-4628"/>
                          <a:pt x="3547615" y="-1724"/>
                          <a:pt x="3290011" y="13716"/>
                        </a:cubicBezTo>
                        <a:cubicBezTo>
                          <a:pt x="3032407" y="29156"/>
                          <a:pt x="2830268" y="4147"/>
                          <a:pt x="2560320" y="13716"/>
                        </a:cubicBezTo>
                        <a:cubicBezTo>
                          <a:pt x="2290372" y="23285"/>
                          <a:pt x="2147422" y="2156"/>
                          <a:pt x="1965046" y="13716"/>
                        </a:cubicBezTo>
                        <a:cubicBezTo>
                          <a:pt x="1782670" y="25276"/>
                          <a:pt x="1689791" y="36108"/>
                          <a:pt x="1459382" y="13716"/>
                        </a:cubicBezTo>
                        <a:cubicBezTo>
                          <a:pt x="1228973" y="-8676"/>
                          <a:pt x="915486" y="31929"/>
                          <a:pt x="774497" y="13716"/>
                        </a:cubicBezTo>
                        <a:cubicBezTo>
                          <a:pt x="633508" y="-4497"/>
                          <a:pt x="361442" y="-15679"/>
                          <a:pt x="0" y="13716"/>
                        </a:cubicBezTo>
                        <a:cubicBezTo>
                          <a:pt x="-362" y="8190"/>
                          <a:pt x="-434" y="6098"/>
                          <a:pt x="0" y="0"/>
                        </a:cubicBezTo>
                        <a:close/>
                      </a:path>
                      <a:path w="4480560" h="13716" stroke="0" extrusionOk="0">
                        <a:moveTo>
                          <a:pt x="0" y="0"/>
                        </a:moveTo>
                        <a:cubicBezTo>
                          <a:pt x="285465" y="225"/>
                          <a:pt x="322691" y="16223"/>
                          <a:pt x="595274" y="0"/>
                        </a:cubicBezTo>
                        <a:cubicBezTo>
                          <a:pt x="867857" y="-16223"/>
                          <a:pt x="989129" y="-11242"/>
                          <a:pt x="1100938" y="0"/>
                        </a:cubicBezTo>
                        <a:cubicBezTo>
                          <a:pt x="1212747" y="11242"/>
                          <a:pt x="1574350" y="-36410"/>
                          <a:pt x="1830629" y="0"/>
                        </a:cubicBezTo>
                        <a:cubicBezTo>
                          <a:pt x="2086908" y="36410"/>
                          <a:pt x="2180922" y="4645"/>
                          <a:pt x="2425903" y="0"/>
                        </a:cubicBezTo>
                        <a:cubicBezTo>
                          <a:pt x="2670884" y="-4645"/>
                          <a:pt x="2782024" y="22929"/>
                          <a:pt x="3021178" y="0"/>
                        </a:cubicBezTo>
                        <a:cubicBezTo>
                          <a:pt x="3260332" y="-22929"/>
                          <a:pt x="3456982" y="-1586"/>
                          <a:pt x="3750869" y="0"/>
                        </a:cubicBezTo>
                        <a:cubicBezTo>
                          <a:pt x="4044756" y="1586"/>
                          <a:pt x="4302726" y="17043"/>
                          <a:pt x="4480560" y="0"/>
                        </a:cubicBezTo>
                        <a:cubicBezTo>
                          <a:pt x="4480360" y="3832"/>
                          <a:pt x="4481152" y="9314"/>
                          <a:pt x="4480560" y="13716"/>
                        </a:cubicBezTo>
                        <a:cubicBezTo>
                          <a:pt x="4279652" y="-11422"/>
                          <a:pt x="4200762" y="36994"/>
                          <a:pt x="3930091" y="13716"/>
                        </a:cubicBezTo>
                        <a:cubicBezTo>
                          <a:pt x="3659420" y="-9562"/>
                          <a:pt x="3456052" y="17722"/>
                          <a:pt x="3290011" y="13716"/>
                        </a:cubicBezTo>
                        <a:cubicBezTo>
                          <a:pt x="3123970" y="9710"/>
                          <a:pt x="2882392" y="28246"/>
                          <a:pt x="2649931" y="13716"/>
                        </a:cubicBezTo>
                        <a:cubicBezTo>
                          <a:pt x="2417470" y="-814"/>
                          <a:pt x="2238426" y="2765"/>
                          <a:pt x="2054657" y="13716"/>
                        </a:cubicBezTo>
                        <a:cubicBezTo>
                          <a:pt x="1870888" y="24667"/>
                          <a:pt x="1566368" y="40468"/>
                          <a:pt x="1324966" y="13716"/>
                        </a:cubicBezTo>
                        <a:cubicBezTo>
                          <a:pt x="1083564" y="-13036"/>
                          <a:pt x="787410" y="6374"/>
                          <a:pt x="595274" y="13716"/>
                        </a:cubicBezTo>
                        <a:cubicBezTo>
                          <a:pt x="403138" y="21058"/>
                          <a:pt x="169622" y="5927"/>
                          <a:pt x="0" y="13716"/>
                        </a:cubicBezTo>
                        <a:cubicBezTo>
                          <a:pt x="-475" y="8699"/>
                          <a:pt x="-565" y="4408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44813" y="552091"/>
            <a:ext cx="4668251" cy="5431536"/>
          </a:xfrm>
        </p:spPr>
        <p:txBody>
          <a:bodyPr anchor="ctr">
            <a:normAutofit/>
          </a:bodyPr>
          <a:lstStyle/>
          <a:p>
            <a:r>
              <a:rPr lang="en-GB" sz="2000" dirty="0"/>
              <a:t>What impact do you want your research to have?</a:t>
            </a:r>
          </a:p>
          <a:p>
            <a:endParaRPr lang="en-GB" sz="2000" dirty="0"/>
          </a:p>
          <a:p>
            <a:r>
              <a:rPr lang="en-GB" sz="2000" dirty="0"/>
              <a:t>How  do you plan to achieve that impact? </a:t>
            </a:r>
          </a:p>
        </p:txBody>
      </p:sp>
    </p:spTree>
    <p:extLst>
      <p:ext uri="{BB962C8B-B14F-4D97-AF65-F5344CB8AC3E}">
        <p14:creationId xmlns:p14="http://schemas.microsoft.com/office/powerpoint/2010/main" val="28305674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56261C-9FE2-4153-20CE-FD09EF2AA3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Lack of agreement…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D294C2-CBF4-9BF4-D2EA-B7462736F6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556792"/>
            <a:ext cx="7886700" cy="4896543"/>
          </a:xfrm>
        </p:spPr>
        <p:txBody>
          <a:bodyPr>
            <a:normAutofit/>
          </a:bodyPr>
          <a:lstStyle/>
          <a:p>
            <a:pPr lvl="1">
              <a:lnSpc>
                <a:spcPct val="110000"/>
              </a:lnSpc>
            </a:pPr>
            <a:r>
              <a:rPr lang="en-GB" sz="1600" dirty="0"/>
              <a:t>The majority of respondents (60%) indicated that journal rankings and lists, including Impact Factors, probably did not (20%), definitely did not (8%), or might or might not (32%) reflect scholarly impact.</a:t>
            </a:r>
          </a:p>
          <a:p>
            <a:pPr lvl="1">
              <a:lnSpc>
                <a:spcPct val="110000"/>
              </a:lnSpc>
            </a:pPr>
            <a:r>
              <a:rPr lang="en-GB" sz="1600" dirty="0"/>
              <a:t>However, the top five indicators of scholarly impact on a five-point scale were:</a:t>
            </a:r>
          </a:p>
          <a:p>
            <a:pPr marL="1028700" lvl="2" indent="-342900">
              <a:lnSpc>
                <a:spcPct val="110000"/>
              </a:lnSpc>
              <a:buFont typeface="+mj-lt"/>
              <a:buAutoNum type="arabicPeriod"/>
            </a:pPr>
            <a:r>
              <a:rPr lang="en-GB" sz="1100" b="1" dirty="0"/>
              <a:t>Scholarly articles in top-tier journals – 4.49</a:t>
            </a:r>
          </a:p>
          <a:p>
            <a:pPr marL="1028700" lvl="2" indent="-342900">
              <a:lnSpc>
                <a:spcPct val="110000"/>
              </a:lnSpc>
              <a:buFont typeface="+mj-lt"/>
              <a:buAutoNum type="arabicPeriod"/>
            </a:pPr>
            <a:r>
              <a:rPr lang="en-GB" sz="1100" dirty="0"/>
              <a:t>Scholarly citations to research – 4.21</a:t>
            </a:r>
          </a:p>
          <a:p>
            <a:pPr marL="1028700" lvl="2" indent="-342900">
              <a:lnSpc>
                <a:spcPct val="110000"/>
              </a:lnSpc>
              <a:buFont typeface="+mj-lt"/>
              <a:buAutoNum type="arabicPeriod"/>
            </a:pPr>
            <a:r>
              <a:rPr lang="en-GB" sz="1100" dirty="0"/>
              <a:t>Scholarly books – 3.94</a:t>
            </a:r>
          </a:p>
          <a:p>
            <a:pPr marL="1028700" lvl="2" indent="-342900">
              <a:lnSpc>
                <a:spcPct val="110000"/>
              </a:lnSpc>
              <a:buFont typeface="+mj-lt"/>
              <a:buAutoNum type="arabicPeriod"/>
            </a:pPr>
            <a:r>
              <a:rPr lang="en-GB" sz="1100" dirty="0"/>
              <a:t>Competitive research grants – 3.93</a:t>
            </a:r>
          </a:p>
          <a:p>
            <a:pPr marL="1028700" lvl="2" indent="-342900">
              <a:lnSpc>
                <a:spcPct val="110000"/>
              </a:lnSpc>
              <a:buFont typeface="+mj-lt"/>
              <a:buAutoNum type="arabicPeriod"/>
            </a:pPr>
            <a:r>
              <a:rPr lang="en-GB" sz="1100" dirty="0"/>
              <a:t>Articles in practitioner-oriented/industry publications – 3.88.</a:t>
            </a:r>
          </a:p>
          <a:p>
            <a:pPr lvl="1">
              <a:lnSpc>
                <a:spcPct val="110000"/>
              </a:lnSpc>
            </a:pPr>
            <a:r>
              <a:rPr lang="en-GB" sz="1600" dirty="0"/>
              <a:t>Respondents saw the top five research audiences as:</a:t>
            </a:r>
          </a:p>
          <a:p>
            <a:pPr marL="914400" lvl="2" indent="-228600">
              <a:lnSpc>
                <a:spcPct val="110000"/>
              </a:lnSpc>
              <a:buFont typeface="+mj-lt"/>
              <a:buAutoNum type="arabicPeriod"/>
            </a:pPr>
            <a:r>
              <a:rPr lang="en-GB" sz="1100" b="1" dirty="0"/>
              <a:t>Other academics in management – 4.48</a:t>
            </a:r>
          </a:p>
          <a:p>
            <a:pPr marL="914400" lvl="2" indent="-228600">
              <a:lnSpc>
                <a:spcPct val="110000"/>
              </a:lnSpc>
              <a:buFont typeface="+mj-lt"/>
              <a:buAutoNum type="arabicPeriod"/>
            </a:pPr>
            <a:r>
              <a:rPr lang="en-GB" sz="1100" dirty="0"/>
              <a:t>Top management and decision-makers in companies – 4.26</a:t>
            </a:r>
          </a:p>
          <a:p>
            <a:pPr marL="914400" lvl="2" indent="-228600">
              <a:lnSpc>
                <a:spcPct val="110000"/>
              </a:lnSpc>
              <a:buFont typeface="+mj-lt"/>
              <a:buAutoNum type="arabicPeriod"/>
            </a:pPr>
            <a:r>
              <a:rPr lang="en-GB" sz="1100" dirty="0"/>
              <a:t>Government and policymakers – 4.08</a:t>
            </a:r>
          </a:p>
          <a:p>
            <a:pPr marL="914400" lvl="2" indent="-228600">
              <a:lnSpc>
                <a:spcPct val="110000"/>
              </a:lnSpc>
              <a:buFont typeface="+mj-lt"/>
              <a:buAutoNum type="arabicPeriod"/>
            </a:pPr>
            <a:r>
              <a:rPr lang="en-GB" sz="1100" dirty="0"/>
              <a:t>Other academics in the social sciences – 4.06</a:t>
            </a:r>
          </a:p>
          <a:p>
            <a:pPr marL="914400" lvl="2" indent="-228600">
              <a:lnSpc>
                <a:spcPct val="110000"/>
              </a:lnSpc>
              <a:buFont typeface="+mj-lt"/>
              <a:buAutoNum type="arabicPeriod"/>
            </a:pPr>
            <a:r>
              <a:rPr lang="en-GB" sz="1100" dirty="0"/>
              <a:t>Students – 4.0.</a:t>
            </a:r>
          </a:p>
          <a:p>
            <a:pPr lvl="1">
              <a:lnSpc>
                <a:spcPct val="110000"/>
              </a:lnSpc>
            </a:pPr>
            <a:r>
              <a:rPr lang="en-GB" sz="1600" dirty="0"/>
              <a:t>Yet, about 54% of the survey’s respondents considered impact on practice as either strongly important (31%) or intensely important (23%); only 7% viewed impact on practice as not at all important as a component of scholarly impact.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2C3168-7077-B194-3C5E-3E28A521633B}"/>
              </a:ext>
            </a:extLst>
          </p:cNvPr>
          <p:cNvSpPr txBox="1"/>
          <p:nvPr/>
        </p:nvSpPr>
        <p:spPr>
          <a:xfrm>
            <a:off x="3131840" y="6492874"/>
            <a:ext cx="576064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000" dirty="0">
                <a:hlinkClick r:id="rId2"/>
              </a:rPr>
              <a:t>Beyond Impact Factors: an Academy of Management report on measuring scholarly impact - LSE Impact</a:t>
            </a:r>
            <a:endParaRPr lang="en-GB" sz="1000" dirty="0"/>
          </a:p>
        </p:txBody>
      </p:sp>
    </p:spTree>
    <p:extLst>
      <p:ext uri="{BB962C8B-B14F-4D97-AF65-F5344CB8AC3E}">
        <p14:creationId xmlns:p14="http://schemas.microsoft.com/office/powerpoint/2010/main" val="10782111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E51BA4DF-2BD4-4EC2-B1DB-B27C8AC718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15299" y="548464"/>
            <a:ext cx="5098906" cy="1675623"/>
          </a:xfrm>
        </p:spPr>
        <p:txBody>
          <a:bodyPr anchor="b">
            <a:normAutofit/>
          </a:bodyPr>
          <a:lstStyle/>
          <a:p>
            <a:r>
              <a:rPr lang="en-GB" sz="3500" dirty="0"/>
              <a:t>The purpose of research?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4D48849-9E74-431C-961E-C145223AFF8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3513" r="45853" b="-1"/>
          <a:stretch/>
        </p:blipFill>
        <p:spPr>
          <a:xfrm>
            <a:off x="20" y="10"/>
            <a:ext cx="3147352" cy="6857990"/>
          </a:xfrm>
          <a:prstGeom prst="rect">
            <a:avLst/>
          </a:prstGeom>
          <a:effectLst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15300" y="2409830"/>
            <a:ext cx="5098904" cy="3705217"/>
          </a:xfrm>
        </p:spPr>
        <p:txBody>
          <a:bodyPr>
            <a:normAutofit/>
          </a:bodyPr>
          <a:lstStyle/>
          <a:p>
            <a:r>
              <a:rPr lang="en-GB" sz="1700" dirty="0"/>
              <a:t>Research for whose sake?</a:t>
            </a:r>
          </a:p>
          <a:p>
            <a:r>
              <a:rPr lang="en-GB" sz="1700" dirty="0"/>
              <a:t>Research for research’s sake?</a:t>
            </a:r>
          </a:p>
          <a:p>
            <a:r>
              <a:rPr lang="en-GB" sz="1700" dirty="0"/>
              <a:t>Research for outputs or research for outcomes?</a:t>
            </a:r>
          </a:p>
          <a:p>
            <a:r>
              <a:rPr lang="en-GB" sz="1700" dirty="0"/>
              <a:t>Business school research? Is it primarily for business’s sake?</a:t>
            </a:r>
          </a:p>
          <a:p>
            <a:r>
              <a:rPr lang="en-GB" sz="1700" dirty="0"/>
              <a:t>To what extent does it reflect the needs/demands of stakeholders?</a:t>
            </a:r>
          </a:p>
        </p:txBody>
      </p:sp>
    </p:spTree>
    <p:extLst>
      <p:ext uri="{BB962C8B-B14F-4D97-AF65-F5344CB8AC3E}">
        <p14:creationId xmlns:p14="http://schemas.microsoft.com/office/powerpoint/2010/main" val="24915561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3ACDBA-E0E9-4D92-A4A8-491632E274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US" sz="4700" dirty="0"/>
              <a:t>Context</a:t>
            </a:r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677373"/>
            <a:ext cx="8140446" cy="18288"/>
          </a:xfrm>
          <a:custGeom>
            <a:avLst/>
            <a:gdLst>
              <a:gd name="csX0" fmla="*/ 0 w 8140446"/>
              <a:gd name="csY0" fmla="*/ 0 h 18288"/>
              <a:gd name="csX1" fmla="*/ 434157 w 8140446"/>
              <a:gd name="csY1" fmla="*/ 0 h 18288"/>
              <a:gd name="csX2" fmla="*/ 1193932 w 8140446"/>
              <a:gd name="csY2" fmla="*/ 0 h 18288"/>
              <a:gd name="csX3" fmla="*/ 1628089 w 8140446"/>
              <a:gd name="csY3" fmla="*/ 0 h 18288"/>
              <a:gd name="csX4" fmla="*/ 2225055 w 8140446"/>
              <a:gd name="csY4" fmla="*/ 0 h 18288"/>
              <a:gd name="csX5" fmla="*/ 3066235 w 8140446"/>
              <a:gd name="csY5" fmla="*/ 0 h 18288"/>
              <a:gd name="csX6" fmla="*/ 3744605 w 8140446"/>
              <a:gd name="csY6" fmla="*/ 0 h 18288"/>
              <a:gd name="csX7" fmla="*/ 4504380 w 8140446"/>
              <a:gd name="csY7" fmla="*/ 0 h 18288"/>
              <a:gd name="csX8" fmla="*/ 5101346 w 8140446"/>
              <a:gd name="csY8" fmla="*/ 0 h 18288"/>
              <a:gd name="csX9" fmla="*/ 5779717 w 8140446"/>
              <a:gd name="csY9" fmla="*/ 0 h 18288"/>
              <a:gd name="csX10" fmla="*/ 6620896 w 8140446"/>
              <a:gd name="csY10" fmla="*/ 0 h 18288"/>
              <a:gd name="csX11" fmla="*/ 7136458 w 8140446"/>
              <a:gd name="csY11" fmla="*/ 0 h 18288"/>
              <a:gd name="csX12" fmla="*/ 8140446 w 8140446"/>
              <a:gd name="csY12" fmla="*/ 0 h 18288"/>
              <a:gd name="csX13" fmla="*/ 8140446 w 8140446"/>
              <a:gd name="csY13" fmla="*/ 18288 h 18288"/>
              <a:gd name="csX14" fmla="*/ 7543480 w 8140446"/>
              <a:gd name="csY14" fmla="*/ 18288 h 18288"/>
              <a:gd name="csX15" fmla="*/ 7109323 w 8140446"/>
              <a:gd name="csY15" fmla="*/ 18288 h 18288"/>
              <a:gd name="csX16" fmla="*/ 6430952 w 8140446"/>
              <a:gd name="csY16" fmla="*/ 18288 h 18288"/>
              <a:gd name="csX17" fmla="*/ 5915391 w 8140446"/>
              <a:gd name="csY17" fmla="*/ 18288 h 18288"/>
              <a:gd name="csX18" fmla="*/ 5237020 w 8140446"/>
              <a:gd name="csY18" fmla="*/ 18288 h 18288"/>
              <a:gd name="csX19" fmla="*/ 4558650 w 8140446"/>
              <a:gd name="csY19" fmla="*/ 18288 h 18288"/>
              <a:gd name="csX20" fmla="*/ 3880279 w 8140446"/>
              <a:gd name="csY20" fmla="*/ 18288 h 18288"/>
              <a:gd name="csX21" fmla="*/ 3201909 w 8140446"/>
              <a:gd name="csY21" fmla="*/ 18288 h 18288"/>
              <a:gd name="csX22" fmla="*/ 2604943 w 8140446"/>
              <a:gd name="csY22" fmla="*/ 18288 h 18288"/>
              <a:gd name="csX23" fmla="*/ 1845168 w 8140446"/>
              <a:gd name="csY23" fmla="*/ 18288 h 18288"/>
              <a:gd name="csX24" fmla="*/ 1166797 w 8140446"/>
              <a:gd name="csY24" fmla="*/ 18288 h 18288"/>
              <a:gd name="csX25" fmla="*/ 0 w 8140446"/>
              <a:gd name="csY25" fmla="*/ 18288 h 18288"/>
              <a:gd name="csX26" fmla="*/ 0 w 8140446"/>
              <a:gd name="csY26" fmla="*/ 0 h 18288"/>
              <a:gd name="csX0" fmla="*/ 0 w 8140446"/>
              <a:gd name="csY0" fmla="*/ 0 h 18288"/>
              <a:gd name="csX1" fmla="*/ 596966 w 8140446"/>
              <a:gd name="csY1" fmla="*/ 0 h 18288"/>
              <a:gd name="csX2" fmla="*/ 1031123 w 8140446"/>
              <a:gd name="csY2" fmla="*/ 0 h 18288"/>
              <a:gd name="csX3" fmla="*/ 1872303 w 8140446"/>
              <a:gd name="csY3" fmla="*/ 0 h 18288"/>
              <a:gd name="csX4" fmla="*/ 2469269 w 8140446"/>
              <a:gd name="csY4" fmla="*/ 0 h 18288"/>
              <a:gd name="csX5" fmla="*/ 3066235 w 8140446"/>
              <a:gd name="csY5" fmla="*/ 0 h 18288"/>
              <a:gd name="csX6" fmla="*/ 3907414 w 8140446"/>
              <a:gd name="csY6" fmla="*/ 0 h 18288"/>
              <a:gd name="csX7" fmla="*/ 4422976 w 8140446"/>
              <a:gd name="csY7" fmla="*/ 0 h 18288"/>
              <a:gd name="csX8" fmla="*/ 5264155 w 8140446"/>
              <a:gd name="csY8" fmla="*/ 0 h 18288"/>
              <a:gd name="csX9" fmla="*/ 6105335 w 8140446"/>
              <a:gd name="csY9" fmla="*/ 0 h 18288"/>
              <a:gd name="csX10" fmla="*/ 6783705 w 8140446"/>
              <a:gd name="csY10" fmla="*/ 0 h 18288"/>
              <a:gd name="csX11" fmla="*/ 8140446 w 8140446"/>
              <a:gd name="csY11" fmla="*/ 0 h 18288"/>
              <a:gd name="csX12" fmla="*/ 8140446 w 8140446"/>
              <a:gd name="csY12" fmla="*/ 18288 h 18288"/>
              <a:gd name="csX13" fmla="*/ 7706289 w 8140446"/>
              <a:gd name="csY13" fmla="*/ 18288 h 18288"/>
              <a:gd name="csX14" fmla="*/ 6865109 w 8140446"/>
              <a:gd name="csY14" fmla="*/ 18288 h 18288"/>
              <a:gd name="csX15" fmla="*/ 6349548 w 8140446"/>
              <a:gd name="csY15" fmla="*/ 18288 h 18288"/>
              <a:gd name="csX16" fmla="*/ 5671177 w 8140446"/>
              <a:gd name="csY16" fmla="*/ 18288 h 18288"/>
              <a:gd name="csX17" fmla="*/ 4829998 w 8140446"/>
              <a:gd name="csY17" fmla="*/ 18288 h 18288"/>
              <a:gd name="csX18" fmla="*/ 4151627 w 8140446"/>
              <a:gd name="csY18" fmla="*/ 18288 h 18288"/>
              <a:gd name="csX19" fmla="*/ 3717470 w 8140446"/>
              <a:gd name="csY19" fmla="*/ 18288 h 18288"/>
              <a:gd name="csX20" fmla="*/ 3201909 w 8140446"/>
              <a:gd name="csY20" fmla="*/ 18288 h 18288"/>
              <a:gd name="csX21" fmla="*/ 2360729 w 8140446"/>
              <a:gd name="csY21" fmla="*/ 18288 h 18288"/>
              <a:gd name="csX22" fmla="*/ 1682359 w 8140446"/>
              <a:gd name="csY22" fmla="*/ 18288 h 18288"/>
              <a:gd name="csX23" fmla="*/ 1166797 w 8140446"/>
              <a:gd name="csY23" fmla="*/ 18288 h 18288"/>
              <a:gd name="csX24" fmla="*/ 0 w 8140446"/>
              <a:gd name="csY24" fmla="*/ 18288 h 18288"/>
              <a:gd name="csX25" fmla="*/ 0 w 8140446"/>
              <a:gd name="csY2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87427" y="6231"/>
                  <a:pt x="309612" y="-26324"/>
                  <a:pt x="434157" y="0"/>
                </a:cubicBezTo>
                <a:cubicBezTo>
                  <a:pt x="536972" y="29330"/>
                  <a:pt x="959392" y="28619"/>
                  <a:pt x="1193932" y="0"/>
                </a:cubicBezTo>
                <a:cubicBezTo>
                  <a:pt x="1446097" y="13819"/>
                  <a:pt x="1471680" y="7203"/>
                  <a:pt x="1628089" y="0"/>
                </a:cubicBezTo>
                <a:cubicBezTo>
                  <a:pt x="1817415" y="4047"/>
                  <a:pt x="1949536" y="-59324"/>
                  <a:pt x="2225055" y="0"/>
                </a:cubicBezTo>
                <a:cubicBezTo>
                  <a:pt x="2520490" y="18365"/>
                  <a:pt x="2717469" y="18707"/>
                  <a:pt x="3066235" y="0"/>
                </a:cubicBezTo>
                <a:cubicBezTo>
                  <a:pt x="3437075" y="3751"/>
                  <a:pt x="3408347" y="31644"/>
                  <a:pt x="3744605" y="0"/>
                </a:cubicBezTo>
                <a:cubicBezTo>
                  <a:pt x="4097249" y="-11527"/>
                  <a:pt x="4249699" y="-32555"/>
                  <a:pt x="4504380" y="0"/>
                </a:cubicBezTo>
                <a:cubicBezTo>
                  <a:pt x="4737570" y="17980"/>
                  <a:pt x="4877497" y="1006"/>
                  <a:pt x="5101346" y="0"/>
                </a:cubicBezTo>
                <a:cubicBezTo>
                  <a:pt x="5359305" y="-15330"/>
                  <a:pt x="5447195" y="7257"/>
                  <a:pt x="5779717" y="0"/>
                </a:cubicBezTo>
                <a:cubicBezTo>
                  <a:pt x="6090019" y="-17621"/>
                  <a:pt x="6273151" y="4279"/>
                  <a:pt x="6620896" y="0"/>
                </a:cubicBezTo>
                <a:cubicBezTo>
                  <a:pt x="6968586" y="34056"/>
                  <a:pt x="6990073" y="23587"/>
                  <a:pt x="7136458" y="0"/>
                </a:cubicBezTo>
                <a:cubicBezTo>
                  <a:pt x="7320575" y="20480"/>
                  <a:pt x="7847401" y="-6173"/>
                  <a:pt x="8140446" y="0"/>
                </a:cubicBezTo>
                <a:cubicBezTo>
                  <a:pt x="8139878" y="7862"/>
                  <a:pt x="8140227" y="13269"/>
                  <a:pt x="8140446" y="18288"/>
                </a:cubicBezTo>
                <a:cubicBezTo>
                  <a:pt x="7908069" y="-20636"/>
                  <a:pt x="7683037" y="21977"/>
                  <a:pt x="7543480" y="18288"/>
                </a:cubicBezTo>
                <a:cubicBezTo>
                  <a:pt x="7393752" y="10050"/>
                  <a:pt x="7221032" y="-3229"/>
                  <a:pt x="7109323" y="18288"/>
                </a:cubicBezTo>
                <a:cubicBezTo>
                  <a:pt x="7015297" y="22483"/>
                  <a:pt x="6599332" y="40899"/>
                  <a:pt x="6430952" y="18288"/>
                </a:cubicBezTo>
                <a:cubicBezTo>
                  <a:pt x="6292915" y="-34150"/>
                  <a:pt x="6142305" y="21507"/>
                  <a:pt x="5915391" y="18288"/>
                </a:cubicBezTo>
                <a:cubicBezTo>
                  <a:pt x="5682725" y="47843"/>
                  <a:pt x="5440566" y="31420"/>
                  <a:pt x="5237020" y="18288"/>
                </a:cubicBezTo>
                <a:cubicBezTo>
                  <a:pt x="5046456" y="10577"/>
                  <a:pt x="4706449" y="51976"/>
                  <a:pt x="4558650" y="18288"/>
                </a:cubicBezTo>
                <a:cubicBezTo>
                  <a:pt x="4361396" y="-987"/>
                  <a:pt x="4145362" y="-22303"/>
                  <a:pt x="3880279" y="18288"/>
                </a:cubicBezTo>
                <a:cubicBezTo>
                  <a:pt x="3610716" y="25411"/>
                  <a:pt x="3472690" y="4008"/>
                  <a:pt x="3201909" y="18288"/>
                </a:cubicBezTo>
                <a:cubicBezTo>
                  <a:pt x="2913595" y="35097"/>
                  <a:pt x="2753317" y="-1149"/>
                  <a:pt x="2604943" y="18288"/>
                </a:cubicBezTo>
                <a:cubicBezTo>
                  <a:pt x="2450130" y="36989"/>
                  <a:pt x="1974183" y="40159"/>
                  <a:pt x="1845168" y="18288"/>
                </a:cubicBezTo>
                <a:cubicBezTo>
                  <a:pt x="1677929" y="220"/>
                  <a:pt x="1378098" y="-772"/>
                  <a:pt x="1166797" y="18288"/>
                </a:cubicBezTo>
                <a:cubicBezTo>
                  <a:pt x="921150" y="53277"/>
                  <a:pt x="327457" y="47297"/>
                  <a:pt x="0" y="18288"/>
                </a:cubicBezTo>
                <a:cubicBezTo>
                  <a:pt x="-589" y="13471"/>
                  <a:pt x="-474" y="7409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36968" y="-25482"/>
                  <a:pt x="379786" y="11224"/>
                  <a:pt x="596966" y="0"/>
                </a:cubicBezTo>
                <a:cubicBezTo>
                  <a:pt x="815878" y="-21223"/>
                  <a:pt x="832062" y="11868"/>
                  <a:pt x="1031123" y="0"/>
                </a:cubicBezTo>
                <a:cubicBezTo>
                  <a:pt x="1256800" y="-30738"/>
                  <a:pt x="1658090" y="-20345"/>
                  <a:pt x="1872303" y="0"/>
                </a:cubicBezTo>
                <a:cubicBezTo>
                  <a:pt x="2115604" y="28431"/>
                  <a:pt x="2277865" y="-40642"/>
                  <a:pt x="2469269" y="0"/>
                </a:cubicBezTo>
                <a:cubicBezTo>
                  <a:pt x="2679731" y="25919"/>
                  <a:pt x="2788602" y="-6498"/>
                  <a:pt x="3066235" y="0"/>
                </a:cubicBezTo>
                <a:cubicBezTo>
                  <a:pt x="3325663" y="-14487"/>
                  <a:pt x="3706561" y="67517"/>
                  <a:pt x="3907414" y="0"/>
                </a:cubicBezTo>
                <a:cubicBezTo>
                  <a:pt x="4127229" y="-37113"/>
                  <a:pt x="4179037" y="-8167"/>
                  <a:pt x="4422976" y="0"/>
                </a:cubicBezTo>
                <a:cubicBezTo>
                  <a:pt x="4683575" y="-28486"/>
                  <a:pt x="5055803" y="-13799"/>
                  <a:pt x="5264155" y="0"/>
                </a:cubicBezTo>
                <a:cubicBezTo>
                  <a:pt x="5513566" y="14315"/>
                  <a:pt x="5735215" y="2768"/>
                  <a:pt x="6105335" y="0"/>
                </a:cubicBezTo>
                <a:cubicBezTo>
                  <a:pt x="6510913" y="-12587"/>
                  <a:pt x="6456171" y="3247"/>
                  <a:pt x="6783705" y="0"/>
                </a:cubicBezTo>
                <a:cubicBezTo>
                  <a:pt x="7057099" y="-15461"/>
                  <a:pt x="7592067" y="5384"/>
                  <a:pt x="8140446" y="0"/>
                </a:cubicBezTo>
                <a:cubicBezTo>
                  <a:pt x="8140452" y="8597"/>
                  <a:pt x="8141122" y="9732"/>
                  <a:pt x="8140446" y="18288"/>
                </a:cubicBezTo>
                <a:cubicBezTo>
                  <a:pt x="7961834" y="8406"/>
                  <a:pt x="7874097" y="10350"/>
                  <a:pt x="7706289" y="18288"/>
                </a:cubicBezTo>
                <a:cubicBezTo>
                  <a:pt x="7582508" y="-14920"/>
                  <a:pt x="7179551" y="-33111"/>
                  <a:pt x="6865109" y="18288"/>
                </a:cubicBezTo>
                <a:cubicBezTo>
                  <a:pt x="6583382" y="24117"/>
                  <a:pt x="6525821" y="36696"/>
                  <a:pt x="6349548" y="18288"/>
                </a:cubicBezTo>
                <a:cubicBezTo>
                  <a:pt x="6209953" y="10881"/>
                  <a:pt x="5959707" y="-47828"/>
                  <a:pt x="5671177" y="18288"/>
                </a:cubicBezTo>
                <a:cubicBezTo>
                  <a:pt x="5387744" y="29809"/>
                  <a:pt x="5228514" y="101507"/>
                  <a:pt x="4829998" y="18288"/>
                </a:cubicBezTo>
                <a:cubicBezTo>
                  <a:pt x="4415646" y="-28596"/>
                  <a:pt x="4343809" y="28954"/>
                  <a:pt x="4151627" y="18288"/>
                </a:cubicBezTo>
                <a:cubicBezTo>
                  <a:pt x="3950673" y="-9796"/>
                  <a:pt x="3879947" y="41143"/>
                  <a:pt x="3717470" y="18288"/>
                </a:cubicBezTo>
                <a:cubicBezTo>
                  <a:pt x="3558660" y="10110"/>
                  <a:pt x="3468854" y="29375"/>
                  <a:pt x="3201909" y="18288"/>
                </a:cubicBezTo>
                <a:cubicBezTo>
                  <a:pt x="2965673" y="10505"/>
                  <a:pt x="2568327" y="22116"/>
                  <a:pt x="2360729" y="18288"/>
                </a:cubicBezTo>
                <a:cubicBezTo>
                  <a:pt x="2171885" y="49144"/>
                  <a:pt x="1923258" y="16020"/>
                  <a:pt x="1682359" y="18288"/>
                </a:cubicBezTo>
                <a:cubicBezTo>
                  <a:pt x="1430698" y="-2378"/>
                  <a:pt x="1324229" y="-1751"/>
                  <a:pt x="1166797" y="18288"/>
                </a:cubicBezTo>
                <a:cubicBezTo>
                  <a:pt x="1001390" y="41795"/>
                  <a:pt x="324313" y="57964"/>
                  <a:pt x="0" y="18288"/>
                </a:cubicBezTo>
                <a:cubicBezTo>
                  <a:pt x="285" y="13135"/>
                  <a:pt x="532" y="5956"/>
                  <a:pt x="0" y="0"/>
                </a:cubicBezTo>
                <a:close/>
              </a:path>
              <a:path w="8140446" h="18288" fill="none" stroke="0" extrusionOk="0">
                <a:moveTo>
                  <a:pt x="0" y="0"/>
                </a:moveTo>
                <a:cubicBezTo>
                  <a:pt x="69532" y="-6557"/>
                  <a:pt x="264219" y="3919"/>
                  <a:pt x="434157" y="0"/>
                </a:cubicBezTo>
                <a:cubicBezTo>
                  <a:pt x="600013" y="9090"/>
                  <a:pt x="921449" y="-13478"/>
                  <a:pt x="1193932" y="0"/>
                </a:cubicBezTo>
                <a:cubicBezTo>
                  <a:pt x="1443592" y="14844"/>
                  <a:pt x="1471188" y="10722"/>
                  <a:pt x="1628089" y="0"/>
                </a:cubicBezTo>
                <a:cubicBezTo>
                  <a:pt x="1750006" y="-24149"/>
                  <a:pt x="1967480" y="-14904"/>
                  <a:pt x="2225055" y="0"/>
                </a:cubicBezTo>
                <a:cubicBezTo>
                  <a:pt x="2503918" y="19247"/>
                  <a:pt x="2709263" y="-16351"/>
                  <a:pt x="3066235" y="0"/>
                </a:cubicBezTo>
                <a:cubicBezTo>
                  <a:pt x="3429723" y="-1627"/>
                  <a:pt x="3399401" y="30976"/>
                  <a:pt x="3744605" y="0"/>
                </a:cubicBezTo>
                <a:cubicBezTo>
                  <a:pt x="4081920" y="-40602"/>
                  <a:pt x="4258272" y="-2441"/>
                  <a:pt x="4504380" y="0"/>
                </a:cubicBezTo>
                <a:cubicBezTo>
                  <a:pt x="4760039" y="21121"/>
                  <a:pt x="4866555" y="-1351"/>
                  <a:pt x="5101346" y="0"/>
                </a:cubicBezTo>
                <a:cubicBezTo>
                  <a:pt x="5336279" y="1859"/>
                  <a:pt x="5465100" y="30801"/>
                  <a:pt x="5779717" y="0"/>
                </a:cubicBezTo>
                <a:cubicBezTo>
                  <a:pt x="6117018" y="-2879"/>
                  <a:pt x="6273497" y="-5002"/>
                  <a:pt x="6620896" y="0"/>
                </a:cubicBezTo>
                <a:cubicBezTo>
                  <a:pt x="6972306" y="38666"/>
                  <a:pt x="6992056" y="28334"/>
                  <a:pt x="7136458" y="0"/>
                </a:cubicBezTo>
                <a:cubicBezTo>
                  <a:pt x="7325567" y="-61201"/>
                  <a:pt x="7766555" y="-88399"/>
                  <a:pt x="8140446" y="0"/>
                </a:cubicBezTo>
                <a:cubicBezTo>
                  <a:pt x="8140031" y="7748"/>
                  <a:pt x="8139515" y="13015"/>
                  <a:pt x="8140446" y="18288"/>
                </a:cubicBezTo>
                <a:cubicBezTo>
                  <a:pt x="7892673" y="-4012"/>
                  <a:pt x="7668025" y="650"/>
                  <a:pt x="7543480" y="18288"/>
                </a:cubicBezTo>
                <a:cubicBezTo>
                  <a:pt x="7406710" y="-3467"/>
                  <a:pt x="7207646" y="8893"/>
                  <a:pt x="7109323" y="18288"/>
                </a:cubicBezTo>
                <a:cubicBezTo>
                  <a:pt x="6993037" y="49011"/>
                  <a:pt x="6598723" y="59405"/>
                  <a:pt x="6430952" y="18288"/>
                </a:cubicBezTo>
                <a:cubicBezTo>
                  <a:pt x="6284771" y="15315"/>
                  <a:pt x="6162730" y="20350"/>
                  <a:pt x="5915391" y="18288"/>
                </a:cubicBezTo>
                <a:cubicBezTo>
                  <a:pt x="5684668" y="13603"/>
                  <a:pt x="5422852" y="53618"/>
                  <a:pt x="5237020" y="18288"/>
                </a:cubicBezTo>
                <a:cubicBezTo>
                  <a:pt x="5035482" y="26296"/>
                  <a:pt x="4719808" y="55145"/>
                  <a:pt x="4558650" y="18288"/>
                </a:cubicBezTo>
                <a:cubicBezTo>
                  <a:pt x="4375169" y="-35587"/>
                  <a:pt x="4137553" y="12086"/>
                  <a:pt x="3880279" y="18288"/>
                </a:cubicBezTo>
                <a:cubicBezTo>
                  <a:pt x="3624533" y="32648"/>
                  <a:pt x="3467387" y="6480"/>
                  <a:pt x="3201909" y="18288"/>
                </a:cubicBezTo>
                <a:cubicBezTo>
                  <a:pt x="2918126" y="73342"/>
                  <a:pt x="2717830" y="-17156"/>
                  <a:pt x="2604943" y="18288"/>
                </a:cubicBezTo>
                <a:cubicBezTo>
                  <a:pt x="2496133" y="44525"/>
                  <a:pt x="2003915" y="18254"/>
                  <a:pt x="1845168" y="18288"/>
                </a:cubicBezTo>
                <a:cubicBezTo>
                  <a:pt x="1694518" y="14989"/>
                  <a:pt x="1344959" y="44188"/>
                  <a:pt x="1166797" y="18288"/>
                </a:cubicBezTo>
                <a:cubicBezTo>
                  <a:pt x="935925" y="69451"/>
                  <a:pt x="319712" y="-63972"/>
                  <a:pt x="0" y="18288"/>
                </a:cubicBezTo>
                <a:cubicBezTo>
                  <a:pt x="1307" y="12414"/>
                  <a:pt x="-32" y="574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8140446"/>
                      <a:gd name="connsiteY0" fmla="*/ 0 h 18288"/>
                      <a:gd name="connsiteX1" fmla="*/ 434157 w 8140446"/>
                      <a:gd name="connsiteY1" fmla="*/ 0 h 18288"/>
                      <a:gd name="connsiteX2" fmla="*/ 1193932 w 8140446"/>
                      <a:gd name="connsiteY2" fmla="*/ 0 h 18288"/>
                      <a:gd name="connsiteX3" fmla="*/ 1628089 w 8140446"/>
                      <a:gd name="connsiteY3" fmla="*/ 0 h 18288"/>
                      <a:gd name="connsiteX4" fmla="*/ 2225055 w 8140446"/>
                      <a:gd name="connsiteY4" fmla="*/ 0 h 18288"/>
                      <a:gd name="connsiteX5" fmla="*/ 3066235 w 8140446"/>
                      <a:gd name="connsiteY5" fmla="*/ 0 h 18288"/>
                      <a:gd name="connsiteX6" fmla="*/ 3744605 w 8140446"/>
                      <a:gd name="connsiteY6" fmla="*/ 0 h 18288"/>
                      <a:gd name="connsiteX7" fmla="*/ 4504380 w 8140446"/>
                      <a:gd name="connsiteY7" fmla="*/ 0 h 18288"/>
                      <a:gd name="connsiteX8" fmla="*/ 5101346 w 8140446"/>
                      <a:gd name="connsiteY8" fmla="*/ 0 h 18288"/>
                      <a:gd name="connsiteX9" fmla="*/ 5779717 w 8140446"/>
                      <a:gd name="connsiteY9" fmla="*/ 0 h 18288"/>
                      <a:gd name="connsiteX10" fmla="*/ 6620896 w 8140446"/>
                      <a:gd name="connsiteY10" fmla="*/ 0 h 18288"/>
                      <a:gd name="connsiteX11" fmla="*/ 7136458 w 8140446"/>
                      <a:gd name="connsiteY11" fmla="*/ 0 h 18288"/>
                      <a:gd name="connsiteX12" fmla="*/ 8140446 w 8140446"/>
                      <a:gd name="connsiteY12" fmla="*/ 0 h 18288"/>
                      <a:gd name="connsiteX13" fmla="*/ 8140446 w 8140446"/>
                      <a:gd name="connsiteY13" fmla="*/ 18288 h 18288"/>
                      <a:gd name="connsiteX14" fmla="*/ 7543480 w 8140446"/>
                      <a:gd name="connsiteY14" fmla="*/ 18288 h 18288"/>
                      <a:gd name="connsiteX15" fmla="*/ 7109323 w 8140446"/>
                      <a:gd name="connsiteY15" fmla="*/ 18288 h 18288"/>
                      <a:gd name="connsiteX16" fmla="*/ 6430952 w 8140446"/>
                      <a:gd name="connsiteY16" fmla="*/ 18288 h 18288"/>
                      <a:gd name="connsiteX17" fmla="*/ 5915391 w 8140446"/>
                      <a:gd name="connsiteY17" fmla="*/ 18288 h 18288"/>
                      <a:gd name="connsiteX18" fmla="*/ 5237020 w 8140446"/>
                      <a:gd name="connsiteY18" fmla="*/ 18288 h 18288"/>
                      <a:gd name="connsiteX19" fmla="*/ 4558650 w 8140446"/>
                      <a:gd name="connsiteY19" fmla="*/ 18288 h 18288"/>
                      <a:gd name="connsiteX20" fmla="*/ 3880279 w 8140446"/>
                      <a:gd name="connsiteY20" fmla="*/ 18288 h 18288"/>
                      <a:gd name="connsiteX21" fmla="*/ 3201909 w 8140446"/>
                      <a:gd name="connsiteY21" fmla="*/ 18288 h 18288"/>
                      <a:gd name="connsiteX22" fmla="*/ 2604943 w 8140446"/>
                      <a:gd name="connsiteY22" fmla="*/ 18288 h 18288"/>
                      <a:gd name="connsiteX23" fmla="*/ 1845168 w 8140446"/>
                      <a:gd name="connsiteY23" fmla="*/ 18288 h 18288"/>
                      <a:gd name="connsiteX24" fmla="*/ 1166797 w 8140446"/>
                      <a:gd name="connsiteY24" fmla="*/ 18288 h 18288"/>
                      <a:gd name="connsiteX25" fmla="*/ 0 w 8140446"/>
                      <a:gd name="connsiteY25" fmla="*/ 18288 h 18288"/>
                      <a:gd name="connsiteX26" fmla="*/ 0 w 8140446"/>
                      <a:gd name="connsiteY26" fmla="*/ 0 h 182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</a:cxnLst>
                    <a:rect l="l" t="t" r="r" b="b"/>
                    <a:pathLst>
                      <a:path w="8140446" h="18288" fill="none" extrusionOk="0">
                        <a:moveTo>
                          <a:pt x="0" y="0"/>
                        </a:moveTo>
                        <a:cubicBezTo>
                          <a:pt x="94920" y="9103"/>
                          <a:pt x="287892" y="-4966"/>
                          <a:pt x="434157" y="0"/>
                        </a:cubicBezTo>
                        <a:cubicBezTo>
                          <a:pt x="580422" y="4966"/>
                          <a:pt x="943595" y="-14182"/>
                          <a:pt x="1193932" y="0"/>
                        </a:cubicBezTo>
                        <a:cubicBezTo>
                          <a:pt x="1444270" y="14182"/>
                          <a:pt x="1472129" y="5523"/>
                          <a:pt x="1628089" y="0"/>
                        </a:cubicBezTo>
                        <a:cubicBezTo>
                          <a:pt x="1784049" y="-5523"/>
                          <a:pt x="1962419" y="-17322"/>
                          <a:pt x="2225055" y="0"/>
                        </a:cubicBezTo>
                        <a:cubicBezTo>
                          <a:pt x="2487691" y="17322"/>
                          <a:pt x="2700681" y="1311"/>
                          <a:pt x="3066235" y="0"/>
                        </a:cubicBezTo>
                        <a:cubicBezTo>
                          <a:pt x="3431789" y="-1311"/>
                          <a:pt x="3405662" y="25081"/>
                          <a:pt x="3744605" y="0"/>
                        </a:cubicBezTo>
                        <a:cubicBezTo>
                          <a:pt x="4083548" y="-25081"/>
                          <a:pt x="4265111" y="-11945"/>
                          <a:pt x="4504380" y="0"/>
                        </a:cubicBezTo>
                        <a:cubicBezTo>
                          <a:pt x="4743649" y="11945"/>
                          <a:pt x="4860394" y="-2832"/>
                          <a:pt x="5101346" y="0"/>
                        </a:cubicBezTo>
                        <a:cubicBezTo>
                          <a:pt x="5342298" y="2832"/>
                          <a:pt x="5456387" y="23676"/>
                          <a:pt x="5779717" y="0"/>
                        </a:cubicBezTo>
                        <a:cubicBezTo>
                          <a:pt x="6103047" y="-23676"/>
                          <a:pt x="6270379" y="-37291"/>
                          <a:pt x="6620896" y="0"/>
                        </a:cubicBezTo>
                        <a:cubicBezTo>
                          <a:pt x="6971413" y="37291"/>
                          <a:pt x="6989068" y="24674"/>
                          <a:pt x="7136458" y="0"/>
                        </a:cubicBezTo>
                        <a:cubicBezTo>
                          <a:pt x="7283848" y="-24674"/>
                          <a:pt x="7752532" y="-22436"/>
                          <a:pt x="8140446" y="0"/>
                        </a:cubicBezTo>
                        <a:cubicBezTo>
                          <a:pt x="8140314" y="7702"/>
                          <a:pt x="8140234" y="13511"/>
                          <a:pt x="8140446" y="18288"/>
                        </a:cubicBezTo>
                        <a:cubicBezTo>
                          <a:pt x="7906329" y="-3043"/>
                          <a:pt x="7681180" y="27465"/>
                          <a:pt x="7543480" y="18288"/>
                        </a:cubicBezTo>
                        <a:cubicBezTo>
                          <a:pt x="7405780" y="9111"/>
                          <a:pt x="7216607" y="3660"/>
                          <a:pt x="7109323" y="18288"/>
                        </a:cubicBezTo>
                        <a:cubicBezTo>
                          <a:pt x="7002039" y="32916"/>
                          <a:pt x="6576231" y="42692"/>
                          <a:pt x="6430952" y="18288"/>
                        </a:cubicBezTo>
                        <a:cubicBezTo>
                          <a:pt x="6285673" y="-6116"/>
                          <a:pt x="6138840" y="34521"/>
                          <a:pt x="5915391" y="18288"/>
                        </a:cubicBezTo>
                        <a:cubicBezTo>
                          <a:pt x="5691942" y="2055"/>
                          <a:pt x="5459460" y="51666"/>
                          <a:pt x="5237020" y="18288"/>
                        </a:cubicBezTo>
                        <a:cubicBezTo>
                          <a:pt x="5014580" y="-15090"/>
                          <a:pt x="4747677" y="40449"/>
                          <a:pt x="4558650" y="18288"/>
                        </a:cubicBezTo>
                        <a:cubicBezTo>
                          <a:pt x="4369623" y="-3873"/>
                          <a:pt x="4146061" y="12568"/>
                          <a:pt x="3880279" y="18288"/>
                        </a:cubicBezTo>
                        <a:cubicBezTo>
                          <a:pt x="3614497" y="24008"/>
                          <a:pt x="3473808" y="-12908"/>
                          <a:pt x="3201909" y="18288"/>
                        </a:cubicBezTo>
                        <a:cubicBezTo>
                          <a:pt x="2930010" y="49484"/>
                          <a:pt x="2728175" y="-3430"/>
                          <a:pt x="2604943" y="18288"/>
                        </a:cubicBezTo>
                        <a:cubicBezTo>
                          <a:pt x="2481711" y="40006"/>
                          <a:pt x="2004334" y="26952"/>
                          <a:pt x="1845168" y="18288"/>
                        </a:cubicBezTo>
                        <a:cubicBezTo>
                          <a:pt x="1686003" y="9624"/>
                          <a:pt x="1375070" y="37580"/>
                          <a:pt x="1166797" y="18288"/>
                        </a:cubicBezTo>
                        <a:cubicBezTo>
                          <a:pt x="958524" y="-1004"/>
                          <a:pt x="342846" y="8880"/>
                          <a:pt x="0" y="18288"/>
                        </a:cubicBezTo>
                        <a:cubicBezTo>
                          <a:pt x="129" y="13298"/>
                          <a:pt x="-675" y="6857"/>
                          <a:pt x="0" y="0"/>
                        </a:cubicBezTo>
                        <a:close/>
                      </a:path>
                      <a:path w="8140446" h="18288" stroke="0" extrusionOk="0">
                        <a:moveTo>
                          <a:pt x="0" y="0"/>
                        </a:moveTo>
                        <a:cubicBezTo>
                          <a:pt x="142435" y="-24533"/>
                          <a:pt x="380026" y="17447"/>
                          <a:pt x="596966" y="0"/>
                        </a:cubicBezTo>
                        <a:cubicBezTo>
                          <a:pt x="813906" y="-17447"/>
                          <a:pt x="830530" y="13462"/>
                          <a:pt x="1031123" y="0"/>
                        </a:cubicBezTo>
                        <a:cubicBezTo>
                          <a:pt x="1231716" y="-13462"/>
                          <a:pt x="1634038" y="0"/>
                          <a:pt x="1872303" y="0"/>
                        </a:cubicBezTo>
                        <a:cubicBezTo>
                          <a:pt x="2110568" y="0"/>
                          <a:pt x="2261934" y="-25727"/>
                          <a:pt x="2469269" y="0"/>
                        </a:cubicBezTo>
                        <a:cubicBezTo>
                          <a:pt x="2676604" y="25727"/>
                          <a:pt x="2790440" y="16284"/>
                          <a:pt x="3066235" y="0"/>
                        </a:cubicBezTo>
                        <a:cubicBezTo>
                          <a:pt x="3342030" y="-16284"/>
                          <a:pt x="3685603" y="41976"/>
                          <a:pt x="3907414" y="0"/>
                        </a:cubicBezTo>
                        <a:cubicBezTo>
                          <a:pt x="4129225" y="-41976"/>
                          <a:pt x="4177416" y="-7598"/>
                          <a:pt x="4422976" y="0"/>
                        </a:cubicBezTo>
                        <a:cubicBezTo>
                          <a:pt x="4668536" y="7598"/>
                          <a:pt x="5023499" y="-28058"/>
                          <a:pt x="5264155" y="0"/>
                        </a:cubicBezTo>
                        <a:cubicBezTo>
                          <a:pt x="5504811" y="28058"/>
                          <a:pt x="5703675" y="13288"/>
                          <a:pt x="6105335" y="0"/>
                        </a:cubicBezTo>
                        <a:cubicBezTo>
                          <a:pt x="6506995" y="-13288"/>
                          <a:pt x="6455516" y="-5124"/>
                          <a:pt x="6783705" y="0"/>
                        </a:cubicBezTo>
                        <a:cubicBezTo>
                          <a:pt x="7111894" y="5124"/>
                          <a:pt x="7512856" y="10604"/>
                          <a:pt x="8140446" y="0"/>
                        </a:cubicBezTo>
                        <a:cubicBezTo>
                          <a:pt x="8140458" y="8833"/>
                          <a:pt x="8140986" y="9830"/>
                          <a:pt x="8140446" y="18288"/>
                        </a:cubicBezTo>
                        <a:cubicBezTo>
                          <a:pt x="7959314" y="3345"/>
                          <a:pt x="7870113" y="10437"/>
                          <a:pt x="7706289" y="18288"/>
                        </a:cubicBezTo>
                        <a:cubicBezTo>
                          <a:pt x="7542465" y="26139"/>
                          <a:pt x="7157940" y="17482"/>
                          <a:pt x="6865109" y="18288"/>
                        </a:cubicBezTo>
                        <a:cubicBezTo>
                          <a:pt x="6572278" y="19094"/>
                          <a:pt x="6524256" y="38051"/>
                          <a:pt x="6349548" y="18288"/>
                        </a:cubicBezTo>
                        <a:cubicBezTo>
                          <a:pt x="6174840" y="-1475"/>
                          <a:pt x="5951624" y="174"/>
                          <a:pt x="5671177" y="18288"/>
                        </a:cubicBezTo>
                        <a:cubicBezTo>
                          <a:pt x="5390730" y="36402"/>
                          <a:pt x="5222992" y="60058"/>
                          <a:pt x="4829998" y="18288"/>
                        </a:cubicBezTo>
                        <a:cubicBezTo>
                          <a:pt x="4437004" y="-23482"/>
                          <a:pt x="4344181" y="39087"/>
                          <a:pt x="4151627" y="18288"/>
                        </a:cubicBezTo>
                        <a:cubicBezTo>
                          <a:pt x="3959073" y="-2511"/>
                          <a:pt x="3886970" y="32875"/>
                          <a:pt x="3717470" y="18288"/>
                        </a:cubicBezTo>
                        <a:cubicBezTo>
                          <a:pt x="3547970" y="3701"/>
                          <a:pt x="3451521" y="31872"/>
                          <a:pt x="3201909" y="18288"/>
                        </a:cubicBezTo>
                        <a:cubicBezTo>
                          <a:pt x="2952297" y="4704"/>
                          <a:pt x="2543413" y="6029"/>
                          <a:pt x="2360729" y="18288"/>
                        </a:cubicBezTo>
                        <a:cubicBezTo>
                          <a:pt x="2178045" y="30547"/>
                          <a:pt x="1906056" y="25847"/>
                          <a:pt x="1682359" y="18288"/>
                        </a:cubicBezTo>
                        <a:cubicBezTo>
                          <a:pt x="1458662" y="10730"/>
                          <a:pt x="1330405" y="8046"/>
                          <a:pt x="1166797" y="18288"/>
                        </a:cubicBezTo>
                        <a:cubicBezTo>
                          <a:pt x="1003189" y="28530"/>
                          <a:pt x="278098" y="19533"/>
                          <a:pt x="0" y="18288"/>
                        </a:cubicBezTo>
                        <a:cubicBezTo>
                          <a:pt x="74" y="14054"/>
                          <a:pt x="-46" y="699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4E2745-EA9C-4D41-BC87-2732977BFA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929384"/>
            <a:ext cx="7886700" cy="4251960"/>
          </a:xfrm>
        </p:spPr>
        <p:txBody>
          <a:bodyPr>
            <a:normAutofit lnSpcReduction="10000"/>
          </a:bodyPr>
          <a:lstStyle/>
          <a:p>
            <a:r>
              <a:rPr lang="en-US" sz="2400" i="1" dirty="0"/>
              <a:t>Political climate </a:t>
            </a:r>
            <a:r>
              <a:rPr lang="en-US" sz="2400" dirty="0"/>
              <a:t>– universities increasingly seen as providers not only of student education but also as providers of service to industry, commerce and government</a:t>
            </a:r>
          </a:p>
          <a:p>
            <a:endParaRPr lang="en-US" sz="2400" dirty="0"/>
          </a:p>
          <a:p>
            <a:r>
              <a:rPr lang="en-US" sz="2400" i="1" dirty="0"/>
              <a:t>Economic climate </a:t>
            </a:r>
            <a:r>
              <a:rPr lang="en-US" sz="2400" dirty="0"/>
              <a:t>– Likelihood of squeeze on finances, static or even falling research income (from all research sponsors)</a:t>
            </a:r>
          </a:p>
          <a:p>
            <a:endParaRPr lang="en-US" sz="2400" dirty="0"/>
          </a:p>
          <a:p>
            <a:r>
              <a:rPr lang="en-US" sz="2400" i="1" dirty="0"/>
              <a:t> Socio-cultural climate </a:t>
            </a:r>
            <a:r>
              <a:rPr lang="en-US" sz="2400" dirty="0"/>
              <a:t>– What will societies/nations expect of universities in future?</a:t>
            </a:r>
          </a:p>
          <a:p>
            <a:endParaRPr lang="en-US" sz="2400" i="1" dirty="0"/>
          </a:p>
          <a:p>
            <a:r>
              <a:rPr lang="en-US" sz="2400" i="1" dirty="0"/>
              <a:t>What do we think as scholars? </a:t>
            </a:r>
            <a:r>
              <a:rPr lang="en-US" sz="2400" dirty="0"/>
              <a:t>– What kind of business school and university do we believe in?</a:t>
            </a:r>
          </a:p>
        </p:txBody>
      </p:sp>
    </p:spTree>
    <p:extLst>
      <p:ext uri="{BB962C8B-B14F-4D97-AF65-F5344CB8AC3E}">
        <p14:creationId xmlns:p14="http://schemas.microsoft.com/office/powerpoint/2010/main" val="7652924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0420" name="Rectangle 198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418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GB" altLang="en-US" sz="4700" i="1" dirty="0"/>
              <a:t>Defining Quality: Not all outputs count…</a:t>
            </a:r>
          </a:p>
        </p:txBody>
      </p:sp>
      <p:sp>
        <p:nvSpPr>
          <p:cNvPr id="60421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677373"/>
            <a:ext cx="8140446" cy="18288"/>
          </a:xfrm>
          <a:custGeom>
            <a:avLst/>
            <a:gdLst>
              <a:gd name="csX0" fmla="*/ 0 w 8140446"/>
              <a:gd name="csY0" fmla="*/ 0 h 18288"/>
              <a:gd name="csX1" fmla="*/ 434157 w 8140446"/>
              <a:gd name="csY1" fmla="*/ 0 h 18288"/>
              <a:gd name="csX2" fmla="*/ 1193932 w 8140446"/>
              <a:gd name="csY2" fmla="*/ 0 h 18288"/>
              <a:gd name="csX3" fmla="*/ 1628089 w 8140446"/>
              <a:gd name="csY3" fmla="*/ 0 h 18288"/>
              <a:gd name="csX4" fmla="*/ 2225055 w 8140446"/>
              <a:gd name="csY4" fmla="*/ 0 h 18288"/>
              <a:gd name="csX5" fmla="*/ 3066235 w 8140446"/>
              <a:gd name="csY5" fmla="*/ 0 h 18288"/>
              <a:gd name="csX6" fmla="*/ 3744605 w 8140446"/>
              <a:gd name="csY6" fmla="*/ 0 h 18288"/>
              <a:gd name="csX7" fmla="*/ 4504380 w 8140446"/>
              <a:gd name="csY7" fmla="*/ 0 h 18288"/>
              <a:gd name="csX8" fmla="*/ 5101346 w 8140446"/>
              <a:gd name="csY8" fmla="*/ 0 h 18288"/>
              <a:gd name="csX9" fmla="*/ 5779717 w 8140446"/>
              <a:gd name="csY9" fmla="*/ 0 h 18288"/>
              <a:gd name="csX10" fmla="*/ 6620896 w 8140446"/>
              <a:gd name="csY10" fmla="*/ 0 h 18288"/>
              <a:gd name="csX11" fmla="*/ 7136458 w 8140446"/>
              <a:gd name="csY11" fmla="*/ 0 h 18288"/>
              <a:gd name="csX12" fmla="*/ 8140446 w 8140446"/>
              <a:gd name="csY12" fmla="*/ 0 h 18288"/>
              <a:gd name="csX13" fmla="*/ 8140446 w 8140446"/>
              <a:gd name="csY13" fmla="*/ 18288 h 18288"/>
              <a:gd name="csX14" fmla="*/ 7543480 w 8140446"/>
              <a:gd name="csY14" fmla="*/ 18288 h 18288"/>
              <a:gd name="csX15" fmla="*/ 7109323 w 8140446"/>
              <a:gd name="csY15" fmla="*/ 18288 h 18288"/>
              <a:gd name="csX16" fmla="*/ 6430952 w 8140446"/>
              <a:gd name="csY16" fmla="*/ 18288 h 18288"/>
              <a:gd name="csX17" fmla="*/ 5915391 w 8140446"/>
              <a:gd name="csY17" fmla="*/ 18288 h 18288"/>
              <a:gd name="csX18" fmla="*/ 5237020 w 8140446"/>
              <a:gd name="csY18" fmla="*/ 18288 h 18288"/>
              <a:gd name="csX19" fmla="*/ 4558650 w 8140446"/>
              <a:gd name="csY19" fmla="*/ 18288 h 18288"/>
              <a:gd name="csX20" fmla="*/ 3880279 w 8140446"/>
              <a:gd name="csY20" fmla="*/ 18288 h 18288"/>
              <a:gd name="csX21" fmla="*/ 3201909 w 8140446"/>
              <a:gd name="csY21" fmla="*/ 18288 h 18288"/>
              <a:gd name="csX22" fmla="*/ 2604943 w 8140446"/>
              <a:gd name="csY22" fmla="*/ 18288 h 18288"/>
              <a:gd name="csX23" fmla="*/ 1845168 w 8140446"/>
              <a:gd name="csY23" fmla="*/ 18288 h 18288"/>
              <a:gd name="csX24" fmla="*/ 1166797 w 8140446"/>
              <a:gd name="csY24" fmla="*/ 18288 h 18288"/>
              <a:gd name="csX25" fmla="*/ 0 w 8140446"/>
              <a:gd name="csY25" fmla="*/ 18288 h 18288"/>
              <a:gd name="csX26" fmla="*/ 0 w 8140446"/>
              <a:gd name="csY26" fmla="*/ 0 h 18288"/>
              <a:gd name="csX0" fmla="*/ 0 w 8140446"/>
              <a:gd name="csY0" fmla="*/ 0 h 18288"/>
              <a:gd name="csX1" fmla="*/ 596966 w 8140446"/>
              <a:gd name="csY1" fmla="*/ 0 h 18288"/>
              <a:gd name="csX2" fmla="*/ 1031123 w 8140446"/>
              <a:gd name="csY2" fmla="*/ 0 h 18288"/>
              <a:gd name="csX3" fmla="*/ 1872303 w 8140446"/>
              <a:gd name="csY3" fmla="*/ 0 h 18288"/>
              <a:gd name="csX4" fmla="*/ 2469269 w 8140446"/>
              <a:gd name="csY4" fmla="*/ 0 h 18288"/>
              <a:gd name="csX5" fmla="*/ 3066235 w 8140446"/>
              <a:gd name="csY5" fmla="*/ 0 h 18288"/>
              <a:gd name="csX6" fmla="*/ 3907414 w 8140446"/>
              <a:gd name="csY6" fmla="*/ 0 h 18288"/>
              <a:gd name="csX7" fmla="*/ 4422976 w 8140446"/>
              <a:gd name="csY7" fmla="*/ 0 h 18288"/>
              <a:gd name="csX8" fmla="*/ 5264155 w 8140446"/>
              <a:gd name="csY8" fmla="*/ 0 h 18288"/>
              <a:gd name="csX9" fmla="*/ 6105335 w 8140446"/>
              <a:gd name="csY9" fmla="*/ 0 h 18288"/>
              <a:gd name="csX10" fmla="*/ 6783705 w 8140446"/>
              <a:gd name="csY10" fmla="*/ 0 h 18288"/>
              <a:gd name="csX11" fmla="*/ 8140446 w 8140446"/>
              <a:gd name="csY11" fmla="*/ 0 h 18288"/>
              <a:gd name="csX12" fmla="*/ 8140446 w 8140446"/>
              <a:gd name="csY12" fmla="*/ 18288 h 18288"/>
              <a:gd name="csX13" fmla="*/ 7706289 w 8140446"/>
              <a:gd name="csY13" fmla="*/ 18288 h 18288"/>
              <a:gd name="csX14" fmla="*/ 6865109 w 8140446"/>
              <a:gd name="csY14" fmla="*/ 18288 h 18288"/>
              <a:gd name="csX15" fmla="*/ 6349548 w 8140446"/>
              <a:gd name="csY15" fmla="*/ 18288 h 18288"/>
              <a:gd name="csX16" fmla="*/ 5671177 w 8140446"/>
              <a:gd name="csY16" fmla="*/ 18288 h 18288"/>
              <a:gd name="csX17" fmla="*/ 4829998 w 8140446"/>
              <a:gd name="csY17" fmla="*/ 18288 h 18288"/>
              <a:gd name="csX18" fmla="*/ 4151627 w 8140446"/>
              <a:gd name="csY18" fmla="*/ 18288 h 18288"/>
              <a:gd name="csX19" fmla="*/ 3717470 w 8140446"/>
              <a:gd name="csY19" fmla="*/ 18288 h 18288"/>
              <a:gd name="csX20" fmla="*/ 3201909 w 8140446"/>
              <a:gd name="csY20" fmla="*/ 18288 h 18288"/>
              <a:gd name="csX21" fmla="*/ 2360729 w 8140446"/>
              <a:gd name="csY21" fmla="*/ 18288 h 18288"/>
              <a:gd name="csX22" fmla="*/ 1682359 w 8140446"/>
              <a:gd name="csY22" fmla="*/ 18288 h 18288"/>
              <a:gd name="csX23" fmla="*/ 1166797 w 8140446"/>
              <a:gd name="csY23" fmla="*/ 18288 h 18288"/>
              <a:gd name="csX24" fmla="*/ 0 w 8140446"/>
              <a:gd name="csY24" fmla="*/ 18288 h 18288"/>
              <a:gd name="csX25" fmla="*/ 0 w 8140446"/>
              <a:gd name="csY2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87427" y="6231"/>
                  <a:pt x="309612" y="-26324"/>
                  <a:pt x="434157" y="0"/>
                </a:cubicBezTo>
                <a:cubicBezTo>
                  <a:pt x="536972" y="29330"/>
                  <a:pt x="959392" y="28619"/>
                  <a:pt x="1193932" y="0"/>
                </a:cubicBezTo>
                <a:cubicBezTo>
                  <a:pt x="1446097" y="13819"/>
                  <a:pt x="1471680" y="7203"/>
                  <a:pt x="1628089" y="0"/>
                </a:cubicBezTo>
                <a:cubicBezTo>
                  <a:pt x="1817415" y="4047"/>
                  <a:pt x="1949536" y="-59324"/>
                  <a:pt x="2225055" y="0"/>
                </a:cubicBezTo>
                <a:cubicBezTo>
                  <a:pt x="2520490" y="18365"/>
                  <a:pt x="2717469" y="18707"/>
                  <a:pt x="3066235" y="0"/>
                </a:cubicBezTo>
                <a:cubicBezTo>
                  <a:pt x="3437075" y="3751"/>
                  <a:pt x="3408347" y="31644"/>
                  <a:pt x="3744605" y="0"/>
                </a:cubicBezTo>
                <a:cubicBezTo>
                  <a:pt x="4097249" y="-11527"/>
                  <a:pt x="4249699" y="-32555"/>
                  <a:pt x="4504380" y="0"/>
                </a:cubicBezTo>
                <a:cubicBezTo>
                  <a:pt x="4737570" y="17980"/>
                  <a:pt x="4877497" y="1006"/>
                  <a:pt x="5101346" y="0"/>
                </a:cubicBezTo>
                <a:cubicBezTo>
                  <a:pt x="5359305" y="-15330"/>
                  <a:pt x="5447195" y="7257"/>
                  <a:pt x="5779717" y="0"/>
                </a:cubicBezTo>
                <a:cubicBezTo>
                  <a:pt x="6090019" y="-17621"/>
                  <a:pt x="6273151" y="4279"/>
                  <a:pt x="6620896" y="0"/>
                </a:cubicBezTo>
                <a:cubicBezTo>
                  <a:pt x="6968586" y="34056"/>
                  <a:pt x="6990073" y="23587"/>
                  <a:pt x="7136458" y="0"/>
                </a:cubicBezTo>
                <a:cubicBezTo>
                  <a:pt x="7320575" y="20480"/>
                  <a:pt x="7847401" y="-6173"/>
                  <a:pt x="8140446" y="0"/>
                </a:cubicBezTo>
                <a:cubicBezTo>
                  <a:pt x="8139878" y="7862"/>
                  <a:pt x="8140227" y="13269"/>
                  <a:pt x="8140446" y="18288"/>
                </a:cubicBezTo>
                <a:cubicBezTo>
                  <a:pt x="7908069" y="-20636"/>
                  <a:pt x="7683037" y="21977"/>
                  <a:pt x="7543480" y="18288"/>
                </a:cubicBezTo>
                <a:cubicBezTo>
                  <a:pt x="7393752" y="10050"/>
                  <a:pt x="7221032" y="-3229"/>
                  <a:pt x="7109323" y="18288"/>
                </a:cubicBezTo>
                <a:cubicBezTo>
                  <a:pt x="7015297" y="22483"/>
                  <a:pt x="6599332" y="40899"/>
                  <a:pt x="6430952" y="18288"/>
                </a:cubicBezTo>
                <a:cubicBezTo>
                  <a:pt x="6292915" y="-34150"/>
                  <a:pt x="6142305" y="21507"/>
                  <a:pt x="5915391" y="18288"/>
                </a:cubicBezTo>
                <a:cubicBezTo>
                  <a:pt x="5682725" y="47843"/>
                  <a:pt x="5440566" y="31420"/>
                  <a:pt x="5237020" y="18288"/>
                </a:cubicBezTo>
                <a:cubicBezTo>
                  <a:pt x="5046456" y="10577"/>
                  <a:pt x="4706449" y="51976"/>
                  <a:pt x="4558650" y="18288"/>
                </a:cubicBezTo>
                <a:cubicBezTo>
                  <a:pt x="4361396" y="-987"/>
                  <a:pt x="4145362" y="-22303"/>
                  <a:pt x="3880279" y="18288"/>
                </a:cubicBezTo>
                <a:cubicBezTo>
                  <a:pt x="3610716" y="25411"/>
                  <a:pt x="3472690" y="4008"/>
                  <a:pt x="3201909" y="18288"/>
                </a:cubicBezTo>
                <a:cubicBezTo>
                  <a:pt x="2913595" y="35097"/>
                  <a:pt x="2753317" y="-1149"/>
                  <a:pt x="2604943" y="18288"/>
                </a:cubicBezTo>
                <a:cubicBezTo>
                  <a:pt x="2450130" y="36989"/>
                  <a:pt x="1974183" y="40159"/>
                  <a:pt x="1845168" y="18288"/>
                </a:cubicBezTo>
                <a:cubicBezTo>
                  <a:pt x="1677929" y="220"/>
                  <a:pt x="1378098" y="-772"/>
                  <a:pt x="1166797" y="18288"/>
                </a:cubicBezTo>
                <a:cubicBezTo>
                  <a:pt x="921150" y="53277"/>
                  <a:pt x="327457" y="47297"/>
                  <a:pt x="0" y="18288"/>
                </a:cubicBezTo>
                <a:cubicBezTo>
                  <a:pt x="-589" y="13471"/>
                  <a:pt x="-474" y="7409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36968" y="-25482"/>
                  <a:pt x="379786" y="11224"/>
                  <a:pt x="596966" y="0"/>
                </a:cubicBezTo>
                <a:cubicBezTo>
                  <a:pt x="815878" y="-21223"/>
                  <a:pt x="832062" y="11868"/>
                  <a:pt x="1031123" y="0"/>
                </a:cubicBezTo>
                <a:cubicBezTo>
                  <a:pt x="1256800" y="-30738"/>
                  <a:pt x="1658090" y="-20345"/>
                  <a:pt x="1872303" y="0"/>
                </a:cubicBezTo>
                <a:cubicBezTo>
                  <a:pt x="2115604" y="28431"/>
                  <a:pt x="2277865" y="-40642"/>
                  <a:pt x="2469269" y="0"/>
                </a:cubicBezTo>
                <a:cubicBezTo>
                  <a:pt x="2679731" y="25919"/>
                  <a:pt x="2788602" y="-6498"/>
                  <a:pt x="3066235" y="0"/>
                </a:cubicBezTo>
                <a:cubicBezTo>
                  <a:pt x="3325663" y="-14487"/>
                  <a:pt x="3706561" y="67517"/>
                  <a:pt x="3907414" y="0"/>
                </a:cubicBezTo>
                <a:cubicBezTo>
                  <a:pt x="4127229" y="-37113"/>
                  <a:pt x="4179037" y="-8167"/>
                  <a:pt x="4422976" y="0"/>
                </a:cubicBezTo>
                <a:cubicBezTo>
                  <a:pt x="4683575" y="-28486"/>
                  <a:pt x="5055803" y="-13799"/>
                  <a:pt x="5264155" y="0"/>
                </a:cubicBezTo>
                <a:cubicBezTo>
                  <a:pt x="5513566" y="14315"/>
                  <a:pt x="5735215" y="2768"/>
                  <a:pt x="6105335" y="0"/>
                </a:cubicBezTo>
                <a:cubicBezTo>
                  <a:pt x="6510913" y="-12587"/>
                  <a:pt x="6456171" y="3247"/>
                  <a:pt x="6783705" y="0"/>
                </a:cubicBezTo>
                <a:cubicBezTo>
                  <a:pt x="7057099" y="-15461"/>
                  <a:pt x="7592067" y="5384"/>
                  <a:pt x="8140446" y="0"/>
                </a:cubicBezTo>
                <a:cubicBezTo>
                  <a:pt x="8140452" y="8597"/>
                  <a:pt x="8141122" y="9732"/>
                  <a:pt x="8140446" y="18288"/>
                </a:cubicBezTo>
                <a:cubicBezTo>
                  <a:pt x="7961834" y="8406"/>
                  <a:pt x="7874097" y="10350"/>
                  <a:pt x="7706289" y="18288"/>
                </a:cubicBezTo>
                <a:cubicBezTo>
                  <a:pt x="7582508" y="-14920"/>
                  <a:pt x="7179551" y="-33111"/>
                  <a:pt x="6865109" y="18288"/>
                </a:cubicBezTo>
                <a:cubicBezTo>
                  <a:pt x="6583382" y="24117"/>
                  <a:pt x="6525821" y="36696"/>
                  <a:pt x="6349548" y="18288"/>
                </a:cubicBezTo>
                <a:cubicBezTo>
                  <a:pt x="6209953" y="10881"/>
                  <a:pt x="5959707" y="-47828"/>
                  <a:pt x="5671177" y="18288"/>
                </a:cubicBezTo>
                <a:cubicBezTo>
                  <a:pt x="5387744" y="29809"/>
                  <a:pt x="5228514" y="101507"/>
                  <a:pt x="4829998" y="18288"/>
                </a:cubicBezTo>
                <a:cubicBezTo>
                  <a:pt x="4415646" y="-28596"/>
                  <a:pt x="4343809" y="28954"/>
                  <a:pt x="4151627" y="18288"/>
                </a:cubicBezTo>
                <a:cubicBezTo>
                  <a:pt x="3950673" y="-9796"/>
                  <a:pt x="3879947" y="41143"/>
                  <a:pt x="3717470" y="18288"/>
                </a:cubicBezTo>
                <a:cubicBezTo>
                  <a:pt x="3558660" y="10110"/>
                  <a:pt x="3468854" y="29375"/>
                  <a:pt x="3201909" y="18288"/>
                </a:cubicBezTo>
                <a:cubicBezTo>
                  <a:pt x="2965673" y="10505"/>
                  <a:pt x="2568327" y="22116"/>
                  <a:pt x="2360729" y="18288"/>
                </a:cubicBezTo>
                <a:cubicBezTo>
                  <a:pt x="2171885" y="49144"/>
                  <a:pt x="1923258" y="16020"/>
                  <a:pt x="1682359" y="18288"/>
                </a:cubicBezTo>
                <a:cubicBezTo>
                  <a:pt x="1430698" y="-2378"/>
                  <a:pt x="1324229" y="-1751"/>
                  <a:pt x="1166797" y="18288"/>
                </a:cubicBezTo>
                <a:cubicBezTo>
                  <a:pt x="1001390" y="41795"/>
                  <a:pt x="324313" y="57964"/>
                  <a:pt x="0" y="18288"/>
                </a:cubicBezTo>
                <a:cubicBezTo>
                  <a:pt x="285" y="13135"/>
                  <a:pt x="532" y="5956"/>
                  <a:pt x="0" y="0"/>
                </a:cubicBezTo>
                <a:close/>
              </a:path>
              <a:path w="8140446" h="18288" fill="none" stroke="0" extrusionOk="0">
                <a:moveTo>
                  <a:pt x="0" y="0"/>
                </a:moveTo>
                <a:cubicBezTo>
                  <a:pt x="69532" y="-6557"/>
                  <a:pt x="264219" y="3919"/>
                  <a:pt x="434157" y="0"/>
                </a:cubicBezTo>
                <a:cubicBezTo>
                  <a:pt x="600013" y="9090"/>
                  <a:pt x="921449" y="-13478"/>
                  <a:pt x="1193932" y="0"/>
                </a:cubicBezTo>
                <a:cubicBezTo>
                  <a:pt x="1443592" y="14844"/>
                  <a:pt x="1471188" y="10722"/>
                  <a:pt x="1628089" y="0"/>
                </a:cubicBezTo>
                <a:cubicBezTo>
                  <a:pt x="1750006" y="-24149"/>
                  <a:pt x="1967480" y="-14904"/>
                  <a:pt x="2225055" y="0"/>
                </a:cubicBezTo>
                <a:cubicBezTo>
                  <a:pt x="2503918" y="19247"/>
                  <a:pt x="2709263" y="-16351"/>
                  <a:pt x="3066235" y="0"/>
                </a:cubicBezTo>
                <a:cubicBezTo>
                  <a:pt x="3429723" y="-1627"/>
                  <a:pt x="3399401" y="30976"/>
                  <a:pt x="3744605" y="0"/>
                </a:cubicBezTo>
                <a:cubicBezTo>
                  <a:pt x="4081920" y="-40602"/>
                  <a:pt x="4258272" y="-2441"/>
                  <a:pt x="4504380" y="0"/>
                </a:cubicBezTo>
                <a:cubicBezTo>
                  <a:pt x="4760039" y="21121"/>
                  <a:pt x="4866555" y="-1351"/>
                  <a:pt x="5101346" y="0"/>
                </a:cubicBezTo>
                <a:cubicBezTo>
                  <a:pt x="5336279" y="1859"/>
                  <a:pt x="5465100" y="30801"/>
                  <a:pt x="5779717" y="0"/>
                </a:cubicBezTo>
                <a:cubicBezTo>
                  <a:pt x="6117018" y="-2879"/>
                  <a:pt x="6273497" y="-5002"/>
                  <a:pt x="6620896" y="0"/>
                </a:cubicBezTo>
                <a:cubicBezTo>
                  <a:pt x="6972306" y="38666"/>
                  <a:pt x="6992056" y="28334"/>
                  <a:pt x="7136458" y="0"/>
                </a:cubicBezTo>
                <a:cubicBezTo>
                  <a:pt x="7325567" y="-61201"/>
                  <a:pt x="7766555" y="-88399"/>
                  <a:pt x="8140446" y="0"/>
                </a:cubicBezTo>
                <a:cubicBezTo>
                  <a:pt x="8140031" y="7748"/>
                  <a:pt x="8139515" y="13015"/>
                  <a:pt x="8140446" y="18288"/>
                </a:cubicBezTo>
                <a:cubicBezTo>
                  <a:pt x="7892673" y="-4012"/>
                  <a:pt x="7668025" y="650"/>
                  <a:pt x="7543480" y="18288"/>
                </a:cubicBezTo>
                <a:cubicBezTo>
                  <a:pt x="7406710" y="-3467"/>
                  <a:pt x="7207646" y="8893"/>
                  <a:pt x="7109323" y="18288"/>
                </a:cubicBezTo>
                <a:cubicBezTo>
                  <a:pt x="6993037" y="49011"/>
                  <a:pt x="6598723" y="59405"/>
                  <a:pt x="6430952" y="18288"/>
                </a:cubicBezTo>
                <a:cubicBezTo>
                  <a:pt x="6284771" y="15315"/>
                  <a:pt x="6162730" y="20350"/>
                  <a:pt x="5915391" y="18288"/>
                </a:cubicBezTo>
                <a:cubicBezTo>
                  <a:pt x="5684668" y="13603"/>
                  <a:pt x="5422852" y="53618"/>
                  <a:pt x="5237020" y="18288"/>
                </a:cubicBezTo>
                <a:cubicBezTo>
                  <a:pt x="5035482" y="26296"/>
                  <a:pt x="4719808" y="55145"/>
                  <a:pt x="4558650" y="18288"/>
                </a:cubicBezTo>
                <a:cubicBezTo>
                  <a:pt x="4375169" y="-35587"/>
                  <a:pt x="4137553" y="12086"/>
                  <a:pt x="3880279" y="18288"/>
                </a:cubicBezTo>
                <a:cubicBezTo>
                  <a:pt x="3624533" y="32648"/>
                  <a:pt x="3467387" y="6480"/>
                  <a:pt x="3201909" y="18288"/>
                </a:cubicBezTo>
                <a:cubicBezTo>
                  <a:pt x="2918126" y="73342"/>
                  <a:pt x="2717830" y="-17156"/>
                  <a:pt x="2604943" y="18288"/>
                </a:cubicBezTo>
                <a:cubicBezTo>
                  <a:pt x="2496133" y="44525"/>
                  <a:pt x="2003915" y="18254"/>
                  <a:pt x="1845168" y="18288"/>
                </a:cubicBezTo>
                <a:cubicBezTo>
                  <a:pt x="1694518" y="14989"/>
                  <a:pt x="1344959" y="44188"/>
                  <a:pt x="1166797" y="18288"/>
                </a:cubicBezTo>
                <a:cubicBezTo>
                  <a:pt x="935925" y="69451"/>
                  <a:pt x="319712" y="-63972"/>
                  <a:pt x="0" y="18288"/>
                </a:cubicBezTo>
                <a:cubicBezTo>
                  <a:pt x="1307" y="12414"/>
                  <a:pt x="-32" y="574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8140446"/>
                      <a:gd name="connsiteY0" fmla="*/ 0 h 18288"/>
                      <a:gd name="connsiteX1" fmla="*/ 434157 w 8140446"/>
                      <a:gd name="connsiteY1" fmla="*/ 0 h 18288"/>
                      <a:gd name="connsiteX2" fmla="*/ 1193932 w 8140446"/>
                      <a:gd name="connsiteY2" fmla="*/ 0 h 18288"/>
                      <a:gd name="connsiteX3" fmla="*/ 1628089 w 8140446"/>
                      <a:gd name="connsiteY3" fmla="*/ 0 h 18288"/>
                      <a:gd name="connsiteX4" fmla="*/ 2225055 w 8140446"/>
                      <a:gd name="connsiteY4" fmla="*/ 0 h 18288"/>
                      <a:gd name="connsiteX5" fmla="*/ 3066235 w 8140446"/>
                      <a:gd name="connsiteY5" fmla="*/ 0 h 18288"/>
                      <a:gd name="connsiteX6" fmla="*/ 3744605 w 8140446"/>
                      <a:gd name="connsiteY6" fmla="*/ 0 h 18288"/>
                      <a:gd name="connsiteX7" fmla="*/ 4504380 w 8140446"/>
                      <a:gd name="connsiteY7" fmla="*/ 0 h 18288"/>
                      <a:gd name="connsiteX8" fmla="*/ 5101346 w 8140446"/>
                      <a:gd name="connsiteY8" fmla="*/ 0 h 18288"/>
                      <a:gd name="connsiteX9" fmla="*/ 5779717 w 8140446"/>
                      <a:gd name="connsiteY9" fmla="*/ 0 h 18288"/>
                      <a:gd name="connsiteX10" fmla="*/ 6620896 w 8140446"/>
                      <a:gd name="connsiteY10" fmla="*/ 0 h 18288"/>
                      <a:gd name="connsiteX11" fmla="*/ 7136458 w 8140446"/>
                      <a:gd name="connsiteY11" fmla="*/ 0 h 18288"/>
                      <a:gd name="connsiteX12" fmla="*/ 8140446 w 8140446"/>
                      <a:gd name="connsiteY12" fmla="*/ 0 h 18288"/>
                      <a:gd name="connsiteX13" fmla="*/ 8140446 w 8140446"/>
                      <a:gd name="connsiteY13" fmla="*/ 18288 h 18288"/>
                      <a:gd name="connsiteX14" fmla="*/ 7543480 w 8140446"/>
                      <a:gd name="connsiteY14" fmla="*/ 18288 h 18288"/>
                      <a:gd name="connsiteX15" fmla="*/ 7109323 w 8140446"/>
                      <a:gd name="connsiteY15" fmla="*/ 18288 h 18288"/>
                      <a:gd name="connsiteX16" fmla="*/ 6430952 w 8140446"/>
                      <a:gd name="connsiteY16" fmla="*/ 18288 h 18288"/>
                      <a:gd name="connsiteX17" fmla="*/ 5915391 w 8140446"/>
                      <a:gd name="connsiteY17" fmla="*/ 18288 h 18288"/>
                      <a:gd name="connsiteX18" fmla="*/ 5237020 w 8140446"/>
                      <a:gd name="connsiteY18" fmla="*/ 18288 h 18288"/>
                      <a:gd name="connsiteX19" fmla="*/ 4558650 w 8140446"/>
                      <a:gd name="connsiteY19" fmla="*/ 18288 h 18288"/>
                      <a:gd name="connsiteX20" fmla="*/ 3880279 w 8140446"/>
                      <a:gd name="connsiteY20" fmla="*/ 18288 h 18288"/>
                      <a:gd name="connsiteX21" fmla="*/ 3201909 w 8140446"/>
                      <a:gd name="connsiteY21" fmla="*/ 18288 h 18288"/>
                      <a:gd name="connsiteX22" fmla="*/ 2604943 w 8140446"/>
                      <a:gd name="connsiteY22" fmla="*/ 18288 h 18288"/>
                      <a:gd name="connsiteX23" fmla="*/ 1845168 w 8140446"/>
                      <a:gd name="connsiteY23" fmla="*/ 18288 h 18288"/>
                      <a:gd name="connsiteX24" fmla="*/ 1166797 w 8140446"/>
                      <a:gd name="connsiteY24" fmla="*/ 18288 h 18288"/>
                      <a:gd name="connsiteX25" fmla="*/ 0 w 8140446"/>
                      <a:gd name="connsiteY25" fmla="*/ 18288 h 18288"/>
                      <a:gd name="connsiteX26" fmla="*/ 0 w 8140446"/>
                      <a:gd name="connsiteY26" fmla="*/ 0 h 182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</a:cxnLst>
                    <a:rect l="l" t="t" r="r" b="b"/>
                    <a:pathLst>
                      <a:path w="8140446" h="18288" fill="none" extrusionOk="0">
                        <a:moveTo>
                          <a:pt x="0" y="0"/>
                        </a:moveTo>
                        <a:cubicBezTo>
                          <a:pt x="94920" y="9103"/>
                          <a:pt x="287892" y="-4966"/>
                          <a:pt x="434157" y="0"/>
                        </a:cubicBezTo>
                        <a:cubicBezTo>
                          <a:pt x="580422" y="4966"/>
                          <a:pt x="943595" y="-14182"/>
                          <a:pt x="1193932" y="0"/>
                        </a:cubicBezTo>
                        <a:cubicBezTo>
                          <a:pt x="1444270" y="14182"/>
                          <a:pt x="1472129" y="5523"/>
                          <a:pt x="1628089" y="0"/>
                        </a:cubicBezTo>
                        <a:cubicBezTo>
                          <a:pt x="1784049" y="-5523"/>
                          <a:pt x="1962419" y="-17322"/>
                          <a:pt x="2225055" y="0"/>
                        </a:cubicBezTo>
                        <a:cubicBezTo>
                          <a:pt x="2487691" y="17322"/>
                          <a:pt x="2700681" y="1311"/>
                          <a:pt x="3066235" y="0"/>
                        </a:cubicBezTo>
                        <a:cubicBezTo>
                          <a:pt x="3431789" y="-1311"/>
                          <a:pt x="3405662" y="25081"/>
                          <a:pt x="3744605" y="0"/>
                        </a:cubicBezTo>
                        <a:cubicBezTo>
                          <a:pt x="4083548" y="-25081"/>
                          <a:pt x="4265111" y="-11945"/>
                          <a:pt x="4504380" y="0"/>
                        </a:cubicBezTo>
                        <a:cubicBezTo>
                          <a:pt x="4743649" y="11945"/>
                          <a:pt x="4860394" y="-2832"/>
                          <a:pt x="5101346" y="0"/>
                        </a:cubicBezTo>
                        <a:cubicBezTo>
                          <a:pt x="5342298" y="2832"/>
                          <a:pt x="5456387" y="23676"/>
                          <a:pt x="5779717" y="0"/>
                        </a:cubicBezTo>
                        <a:cubicBezTo>
                          <a:pt x="6103047" y="-23676"/>
                          <a:pt x="6270379" y="-37291"/>
                          <a:pt x="6620896" y="0"/>
                        </a:cubicBezTo>
                        <a:cubicBezTo>
                          <a:pt x="6971413" y="37291"/>
                          <a:pt x="6989068" y="24674"/>
                          <a:pt x="7136458" y="0"/>
                        </a:cubicBezTo>
                        <a:cubicBezTo>
                          <a:pt x="7283848" y="-24674"/>
                          <a:pt x="7752532" y="-22436"/>
                          <a:pt x="8140446" y="0"/>
                        </a:cubicBezTo>
                        <a:cubicBezTo>
                          <a:pt x="8140314" y="7702"/>
                          <a:pt x="8140234" y="13511"/>
                          <a:pt x="8140446" y="18288"/>
                        </a:cubicBezTo>
                        <a:cubicBezTo>
                          <a:pt x="7906329" y="-3043"/>
                          <a:pt x="7681180" y="27465"/>
                          <a:pt x="7543480" y="18288"/>
                        </a:cubicBezTo>
                        <a:cubicBezTo>
                          <a:pt x="7405780" y="9111"/>
                          <a:pt x="7216607" y="3660"/>
                          <a:pt x="7109323" y="18288"/>
                        </a:cubicBezTo>
                        <a:cubicBezTo>
                          <a:pt x="7002039" y="32916"/>
                          <a:pt x="6576231" y="42692"/>
                          <a:pt x="6430952" y="18288"/>
                        </a:cubicBezTo>
                        <a:cubicBezTo>
                          <a:pt x="6285673" y="-6116"/>
                          <a:pt x="6138840" y="34521"/>
                          <a:pt x="5915391" y="18288"/>
                        </a:cubicBezTo>
                        <a:cubicBezTo>
                          <a:pt x="5691942" y="2055"/>
                          <a:pt x="5459460" y="51666"/>
                          <a:pt x="5237020" y="18288"/>
                        </a:cubicBezTo>
                        <a:cubicBezTo>
                          <a:pt x="5014580" y="-15090"/>
                          <a:pt x="4747677" y="40449"/>
                          <a:pt x="4558650" y="18288"/>
                        </a:cubicBezTo>
                        <a:cubicBezTo>
                          <a:pt x="4369623" y="-3873"/>
                          <a:pt x="4146061" y="12568"/>
                          <a:pt x="3880279" y="18288"/>
                        </a:cubicBezTo>
                        <a:cubicBezTo>
                          <a:pt x="3614497" y="24008"/>
                          <a:pt x="3473808" y="-12908"/>
                          <a:pt x="3201909" y="18288"/>
                        </a:cubicBezTo>
                        <a:cubicBezTo>
                          <a:pt x="2930010" y="49484"/>
                          <a:pt x="2728175" y="-3430"/>
                          <a:pt x="2604943" y="18288"/>
                        </a:cubicBezTo>
                        <a:cubicBezTo>
                          <a:pt x="2481711" y="40006"/>
                          <a:pt x="2004334" y="26952"/>
                          <a:pt x="1845168" y="18288"/>
                        </a:cubicBezTo>
                        <a:cubicBezTo>
                          <a:pt x="1686003" y="9624"/>
                          <a:pt x="1375070" y="37580"/>
                          <a:pt x="1166797" y="18288"/>
                        </a:cubicBezTo>
                        <a:cubicBezTo>
                          <a:pt x="958524" y="-1004"/>
                          <a:pt x="342846" y="8880"/>
                          <a:pt x="0" y="18288"/>
                        </a:cubicBezTo>
                        <a:cubicBezTo>
                          <a:pt x="129" y="13298"/>
                          <a:pt x="-675" y="6857"/>
                          <a:pt x="0" y="0"/>
                        </a:cubicBezTo>
                        <a:close/>
                      </a:path>
                      <a:path w="8140446" h="18288" stroke="0" extrusionOk="0">
                        <a:moveTo>
                          <a:pt x="0" y="0"/>
                        </a:moveTo>
                        <a:cubicBezTo>
                          <a:pt x="142435" y="-24533"/>
                          <a:pt x="380026" y="17447"/>
                          <a:pt x="596966" y="0"/>
                        </a:cubicBezTo>
                        <a:cubicBezTo>
                          <a:pt x="813906" y="-17447"/>
                          <a:pt x="830530" y="13462"/>
                          <a:pt x="1031123" y="0"/>
                        </a:cubicBezTo>
                        <a:cubicBezTo>
                          <a:pt x="1231716" y="-13462"/>
                          <a:pt x="1634038" y="0"/>
                          <a:pt x="1872303" y="0"/>
                        </a:cubicBezTo>
                        <a:cubicBezTo>
                          <a:pt x="2110568" y="0"/>
                          <a:pt x="2261934" y="-25727"/>
                          <a:pt x="2469269" y="0"/>
                        </a:cubicBezTo>
                        <a:cubicBezTo>
                          <a:pt x="2676604" y="25727"/>
                          <a:pt x="2790440" y="16284"/>
                          <a:pt x="3066235" y="0"/>
                        </a:cubicBezTo>
                        <a:cubicBezTo>
                          <a:pt x="3342030" y="-16284"/>
                          <a:pt x="3685603" y="41976"/>
                          <a:pt x="3907414" y="0"/>
                        </a:cubicBezTo>
                        <a:cubicBezTo>
                          <a:pt x="4129225" y="-41976"/>
                          <a:pt x="4177416" y="-7598"/>
                          <a:pt x="4422976" y="0"/>
                        </a:cubicBezTo>
                        <a:cubicBezTo>
                          <a:pt x="4668536" y="7598"/>
                          <a:pt x="5023499" y="-28058"/>
                          <a:pt x="5264155" y="0"/>
                        </a:cubicBezTo>
                        <a:cubicBezTo>
                          <a:pt x="5504811" y="28058"/>
                          <a:pt x="5703675" y="13288"/>
                          <a:pt x="6105335" y="0"/>
                        </a:cubicBezTo>
                        <a:cubicBezTo>
                          <a:pt x="6506995" y="-13288"/>
                          <a:pt x="6455516" y="-5124"/>
                          <a:pt x="6783705" y="0"/>
                        </a:cubicBezTo>
                        <a:cubicBezTo>
                          <a:pt x="7111894" y="5124"/>
                          <a:pt x="7512856" y="10604"/>
                          <a:pt x="8140446" y="0"/>
                        </a:cubicBezTo>
                        <a:cubicBezTo>
                          <a:pt x="8140458" y="8833"/>
                          <a:pt x="8140986" y="9830"/>
                          <a:pt x="8140446" y="18288"/>
                        </a:cubicBezTo>
                        <a:cubicBezTo>
                          <a:pt x="7959314" y="3345"/>
                          <a:pt x="7870113" y="10437"/>
                          <a:pt x="7706289" y="18288"/>
                        </a:cubicBezTo>
                        <a:cubicBezTo>
                          <a:pt x="7542465" y="26139"/>
                          <a:pt x="7157940" y="17482"/>
                          <a:pt x="6865109" y="18288"/>
                        </a:cubicBezTo>
                        <a:cubicBezTo>
                          <a:pt x="6572278" y="19094"/>
                          <a:pt x="6524256" y="38051"/>
                          <a:pt x="6349548" y="18288"/>
                        </a:cubicBezTo>
                        <a:cubicBezTo>
                          <a:pt x="6174840" y="-1475"/>
                          <a:pt x="5951624" y="174"/>
                          <a:pt x="5671177" y="18288"/>
                        </a:cubicBezTo>
                        <a:cubicBezTo>
                          <a:pt x="5390730" y="36402"/>
                          <a:pt x="5222992" y="60058"/>
                          <a:pt x="4829998" y="18288"/>
                        </a:cubicBezTo>
                        <a:cubicBezTo>
                          <a:pt x="4437004" y="-23482"/>
                          <a:pt x="4344181" y="39087"/>
                          <a:pt x="4151627" y="18288"/>
                        </a:cubicBezTo>
                        <a:cubicBezTo>
                          <a:pt x="3959073" y="-2511"/>
                          <a:pt x="3886970" y="32875"/>
                          <a:pt x="3717470" y="18288"/>
                        </a:cubicBezTo>
                        <a:cubicBezTo>
                          <a:pt x="3547970" y="3701"/>
                          <a:pt x="3451521" y="31872"/>
                          <a:pt x="3201909" y="18288"/>
                        </a:cubicBezTo>
                        <a:cubicBezTo>
                          <a:pt x="2952297" y="4704"/>
                          <a:pt x="2543413" y="6029"/>
                          <a:pt x="2360729" y="18288"/>
                        </a:cubicBezTo>
                        <a:cubicBezTo>
                          <a:pt x="2178045" y="30547"/>
                          <a:pt x="1906056" y="25847"/>
                          <a:pt x="1682359" y="18288"/>
                        </a:cubicBezTo>
                        <a:cubicBezTo>
                          <a:pt x="1458662" y="10730"/>
                          <a:pt x="1330405" y="8046"/>
                          <a:pt x="1166797" y="18288"/>
                        </a:cubicBezTo>
                        <a:cubicBezTo>
                          <a:pt x="1003189" y="28530"/>
                          <a:pt x="278098" y="19533"/>
                          <a:pt x="0" y="18288"/>
                        </a:cubicBezTo>
                        <a:cubicBezTo>
                          <a:pt x="74" y="14054"/>
                          <a:pt x="-46" y="699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19" name="Content Placeholder 2"/>
          <p:cNvSpPr>
            <a:spLocks noGrp="1"/>
          </p:cNvSpPr>
          <p:nvPr>
            <p:ph idx="1"/>
          </p:nvPr>
        </p:nvSpPr>
        <p:spPr>
          <a:xfrm>
            <a:off x="628650" y="2494040"/>
            <a:ext cx="7886700" cy="3687304"/>
          </a:xfrm>
        </p:spPr>
        <p:txBody>
          <a:bodyPr>
            <a:normAutofit/>
          </a:bodyPr>
          <a:lstStyle/>
          <a:p>
            <a:pPr eaLnBrk="1" hangingPunct="1">
              <a:spcAft>
                <a:spcPts val="600"/>
              </a:spcAft>
            </a:pPr>
            <a:r>
              <a:rPr lang="en-GB" altLang="en-US" sz="2400" dirty="0"/>
              <a:t>4 (World-leading):* Highest standard of originality, significance, and rigour.</a:t>
            </a:r>
          </a:p>
          <a:p>
            <a:pPr eaLnBrk="1" hangingPunct="1">
              <a:spcAft>
                <a:spcPts val="600"/>
              </a:spcAft>
            </a:pPr>
            <a:r>
              <a:rPr lang="en-GB" altLang="en-US" sz="2400" dirty="0"/>
              <a:t>3 (Internationally excellent):* High quality, just below 4* standards.</a:t>
            </a:r>
          </a:p>
          <a:p>
            <a:pPr eaLnBrk="1" hangingPunct="1">
              <a:spcAft>
                <a:spcPts val="600"/>
              </a:spcAft>
            </a:pPr>
            <a:r>
              <a:rPr lang="en-GB" altLang="en-US" sz="2400" dirty="0"/>
              <a:t>2 (Internationally recognised):* Quality that is recognised at an international level.</a:t>
            </a:r>
          </a:p>
          <a:p>
            <a:pPr eaLnBrk="1" hangingPunct="1">
              <a:spcAft>
                <a:spcPts val="600"/>
              </a:spcAft>
            </a:pPr>
            <a:r>
              <a:rPr lang="en-GB" altLang="en-US" sz="2400" dirty="0"/>
              <a:t>1 (Nationally recognised):* Quality that is recognised at a national level.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F094CC-6707-1ED5-2FB3-33E73111E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sz="3600" i="1" dirty="0"/>
              <a:t>Defining Quality: Not all outputs count…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A43957-BA5E-9CAC-386C-35F1D8D9A7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hlinkClick r:id="rId2"/>
              </a:rPr>
              <a:t>ABS Journal Ranking 2024 - Journal Ranking Portal</a:t>
            </a:r>
          </a:p>
          <a:p>
            <a:endParaRPr lang="en-GB" dirty="0">
              <a:hlinkClick r:id="rId2"/>
            </a:endParaRPr>
          </a:p>
          <a:p>
            <a:r>
              <a:rPr lang="en-GB" dirty="0">
                <a:hlinkClick r:id="rId2"/>
              </a:rPr>
              <a:t>50 Journals used in FT Research Rank</a:t>
            </a:r>
            <a:endParaRPr lang="en-GB" dirty="0"/>
          </a:p>
          <a:p>
            <a:endParaRPr lang="en-GB" dirty="0"/>
          </a:p>
          <a:p>
            <a:r>
              <a:rPr lang="en-GB" dirty="0">
                <a:hlinkClick r:id="rId3"/>
              </a:rPr>
              <a:t>ABDC-JQL-2025-v1-260326.xlsx</a:t>
            </a:r>
            <a:endParaRPr lang="en-GB" dirty="0"/>
          </a:p>
          <a:p>
            <a:endParaRPr lang="en-GB" dirty="0"/>
          </a:p>
          <a:p>
            <a:r>
              <a:rPr lang="en-GB" dirty="0">
                <a:hlinkClick r:id="rId4"/>
              </a:rPr>
              <a:t>Journal Citation Reports – Journals</a:t>
            </a:r>
            <a:endParaRPr lang="en-GB" dirty="0"/>
          </a:p>
          <a:p>
            <a:endParaRPr lang="en-GB" dirty="0"/>
          </a:p>
          <a:p>
            <a:r>
              <a:rPr lang="en-GB" dirty="0">
                <a:hlinkClick r:id="rId5"/>
              </a:rPr>
              <a:t>Scopus – Sources</a:t>
            </a:r>
            <a:endParaRPr lang="en-GB" dirty="0"/>
          </a:p>
          <a:p>
            <a:endParaRPr lang="en-GB" dirty="0"/>
          </a:p>
          <a:p>
            <a:r>
              <a:rPr lang="en-GB" dirty="0">
                <a:hlinkClick r:id="rId6"/>
              </a:rPr>
              <a:t>Google Scholar Metrics</a:t>
            </a:r>
            <a:endParaRPr lang="en-GB" dirty="0"/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442540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9" name="Rectangle 13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916" name="Rectangle 4"/>
          <p:cNvSpPr>
            <a:spLocks noGrp="1" noChangeArrowheads="1"/>
          </p:cNvSpPr>
          <p:nvPr>
            <p:ph type="title"/>
          </p:nvPr>
        </p:nvSpPr>
        <p:spPr>
          <a:xfrm>
            <a:off x="292671" y="640823"/>
            <a:ext cx="2747573" cy="5583148"/>
          </a:xfrm>
        </p:spPr>
        <p:txBody>
          <a:bodyPr lIns="90488" tIns="44450" rIns="90488" bIns="44450" anchor="ctr">
            <a:normAutofit/>
          </a:bodyPr>
          <a:lstStyle/>
          <a:p>
            <a:r>
              <a:rPr lang="en-GB" altLang="en-US" i="1" dirty="0"/>
              <a:t>The purpose of management research? </a:t>
            </a:r>
            <a:br>
              <a:rPr lang="en-GB" altLang="en-US" i="1" dirty="0"/>
            </a:br>
            <a:br>
              <a:rPr lang="en-GB" altLang="en-US" i="1" dirty="0"/>
            </a:br>
            <a:r>
              <a:rPr lang="en-GB" altLang="en-US" i="1" dirty="0"/>
              <a:t>Four positions</a:t>
            </a:r>
          </a:p>
        </p:txBody>
      </p:sp>
      <p:sp>
        <p:nvSpPr>
          <p:cNvPr id="14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sX0" fmla="*/ 0 w 5410200"/>
              <a:gd name="csY0" fmla="*/ 0 h 13716"/>
              <a:gd name="csX1" fmla="*/ 568071 w 5410200"/>
              <a:gd name="csY1" fmla="*/ 0 h 13716"/>
              <a:gd name="csX2" fmla="*/ 1298448 w 5410200"/>
              <a:gd name="csY2" fmla="*/ 0 h 13716"/>
              <a:gd name="csX3" fmla="*/ 1920621 w 5410200"/>
              <a:gd name="csY3" fmla="*/ 0 h 13716"/>
              <a:gd name="csX4" fmla="*/ 2488692 w 5410200"/>
              <a:gd name="csY4" fmla="*/ 0 h 13716"/>
              <a:gd name="csX5" fmla="*/ 3219069 w 5410200"/>
              <a:gd name="csY5" fmla="*/ 0 h 13716"/>
              <a:gd name="csX6" fmla="*/ 3895344 w 5410200"/>
              <a:gd name="csY6" fmla="*/ 0 h 13716"/>
              <a:gd name="csX7" fmla="*/ 4571619 w 5410200"/>
              <a:gd name="csY7" fmla="*/ 0 h 13716"/>
              <a:gd name="csX8" fmla="*/ 5410200 w 5410200"/>
              <a:gd name="csY8" fmla="*/ 0 h 13716"/>
              <a:gd name="csX9" fmla="*/ 5410200 w 5410200"/>
              <a:gd name="csY9" fmla="*/ 13716 h 13716"/>
              <a:gd name="csX10" fmla="*/ 4842129 w 5410200"/>
              <a:gd name="csY10" fmla="*/ 13716 h 13716"/>
              <a:gd name="csX11" fmla="*/ 4328160 w 5410200"/>
              <a:gd name="csY11" fmla="*/ 13716 h 13716"/>
              <a:gd name="csX12" fmla="*/ 3597783 w 5410200"/>
              <a:gd name="csY12" fmla="*/ 13716 h 13716"/>
              <a:gd name="csX13" fmla="*/ 3029712 w 5410200"/>
              <a:gd name="csY13" fmla="*/ 13716 h 13716"/>
              <a:gd name="csX14" fmla="*/ 2299335 w 5410200"/>
              <a:gd name="csY14" fmla="*/ 13716 h 13716"/>
              <a:gd name="csX15" fmla="*/ 1514856 w 5410200"/>
              <a:gd name="csY15" fmla="*/ 13716 h 13716"/>
              <a:gd name="csX16" fmla="*/ 892683 w 5410200"/>
              <a:gd name="csY16" fmla="*/ 13716 h 13716"/>
              <a:gd name="csX17" fmla="*/ 0 w 5410200"/>
              <a:gd name="csY17" fmla="*/ 13716 h 13716"/>
              <a:gd name="csX18" fmla="*/ 0 w 5410200"/>
              <a:gd name="csY18" fmla="*/ 0 h 13716"/>
              <a:gd name="csX0" fmla="*/ 0 w 5410200"/>
              <a:gd name="csY0" fmla="*/ 0 h 13716"/>
              <a:gd name="csX1" fmla="*/ 622173 w 5410200"/>
              <a:gd name="csY1" fmla="*/ 0 h 13716"/>
              <a:gd name="csX2" fmla="*/ 1136142 w 5410200"/>
              <a:gd name="csY2" fmla="*/ 0 h 13716"/>
              <a:gd name="csX3" fmla="*/ 1920621 w 5410200"/>
              <a:gd name="csY3" fmla="*/ 0 h 13716"/>
              <a:gd name="csX4" fmla="*/ 2542794 w 5410200"/>
              <a:gd name="csY4" fmla="*/ 0 h 13716"/>
              <a:gd name="csX5" fmla="*/ 3164967 w 5410200"/>
              <a:gd name="csY5" fmla="*/ 0 h 13716"/>
              <a:gd name="csX6" fmla="*/ 3949446 w 5410200"/>
              <a:gd name="csY6" fmla="*/ 0 h 13716"/>
              <a:gd name="csX7" fmla="*/ 4517517 w 5410200"/>
              <a:gd name="csY7" fmla="*/ 0 h 13716"/>
              <a:gd name="csX8" fmla="*/ 5410200 w 5410200"/>
              <a:gd name="csY8" fmla="*/ 0 h 13716"/>
              <a:gd name="csX9" fmla="*/ 5410200 w 5410200"/>
              <a:gd name="csY9" fmla="*/ 13716 h 13716"/>
              <a:gd name="csX10" fmla="*/ 4842129 w 5410200"/>
              <a:gd name="csY10" fmla="*/ 13716 h 13716"/>
              <a:gd name="csX11" fmla="*/ 4165854 w 5410200"/>
              <a:gd name="csY11" fmla="*/ 13716 h 13716"/>
              <a:gd name="csX12" fmla="*/ 3543681 w 5410200"/>
              <a:gd name="csY12" fmla="*/ 13716 h 13716"/>
              <a:gd name="csX13" fmla="*/ 2759202 w 5410200"/>
              <a:gd name="csY13" fmla="*/ 13716 h 13716"/>
              <a:gd name="csX14" fmla="*/ 1974723 w 5410200"/>
              <a:gd name="csY14" fmla="*/ 13716 h 13716"/>
              <a:gd name="csX15" fmla="*/ 1406652 w 5410200"/>
              <a:gd name="csY15" fmla="*/ 13716 h 13716"/>
              <a:gd name="csX16" fmla="*/ 730377 w 5410200"/>
              <a:gd name="csY16" fmla="*/ 13716 h 13716"/>
              <a:gd name="csX17" fmla="*/ 0 w 5410200"/>
              <a:gd name="csY17" fmla="*/ 13716 h 13716"/>
              <a:gd name="csX18" fmla="*/ 0 w 5410200"/>
              <a:gd name="csY18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76940" y="8795"/>
                  <a:pt x="295530" y="-3818"/>
                  <a:pt x="568071" y="0"/>
                </a:cubicBezTo>
                <a:cubicBezTo>
                  <a:pt x="821049" y="-7814"/>
                  <a:pt x="977778" y="-9274"/>
                  <a:pt x="1298448" y="0"/>
                </a:cubicBezTo>
                <a:cubicBezTo>
                  <a:pt x="1590381" y="13044"/>
                  <a:pt x="1630605" y="-28"/>
                  <a:pt x="1920621" y="0"/>
                </a:cubicBezTo>
                <a:cubicBezTo>
                  <a:pt x="2206035" y="10386"/>
                  <a:pt x="2357755" y="-28028"/>
                  <a:pt x="2488692" y="0"/>
                </a:cubicBezTo>
                <a:cubicBezTo>
                  <a:pt x="2633521" y="25625"/>
                  <a:pt x="3022777" y="-45440"/>
                  <a:pt x="3219069" y="0"/>
                </a:cubicBezTo>
                <a:cubicBezTo>
                  <a:pt x="3460337" y="63290"/>
                  <a:pt x="3645640" y="26494"/>
                  <a:pt x="3895344" y="0"/>
                </a:cubicBezTo>
                <a:cubicBezTo>
                  <a:pt x="4126339" y="-535"/>
                  <a:pt x="4382665" y="-55222"/>
                  <a:pt x="4571619" y="0"/>
                </a:cubicBezTo>
                <a:cubicBezTo>
                  <a:pt x="4776405" y="-816"/>
                  <a:pt x="5201098" y="-43036"/>
                  <a:pt x="5410200" y="0"/>
                </a:cubicBezTo>
                <a:cubicBezTo>
                  <a:pt x="5409052" y="2649"/>
                  <a:pt x="5410186" y="9063"/>
                  <a:pt x="5410200" y="13716"/>
                </a:cubicBezTo>
                <a:cubicBezTo>
                  <a:pt x="5133704" y="5182"/>
                  <a:pt x="5123444" y="31477"/>
                  <a:pt x="4842129" y="13716"/>
                </a:cubicBezTo>
                <a:cubicBezTo>
                  <a:pt x="4568650" y="-219"/>
                  <a:pt x="4447390" y="8221"/>
                  <a:pt x="4328160" y="13716"/>
                </a:cubicBezTo>
                <a:cubicBezTo>
                  <a:pt x="4227436" y="28078"/>
                  <a:pt x="3754725" y="-2253"/>
                  <a:pt x="3597783" y="13716"/>
                </a:cubicBezTo>
                <a:cubicBezTo>
                  <a:pt x="3459353" y="10223"/>
                  <a:pt x="3317740" y="47315"/>
                  <a:pt x="3029712" y="13716"/>
                </a:cubicBezTo>
                <a:cubicBezTo>
                  <a:pt x="2766446" y="5245"/>
                  <a:pt x="2645518" y="35922"/>
                  <a:pt x="2299335" y="13716"/>
                </a:cubicBezTo>
                <a:cubicBezTo>
                  <a:pt x="1977844" y="23735"/>
                  <a:pt x="1781583" y="-1801"/>
                  <a:pt x="1514856" y="13716"/>
                </a:cubicBezTo>
                <a:cubicBezTo>
                  <a:pt x="1212648" y="18781"/>
                  <a:pt x="1087880" y="-4407"/>
                  <a:pt x="892683" y="13716"/>
                </a:cubicBezTo>
                <a:cubicBezTo>
                  <a:pt x="745769" y="11772"/>
                  <a:pt x="183254" y="-32062"/>
                  <a:pt x="0" y="13716"/>
                </a:cubicBezTo>
                <a:cubicBezTo>
                  <a:pt x="-907" y="9799"/>
                  <a:pt x="-75" y="7151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69468" y="-22806"/>
                  <a:pt x="392563" y="4840"/>
                  <a:pt x="622173" y="0"/>
                </a:cubicBezTo>
                <a:cubicBezTo>
                  <a:pt x="884216" y="-2196"/>
                  <a:pt x="1034637" y="7784"/>
                  <a:pt x="1136142" y="0"/>
                </a:cubicBezTo>
                <a:cubicBezTo>
                  <a:pt x="1204956" y="5920"/>
                  <a:pt x="1559779" y="-61408"/>
                  <a:pt x="1920621" y="0"/>
                </a:cubicBezTo>
                <a:cubicBezTo>
                  <a:pt x="2280250" y="-18581"/>
                  <a:pt x="2372470" y="4128"/>
                  <a:pt x="2542794" y="0"/>
                </a:cubicBezTo>
                <a:cubicBezTo>
                  <a:pt x="2688150" y="-17189"/>
                  <a:pt x="2885478" y="-51412"/>
                  <a:pt x="3164967" y="0"/>
                </a:cubicBezTo>
                <a:cubicBezTo>
                  <a:pt x="3470933" y="16143"/>
                  <a:pt x="3588003" y="-4313"/>
                  <a:pt x="3949446" y="0"/>
                </a:cubicBezTo>
                <a:cubicBezTo>
                  <a:pt x="4331172" y="1470"/>
                  <a:pt x="4289286" y="5331"/>
                  <a:pt x="4517517" y="0"/>
                </a:cubicBezTo>
                <a:cubicBezTo>
                  <a:pt x="4736577" y="41911"/>
                  <a:pt x="5141868" y="443"/>
                  <a:pt x="5410200" y="0"/>
                </a:cubicBezTo>
                <a:cubicBezTo>
                  <a:pt x="5410845" y="2936"/>
                  <a:pt x="5409877" y="9829"/>
                  <a:pt x="5410200" y="13716"/>
                </a:cubicBezTo>
                <a:cubicBezTo>
                  <a:pt x="5130880" y="48304"/>
                  <a:pt x="5008082" y="-27188"/>
                  <a:pt x="4842129" y="13716"/>
                </a:cubicBezTo>
                <a:cubicBezTo>
                  <a:pt x="4629232" y="38478"/>
                  <a:pt x="4430159" y="43872"/>
                  <a:pt x="4165854" y="13716"/>
                </a:cubicBezTo>
                <a:cubicBezTo>
                  <a:pt x="3880517" y="17026"/>
                  <a:pt x="3820863" y="-12209"/>
                  <a:pt x="3543681" y="13716"/>
                </a:cubicBezTo>
                <a:cubicBezTo>
                  <a:pt x="3267577" y="39687"/>
                  <a:pt x="3047131" y="-8774"/>
                  <a:pt x="2759202" y="13716"/>
                </a:cubicBezTo>
                <a:cubicBezTo>
                  <a:pt x="2418778" y="17929"/>
                  <a:pt x="2206820" y="-35095"/>
                  <a:pt x="1974723" y="13716"/>
                </a:cubicBezTo>
                <a:cubicBezTo>
                  <a:pt x="1740429" y="35710"/>
                  <a:pt x="1599301" y="34493"/>
                  <a:pt x="1406652" y="13716"/>
                </a:cubicBezTo>
                <a:cubicBezTo>
                  <a:pt x="1196601" y="3966"/>
                  <a:pt x="938578" y="38717"/>
                  <a:pt x="730377" y="13716"/>
                </a:cubicBezTo>
                <a:cubicBezTo>
                  <a:pt x="524173" y="26651"/>
                  <a:pt x="336004" y="-17469"/>
                  <a:pt x="0" y="13716"/>
                </a:cubicBezTo>
                <a:cubicBezTo>
                  <a:pt x="-377" y="9245"/>
                  <a:pt x="1157" y="3819"/>
                  <a:pt x="0" y="0"/>
                </a:cubicBezTo>
                <a:close/>
              </a:path>
              <a:path w="5410200" h="13716" fill="none" stroke="0" extrusionOk="0">
                <a:moveTo>
                  <a:pt x="0" y="0"/>
                </a:moveTo>
                <a:cubicBezTo>
                  <a:pt x="148438" y="-27720"/>
                  <a:pt x="315263" y="-14841"/>
                  <a:pt x="568071" y="0"/>
                </a:cubicBezTo>
                <a:cubicBezTo>
                  <a:pt x="840209" y="21288"/>
                  <a:pt x="982180" y="-6281"/>
                  <a:pt x="1298448" y="0"/>
                </a:cubicBezTo>
                <a:cubicBezTo>
                  <a:pt x="1577021" y="13763"/>
                  <a:pt x="1630910" y="1060"/>
                  <a:pt x="1920621" y="0"/>
                </a:cubicBezTo>
                <a:cubicBezTo>
                  <a:pt x="2200928" y="-1340"/>
                  <a:pt x="2382869" y="-10369"/>
                  <a:pt x="2488692" y="0"/>
                </a:cubicBezTo>
                <a:cubicBezTo>
                  <a:pt x="2620356" y="20061"/>
                  <a:pt x="3042766" y="-74691"/>
                  <a:pt x="3219069" y="0"/>
                </a:cubicBezTo>
                <a:cubicBezTo>
                  <a:pt x="3395755" y="31704"/>
                  <a:pt x="3646717" y="33546"/>
                  <a:pt x="3895344" y="0"/>
                </a:cubicBezTo>
                <a:cubicBezTo>
                  <a:pt x="4131847" y="-43416"/>
                  <a:pt x="4371681" y="11418"/>
                  <a:pt x="4571619" y="0"/>
                </a:cubicBezTo>
                <a:cubicBezTo>
                  <a:pt x="4799447" y="47677"/>
                  <a:pt x="5212547" y="1562"/>
                  <a:pt x="5410200" y="0"/>
                </a:cubicBezTo>
                <a:cubicBezTo>
                  <a:pt x="5408905" y="2744"/>
                  <a:pt x="5410401" y="9950"/>
                  <a:pt x="5410200" y="13716"/>
                </a:cubicBezTo>
                <a:cubicBezTo>
                  <a:pt x="5139576" y="2947"/>
                  <a:pt x="5122299" y="33775"/>
                  <a:pt x="4842129" y="13716"/>
                </a:cubicBezTo>
                <a:cubicBezTo>
                  <a:pt x="4566356" y="6655"/>
                  <a:pt x="4456854" y="15426"/>
                  <a:pt x="4328160" y="13716"/>
                </a:cubicBezTo>
                <a:cubicBezTo>
                  <a:pt x="4234703" y="-822"/>
                  <a:pt x="3768176" y="-16062"/>
                  <a:pt x="3597783" y="13716"/>
                </a:cubicBezTo>
                <a:cubicBezTo>
                  <a:pt x="3430303" y="10148"/>
                  <a:pt x="3287506" y="20215"/>
                  <a:pt x="3029712" y="13716"/>
                </a:cubicBezTo>
                <a:cubicBezTo>
                  <a:pt x="2742636" y="-2421"/>
                  <a:pt x="2637847" y="18109"/>
                  <a:pt x="2299335" y="13716"/>
                </a:cubicBezTo>
                <a:cubicBezTo>
                  <a:pt x="1959433" y="-7861"/>
                  <a:pt x="1779456" y="37101"/>
                  <a:pt x="1514856" y="13716"/>
                </a:cubicBezTo>
                <a:cubicBezTo>
                  <a:pt x="1212431" y="31797"/>
                  <a:pt x="1086601" y="7282"/>
                  <a:pt x="892683" y="13716"/>
                </a:cubicBezTo>
                <a:cubicBezTo>
                  <a:pt x="721500" y="45800"/>
                  <a:pt x="194249" y="-29802"/>
                  <a:pt x="0" y="13716"/>
                </a:cubicBezTo>
                <a:cubicBezTo>
                  <a:pt x="-508" y="9800"/>
                  <a:pt x="-280" y="682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5410200"/>
                      <a:gd name="connsiteY0" fmla="*/ 0 h 13716"/>
                      <a:gd name="connsiteX1" fmla="*/ 568071 w 5410200"/>
                      <a:gd name="connsiteY1" fmla="*/ 0 h 13716"/>
                      <a:gd name="connsiteX2" fmla="*/ 1298448 w 5410200"/>
                      <a:gd name="connsiteY2" fmla="*/ 0 h 13716"/>
                      <a:gd name="connsiteX3" fmla="*/ 1920621 w 5410200"/>
                      <a:gd name="connsiteY3" fmla="*/ 0 h 13716"/>
                      <a:gd name="connsiteX4" fmla="*/ 2488692 w 5410200"/>
                      <a:gd name="connsiteY4" fmla="*/ 0 h 13716"/>
                      <a:gd name="connsiteX5" fmla="*/ 3219069 w 5410200"/>
                      <a:gd name="connsiteY5" fmla="*/ 0 h 13716"/>
                      <a:gd name="connsiteX6" fmla="*/ 3895344 w 5410200"/>
                      <a:gd name="connsiteY6" fmla="*/ 0 h 13716"/>
                      <a:gd name="connsiteX7" fmla="*/ 4571619 w 5410200"/>
                      <a:gd name="connsiteY7" fmla="*/ 0 h 13716"/>
                      <a:gd name="connsiteX8" fmla="*/ 5410200 w 5410200"/>
                      <a:gd name="connsiteY8" fmla="*/ 0 h 13716"/>
                      <a:gd name="connsiteX9" fmla="*/ 5410200 w 5410200"/>
                      <a:gd name="connsiteY9" fmla="*/ 13716 h 13716"/>
                      <a:gd name="connsiteX10" fmla="*/ 4842129 w 5410200"/>
                      <a:gd name="connsiteY10" fmla="*/ 13716 h 13716"/>
                      <a:gd name="connsiteX11" fmla="*/ 4328160 w 5410200"/>
                      <a:gd name="connsiteY11" fmla="*/ 13716 h 13716"/>
                      <a:gd name="connsiteX12" fmla="*/ 3597783 w 5410200"/>
                      <a:gd name="connsiteY12" fmla="*/ 13716 h 13716"/>
                      <a:gd name="connsiteX13" fmla="*/ 3029712 w 5410200"/>
                      <a:gd name="connsiteY13" fmla="*/ 13716 h 13716"/>
                      <a:gd name="connsiteX14" fmla="*/ 2299335 w 5410200"/>
                      <a:gd name="connsiteY14" fmla="*/ 13716 h 13716"/>
                      <a:gd name="connsiteX15" fmla="*/ 1514856 w 5410200"/>
                      <a:gd name="connsiteY15" fmla="*/ 13716 h 13716"/>
                      <a:gd name="connsiteX16" fmla="*/ 892683 w 5410200"/>
                      <a:gd name="connsiteY16" fmla="*/ 13716 h 13716"/>
                      <a:gd name="connsiteX17" fmla="*/ 0 w 5410200"/>
                      <a:gd name="connsiteY17" fmla="*/ 13716 h 13716"/>
                      <a:gd name="connsiteX18" fmla="*/ 0 w 5410200"/>
                      <a:gd name="connsiteY18" fmla="*/ 0 h 1371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</a:cxnLst>
                    <a:rect l="l" t="t" r="r" b="b"/>
                    <a:pathLst>
                      <a:path w="5410200" h="13716" fill="none" extrusionOk="0">
                        <a:moveTo>
                          <a:pt x="0" y="0"/>
                        </a:moveTo>
                        <a:cubicBezTo>
                          <a:pt x="163050" y="-18707"/>
                          <a:pt x="319321" y="-16364"/>
                          <a:pt x="568071" y="0"/>
                        </a:cubicBezTo>
                        <a:cubicBezTo>
                          <a:pt x="816821" y="16364"/>
                          <a:pt x="1013224" y="-7268"/>
                          <a:pt x="1298448" y="0"/>
                        </a:cubicBezTo>
                        <a:cubicBezTo>
                          <a:pt x="1583672" y="7268"/>
                          <a:pt x="1631711" y="-3367"/>
                          <a:pt x="1920621" y="0"/>
                        </a:cubicBezTo>
                        <a:cubicBezTo>
                          <a:pt x="2209531" y="3367"/>
                          <a:pt x="2364420" y="-19184"/>
                          <a:pt x="2488692" y="0"/>
                        </a:cubicBezTo>
                        <a:cubicBezTo>
                          <a:pt x="2612964" y="19184"/>
                          <a:pt x="3023298" y="-34627"/>
                          <a:pt x="3219069" y="0"/>
                        </a:cubicBezTo>
                        <a:cubicBezTo>
                          <a:pt x="3414840" y="34627"/>
                          <a:pt x="3656810" y="24043"/>
                          <a:pt x="3895344" y="0"/>
                        </a:cubicBezTo>
                        <a:cubicBezTo>
                          <a:pt x="4133879" y="-24043"/>
                          <a:pt x="4393984" y="-19577"/>
                          <a:pt x="4571619" y="0"/>
                        </a:cubicBezTo>
                        <a:cubicBezTo>
                          <a:pt x="4749255" y="19577"/>
                          <a:pt x="5179928" y="-6281"/>
                          <a:pt x="5410200" y="0"/>
                        </a:cubicBezTo>
                        <a:cubicBezTo>
                          <a:pt x="5409587" y="2854"/>
                          <a:pt x="5409791" y="9451"/>
                          <a:pt x="5410200" y="13716"/>
                        </a:cubicBezTo>
                        <a:cubicBezTo>
                          <a:pt x="5139060" y="2179"/>
                          <a:pt x="5121593" y="26463"/>
                          <a:pt x="4842129" y="13716"/>
                        </a:cubicBezTo>
                        <a:cubicBezTo>
                          <a:pt x="4562665" y="969"/>
                          <a:pt x="4448273" y="4915"/>
                          <a:pt x="4328160" y="13716"/>
                        </a:cubicBezTo>
                        <a:cubicBezTo>
                          <a:pt x="4208047" y="22517"/>
                          <a:pt x="3760936" y="17995"/>
                          <a:pt x="3597783" y="13716"/>
                        </a:cubicBezTo>
                        <a:cubicBezTo>
                          <a:pt x="3434630" y="9437"/>
                          <a:pt x="3299718" y="28641"/>
                          <a:pt x="3029712" y="13716"/>
                        </a:cubicBezTo>
                        <a:cubicBezTo>
                          <a:pt x="2759706" y="-1209"/>
                          <a:pt x="2640159" y="22822"/>
                          <a:pt x="2299335" y="13716"/>
                        </a:cubicBezTo>
                        <a:cubicBezTo>
                          <a:pt x="1958511" y="4610"/>
                          <a:pt x="1801186" y="24413"/>
                          <a:pt x="1514856" y="13716"/>
                        </a:cubicBezTo>
                        <a:cubicBezTo>
                          <a:pt x="1228526" y="3019"/>
                          <a:pt x="1063509" y="-9877"/>
                          <a:pt x="892683" y="13716"/>
                        </a:cubicBezTo>
                        <a:cubicBezTo>
                          <a:pt x="721857" y="37309"/>
                          <a:pt x="186945" y="-25469"/>
                          <a:pt x="0" y="13716"/>
                        </a:cubicBezTo>
                        <a:cubicBezTo>
                          <a:pt x="-342" y="9537"/>
                          <a:pt x="-97" y="6817"/>
                          <a:pt x="0" y="0"/>
                        </a:cubicBezTo>
                        <a:close/>
                      </a:path>
                      <a:path w="5410200" h="13716" stroke="0" extrusionOk="0">
                        <a:moveTo>
                          <a:pt x="0" y="0"/>
                        </a:moveTo>
                        <a:cubicBezTo>
                          <a:pt x="285096" y="-4925"/>
                          <a:pt x="376456" y="22268"/>
                          <a:pt x="622173" y="0"/>
                        </a:cubicBezTo>
                        <a:cubicBezTo>
                          <a:pt x="867890" y="-22268"/>
                          <a:pt x="1031392" y="7228"/>
                          <a:pt x="1136142" y="0"/>
                        </a:cubicBezTo>
                        <a:cubicBezTo>
                          <a:pt x="1240892" y="-7228"/>
                          <a:pt x="1561853" y="9877"/>
                          <a:pt x="1920621" y="0"/>
                        </a:cubicBezTo>
                        <a:cubicBezTo>
                          <a:pt x="2279389" y="-9877"/>
                          <a:pt x="2367255" y="19546"/>
                          <a:pt x="2542794" y="0"/>
                        </a:cubicBezTo>
                        <a:cubicBezTo>
                          <a:pt x="2718333" y="-19546"/>
                          <a:pt x="2866732" y="-22226"/>
                          <a:pt x="3164967" y="0"/>
                        </a:cubicBezTo>
                        <a:cubicBezTo>
                          <a:pt x="3463202" y="22226"/>
                          <a:pt x="3568055" y="-2765"/>
                          <a:pt x="3949446" y="0"/>
                        </a:cubicBezTo>
                        <a:cubicBezTo>
                          <a:pt x="4330837" y="2765"/>
                          <a:pt x="4287895" y="10557"/>
                          <a:pt x="4517517" y="0"/>
                        </a:cubicBezTo>
                        <a:cubicBezTo>
                          <a:pt x="4747139" y="-10557"/>
                          <a:pt x="5149588" y="8716"/>
                          <a:pt x="5410200" y="0"/>
                        </a:cubicBezTo>
                        <a:cubicBezTo>
                          <a:pt x="5410660" y="2787"/>
                          <a:pt x="5410166" y="9748"/>
                          <a:pt x="5410200" y="13716"/>
                        </a:cubicBezTo>
                        <a:cubicBezTo>
                          <a:pt x="5163327" y="36922"/>
                          <a:pt x="5008749" y="6121"/>
                          <a:pt x="4842129" y="13716"/>
                        </a:cubicBezTo>
                        <a:cubicBezTo>
                          <a:pt x="4675509" y="21311"/>
                          <a:pt x="4433401" y="-5187"/>
                          <a:pt x="4165854" y="13716"/>
                        </a:cubicBezTo>
                        <a:cubicBezTo>
                          <a:pt x="3898308" y="32619"/>
                          <a:pt x="3809032" y="-13282"/>
                          <a:pt x="3543681" y="13716"/>
                        </a:cubicBezTo>
                        <a:cubicBezTo>
                          <a:pt x="3278330" y="40714"/>
                          <a:pt x="3073876" y="-20489"/>
                          <a:pt x="2759202" y="13716"/>
                        </a:cubicBezTo>
                        <a:cubicBezTo>
                          <a:pt x="2444528" y="47921"/>
                          <a:pt x="2204144" y="-1200"/>
                          <a:pt x="1974723" y="13716"/>
                        </a:cubicBezTo>
                        <a:cubicBezTo>
                          <a:pt x="1745302" y="28632"/>
                          <a:pt x="1602335" y="26918"/>
                          <a:pt x="1406652" y="13716"/>
                        </a:cubicBezTo>
                        <a:cubicBezTo>
                          <a:pt x="1210969" y="514"/>
                          <a:pt x="923948" y="-1411"/>
                          <a:pt x="730377" y="13716"/>
                        </a:cubicBezTo>
                        <a:cubicBezTo>
                          <a:pt x="536806" y="28843"/>
                          <a:pt x="336496" y="-4713"/>
                          <a:pt x="0" y="13716"/>
                        </a:cubicBezTo>
                        <a:cubicBezTo>
                          <a:pt x="-535" y="9547"/>
                          <a:pt x="488" y="451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914" name="Rectangle 2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8915" name="Rectangle 3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graphicFrame>
        <p:nvGraphicFramePr>
          <p:cNvPr id="38919" name="Rectangle 5">
            <a:extLst>
              <a:ext uri="{FF2B5EF4-FFF2-40B4-BE49-F238E27FC236}">
                <a16:creationId xmlns:a16="http://schemas.microsoft.com/office/drawing/2014/main" id="{D264315E-D813-4F30-90BB-24F4422050C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30101065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ransition spd="slow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548640"/>
            <a:ext cx="2700645" cy="5431536"/>
          </a:xfrm>
        </p:spPr>
        <p:txBody>
          <a:bodyPr>
            <a:normAutofit/>
          </a:bodyPr>
          <a:lstStyle/>
          <a:p>
            <a:r>
              <a:rPr lang="en-GB" sz="3600" i="1"/>
              <a:t>Why should we invest in management research?</a:t>
            </a:r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347917" y="3261001"/>
            <a:ext cx="4480560" cy="13716"/>
          </a:xfrm>
          <a:custGeom>
            <a:avLst/>
            <a:gdLst>
              <a:gd name="csX0" fmla="*/ 0 w 4480560"/>
              <a:gd name="csY0" fmla="*/ 0 h 13716"/>
              <a:gd name="csX1" fmla="*/ 595274 w 4480560"/>
              <a:gd name="csY1" fmla="*/ 0 h 13716"/>
              <a:gd name="csX2" fmla="*/ 1100938 w 4480560"/>
              <a:gd name="csY2" fmla="*/ 0 h 13716"/>
              <a:gd name="csX3" fmla="*/ 1651406 w 4480560"/>
              <a:gd name="csY3" fmla="*/ 0 h 13716"/>
              <a:gd name="csX4" fmla="*/ 2336292 w 4480560"/>
              <a:gd name="csY4" fmla="*/ 0 h 13716"/>
              <a:gd name="csX5" fmla="*/ 2931566 w 4480560"/>
              <a:gd name="csY5" fmla="*/ 0 h 13716"/>
              <a:gd name="csX6" fmla="*/ 3482035 w 4480560"/>
              <a:gd name="csY6" fmla="*/ 0 h 13716"/>
              <a:gd name="csX7" fmla="*/ 4480560 w 4480560"/>
              <a:gd name="csY7" fmla="*/ 0 h 13716"/>
              <a:gd name="csX8" fmla="*/ 4480560 w 4480560"/>
              <a:gd name="csY8" fmla="*/ 13716 h 13716"/>
              <a:gd name="csX9" fmla="*/ 3840480 w 4480560"/>
              <a:gd name="csY9" fmla="*/ 13716 h 13716"/>
              <a:gd name="csX10" fmla="*/ 3290011 w 4480560"/>
              <a:gd name="csY10" fmla="*/ 13716 h 13716"/>
              <a:gd name="csX11" fmla="*/ 2560320 w 4480560"/>
              <a:gd name="csY11" fmla="*/ 13716 h 13716"/>
              <a:gd name="csX12" fmla="*/ 1965046 w 4480560"/>
              <a:gd name="csY12" fmla="*/ 13716 h 13716"/>
              <a:gd name="csX13" fmla="*/ 1459382 w 4480560"/>
              <a:gd name="csY13" fmla="*/ 13716 h 13716"/>
              <a:gd name="csX14" fmla="*/ 774497 w 4480560"/>
              <a:gd name="csY14" fmla="*/ 13716 h 13716"/>
              <a:gd name="csX15" fmla="*/ 0 w 4480560"/>
              <a:gd name="csY15" fmla="*/ 13716 h 13716"/>
              <a:gd name="csX16" fmla="*/ 0 w 4480560"/>
              <a:gd name="csY16" fmla="*/ 0 h 13716"/>
              <a:gd name="csX0" fmla="*/ 0 w 4480560"/>
              <a:gd name="csY0" fmla="*/ 0 h 13716"/>
              <a:gd name="csX1" fmla="*/ 595274 w 4480560"/>
              <a:gd name="csY1" fmla="*/ 0 h 13716"/>
              <a:gd name="csX2" fmla="*/ 1100938 w 4480560"/>
              <a:gd name="csY2" fmla="*/ 0 h 13716"/>
              <a:gd name="csX3" fmla="*/ 1830629 w 4480560"/>
              <a:gd name="csY3" fmla="*/ 0 h 13716"/>
              <a:gd name="csX4" fmla="*/ 2425903 w 4480560"/>
              <a:gd name="csY4" fmla="*/ 0 h 13716"/>
              <a:gd name="csX5" fmla="*/ 3021178 w 4480560"/>
              <a:gd name="csY5" fmla="*/ 0 h 13716"/>
              <a:gd name="csX6" fmla="*/ 3750869 w 4480560"/>
              <a:gd name="csY6" fmla="*/ 0 h 13716"/>
              <a:gd name="csX7" fmla="*/ 4480560 w 4480560"/>
              <a:gd name="csY7" fmla="*/ 0 h 13716"/>
              <a:gd name="csX8" fmla="*/ 4480560 w 4480560"/>
              <a:gd name="csY8" fmla="*/ 13716 h 13716"/>
              <a:gd name="csX9" fmla="*/ 3930091 w 4480560"/>
              <a:gd name="csY9" fmla="*/ 13716 h 13716"/>
              <a:gd name="csX10" fmla="*/ 3290011 w 4480560"/>
              <a:gd name="csY10" fmla="*/ 13716 h 13716"/>
              <a:gd name="csX11" fmla="*/ 2649931 w 4480560"/>
              <a:gd name="csY11" fmla="*/ 13716 h 13716"/>
              <a:gd name="csX12" fmla="*/ 2054657 w 4480560"/>
              <a:gd name="csY12" fmla="*/ 13716 h 13716"/>
              <a:gd name="csX13" fmla="*/ 1324966 w 4480560"/>
              <a:gd name="csY13" fmla="*/ 13716 h 13716"/>
              <a:gd name="csX14" fmla="*/ 595274 w 4480560"/>
              <a:gd name="csY14" fmla="*/ 13716 h 13716"/>
              <a:gd name="csX15" fmla="*/ 0 w 4480560"/>
              <a:gd name="csY15" fmla="*/ 13716 h 13716"/>
              <a:gd name="csX16" fmla="*/ 0 w 4480560"/>
              <a:gd name="csY16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13716" fill="none" extrusionOk="0">
                <a:moveTo>
                  <a:pt x="0" y="0"/>
                </a:moveTo>
                <a:cubicBezTo>
                  <a:pt x="267574" y="14606"/>
                  <a:pt x="338605" y="-40"/>
                  <a:pt x="595274" y="0"/>
                </a:cubicBezTo>
                <a:cubicBezTo>
                  <a:pt x="856171" y="-2198"/>
                  <a:pt x="863435" y="-13333"/>
                  <a:pt x="1100938" y="0"/>
                </a:cubicBezTo>
                <a:cubicBezTo>
                  <a:pt x="1340270" y="17713"/>
                  <a:pt x="1418448" y="-18893"/>
                  <a:pt x="1651406" y="0"/>
                </a:cubicBezTo>
                <a:cubicBezTo>
                  <a:pt x="1875387" y="1627"/>
                  <a:pt x="2153037" y="22688"/>
                  <a:pt x="2336292" y="0"/>
                </a:cubicBezTo>
                <a:cubicBezTo>
                  <a:pt x="2522206" y="-4211"/>
                  <a:pt x="2718333" y="34959"/>
                  <a:pt x="2931566" y="0"/>
                </a:cubicBezTo>
                <a:cubicBezTo>
                  <a:pt x="3137043" y="-17106"/>
                  <a:pt x="3304331" y="1415"/>
                  <a:pt x="3482035" y="0"/>
                </a:cubicBezTo>
                <a:cubicBezTo>
                  <a:pt x="3649837" y="-24078"/>
                  <a:pt x="4010577" y="-51921"/>
                  <a:pt x="4480560" y="0"/>
                </a:cubicBezTo>
                <a:cubicBezTo>
                  <a:pt x="4480642" y="3611"/>
                  <a:pt x="4480510" y="9346"/>
                  <a:pt x="4480560" y="13716"/>
                </a:cubicBezTo>
                <a:cubicBezTo>
                  <a:pt x="4305601" y="36948"/>
                  <a:pt x="4025154" y="21890"/>
                  <a:pt x="3840480" y="13716"/>
                </a:cubicBezTo>
                <a:cubicBezTo>
                  <a:pt x="3668919" y="-16903"/>
                  <a:pt x="3556555" y="-17246"/>
                  <a:pt x="3290011" y="13716"/>
                </a:cubicBezTo>
                <a:cubicBezTo>
                  <a:pt x="2991827" y="13600"/>
                  <a:pt x="2862038" y="-27094"/>
                  <a:pt x="2560320" y="13716"/>
                </a:cubicBezTo>
                <a:cubicBezTo>
                  <a:pt x="2273396" y="32804"/>
                  <a:pt x="2159701" y="35426"/>
                  <a:pt x="1965046" y="13716"/>
                </a:cubicBezTo>
                <a:cubicBezTo>
                  <a:pt x="1785994" y="24616"/>
                  <a:pt x="1686680" y="47748"/>
                  <a:pt x="1459382" y="13716"/>
                </a:cubicBezTo>
                <a:cubicBezTo>
                  <a:pt x="1260610" y="398"/>
                  <a:pt x="913962" y="26960"/>
                  <a:pt x="774497" y="13716"/>
                </a:cubicBezTo>
                <a:cubicBezTo>
                  <a:pt x="689426" y="-2719"/>
                  <a:pt x="378264" y="1751"/>
                  <a:pt x="0" y="13716"/>
                </a:cubicBezTo>
                <a:cubicBezTo>
                  <a:pt x="-173" y="8371"/>
                  <a:pt x="-387" y="6213"/>
                  <a:pt x="0" y="0"/>
                </a:cubicBezTo>
                <a:close/>
              </a:path>
              <a:path w="4480560" h="13716" stroke="0" extrusionOk="0">
                <a:moveTo>
                  <a:pt x="0" y="0"/>
                </a:moveTo>
                <a:cubicBezTo>
                  <a:pt x="290844" y="5546"/>
                  <a:pt x="318443" y="10543"/>
                  <a:pt x="595274" y="0"/>
                </a:cubicBezTo>
                <a:cubicBezTo>
                  <a:pt x="862223" y="-10630"/>
                  <a:pt x="1008164" y="-6970"/>
                  <a:pt x="1100938" y="0"/>
                </a:cubicBezTo>
                <a:cubicBezTo>
                  <a:pt x="1231751" y="-9052"/>
                  <a:pt x="1563421" y="-55931"/>
                  <a:pt x="1830629" y="0"/>
                </a:cubicBezTo>
                <a:cubicBezTo>
                  <a:pt x="2081843" y="38764"/>
                  <a:pt x="2181743" y="16966"/>
                  <a:pt x="2425903" y="0"/>
                </a:cubicBezTo>
                <a:cubicBezTo>
                  <a:pt x="2657412" y="-20059"/>
                  <a:pt x="2795431" y="8423"/>
                  <a:pt x="3021178" y="0"/>
                </a:cubicBezTo>
                <a:cubicBezTo>
                  <a:pt x="3275119" y="-4749"/>
                  <a:pt x="3480943" y="2522"/>
                  <a:pt x="3750869" y="0"/>
                </a:cubicBezTo>
                <a:cubicBezTo>
                  <a:pt x="4005211" y="16055"/>
                  <a:pt x="4302144" y="-2969"/>
                  <a:pt x="4480560" y="0"/>
                </a:cubicBezTo>
                <a:cubicBezTo>
                  <a:pt x="4480397" y="3458"/>
                  <a:pt x="4481383" y="8632"/>
                  <a:pt x="4480560" y="13716"/>
                </a:cubicBezTo>
                <a:cubicBezTo>
                  <a:pt x="4261480" y="-10003"/>
                  <a:pt x="4206199" y="28529"/>
                  <a:pt x="3930091" y="13716"/>
                </a:cubicBezTo>
                <a:cubicBezTo>
                  <a:pt x="3666932" y="-15474"/>
                  <a:pt x="3493645" y="14804"/>
                  <a:pt x="3290011" y="13716"/>
                </a:cubicBezTo>
                <a:cubicBezTo>
                  <a:pt x="3137078" y="-41032"/>
                  <a:pt x="2894690" y="-17948"/>
                  <a:pt x="2649931" y="13716"/>
                </a:cubicBezTo>
                <a:cubicBezTo>
                  <a:pt x="2413020" y="21294"/>
                  <a:pt x="2225991" y="-10559"/>
                  <a:pt x="2054657" y="13716"/>
                </a:cubicBezTo>
                <a:cubicBezTo>
                  <a:pt x="1886877" y="37541"/>
                  <a:pt x="1548763" y="45390"/>
                  <a:pt x="1324966" y="13716"/>
                </a:cubicBezTo>
                <a:cubicBezTo>
                  <a:pt x="1040995" y="1897"/>
                  <a:pt x="786929" y="-17655"/>
                  <a:pt x="595274" y="13716"/>
                </a:cubicBezTo>
                <a:cubicBezTo>
                  <a:pt x="371401" y="32831"/>
                  <a:pt x="168483" y="23167"/>
                  <a:pt x="0" y="13716"/>
                </a:cubicBezTo>
                <a:cubicBezTo>
                  <a:pt x="-740" y="8467"/>
                  <a:pt x="-279" y="4434"/>
                  <a:pt x="0" y="0"/>
                </a:cubicBezTo>
                <a:close/>
              </a:path>
              <a:path w="4480560" h="13716" fill="none" stroke="0" extrusionOk="0">
                <a:moveTo>
                  <a:pt x="0" y="0"/>
                </a:moveTo>
                <a:cubicBezTo>
                  <a:pt x="254633" y="596"/>
                  <a:pt x="318854" y="8353"/>
                  <a:pt x="595274" y="0"/>
                </a:cubicBezTo>
                <a:cubicBezTo>
                  <a:pt x="857042" y="-2503"/>
                  <a:pt x="863005" y="-13327"/>
                  <a:pt x="1100938" y="0"/>
                </a:cubicBezTo>
                <a:cubicBezTo>
                  <a:pt x="1322315" y="28736"/>
                  <a:pt x="1429801" y="-15572"/>
                  <a:pt x="1651406" y="0"/>
                </a:cubicBezTo>
                <a:cubicBezTo>
                  <a:pt x="1861310" y="20479"/>
                  <a:pt x="2199002" y="36173"/>
                  <a:pt x="2336292" y="0"/>
                </a:cubicBezTo>
                <a:cubicBezTo>
                  <a:pt x="2504451" y="-23230"/>
                  <a:pt x="2735943" y="-3451"/>
                  <a:pt x="2931566" y="0"/>
                </a:cubicBezTo>
                <a:cubicBezTo>
                  <a:pt x="3109081" y="-33272"/>
                  <a:pt x="3310374" y="39503"/>
                  <a:pt x="3482035" y="0"/>
                </a:cubicBezTo>
                <a:cubicBezTo>
                  <a:pt x="3630968" y="-117346"/>
                  <a:pt x="3975789" y="30358"/>
                  <a:pt x="4480560" y="0"/>
                </a:cubicBezTo>
                <a:cubicBezTo>
                  <a:pt x="4480546" y="3532"/>
                  <a:pt x="4481771" y="9530"/>
                  <a:pt x="4480560" y="13716"/>
                </a:cubicBezTo>
                <a:cubicBezTo>
                  <a:pt x="4299745" y="8025"/>
                  <a:pt x="4055484" y="54224"/>
                  <a:pt x="3840480" y="13716"/>
                </a:cubicBezTo>
                <a:cubicBezTo>
                  <a:pt x="3665362" y="14404"/>
                  <a:pt x="3548412" y="6532"/>
                  <a:pt x="3290011" y="13716"/>
                </a:cubicBezTo>
                <a:cubicBezTo>
                  <a:pt x="3037450" y="36923"/>
                  <a:pt x="2862123" y="43167"/>
                  <a:pt x="2560320" y="13716"/>
                </a:cubicBezTo>
                <a:cubicBezTo>
                  <a:pt x="2308793" y="7156"/>
                  <a:pt x="2153402" y="-25971"/>
                  <a:pt x="1965046" y="13716"/>
                </a:cubicBezTo>
                <a:cubicBezTo>
                  <a:pt x="1778601" y="25944"/>
                  <a:pt x="1672011" y="23840"/>
                  <a:pt x="1459382" y="13716"/>
                </a:cubicBezTo>
                <a:cubicBezTo>
                  <a:pt x="1212351" y="-9856"/>
                  <a:pt x="906131" y="12859"/>
                  <a:pt x="774497" y="13716"/>
                </a:cubicBezTo>
                <a:cubicBezTo>
                  <a:pt x="636671" y="-47283"/>
                  <a:pt x="331670" y="1705"/>
                  <a:pt x="0" y="13716"/>
                </a:cubicBezTo>
                <a:cubicBezTo>
                  <a:pt x="-561" y="8546"/>
                  <a:pt x="-377" y="614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4480560"/>
                      <a:gd name="connsiteY0" fmla="*/ 0 h 13716"/>
                      <a:gd name="connsiteX1" fmla="*/ 595274 w 4480560"/>
                      <a:gd name="connsiteY1" fmla="*/ 0 h 13716"/>
                      <a:gd name="connsiteX2" fmla="*/ 1100938 w 4480560"/>
                      <a:gd name="connsiteY2" fmla="*/ 0 h 13716"/>
                      <a:gd name="connsiteX3" fmla="*/ 1651406 w 4480560"/>
                      <a:gd name="connsiteY3" fmla="*/ 0 h 13716"/>
                      <a:gd name="connsiteX4" fmla="*/ 2336292 w 4480560"/>
                      <a:gd name="connsiteY4" fmla="*/ 0 h 13716"/>
                      <a:gd name="connsiteX5" fmla="*/ 2931566 w 4480560"/>
                      <a:gd name="connsiteY5" fmla="*/ 0 h 13716"/>
                      <a:gd name="connsiteX6" fmla="*/ 3482035 w 4480560"/>
                      <a:gd name="connsiteY6" fmla="*/ 0 h 13716"/>
                      <a:gd name="connsiteX7" fmla="*/ 4480560 w 4480560"/>
                      <a:gd name="connsiteY7" fmla="*/ 0 h 13716"/>
                      <a:gd name="connsiteX8" fmla="*/ 4480560 w 4480560"/>
                      <a:gd name="connsiteY8" fmla="*/ 13716 h 13716"/>
                      <a:gd name="connsiteX9" fmla="*/ 3840480 w 4480560"/>
                      <a:gd name="connsiteY9" fmla="*/ 13716 h 13716"/>
                      <a:gd name="connsiteX10" fmla="*/ 3290011 w 4480560"/>
                      <a:gd name="connsiteY10" fmla="*/ 13716 h 13716"/>
                      <a:gd name="connsiteX11" fmla="*/ 2560320 w 4480560"/>
                      <a:gd name="connsiteY11" fmla="*/ 13716 h 13716"/>
                      <a:gd name="connsiteX12" fmla="*/ 1965046 w 4480560"/>
                      <a:gd name="connsiteY12" fmla="*/ 13716 h 13716"/>
                      <a:gd name="connsiteX13" fmla="*/ 1459382 w 4480560"/>
                      <a:gd name="connsiteY13" fmla="*/ 13716 h 13716"/>
                      <a:gd name="connsiteX14" fmla="*/ 774497 w 4480560"/>
                      <a:gd name="connsiteY14" fmla="*/ 13716 h 13716"/>
                      <a:gd name="connsiteX15" fmla="*/ 0 w 4480560"/>
                      <a:gd name="connsiteY15" fmla="*/ 13716 h 13716"/>
                      <a:gd name="connsiteX16" fmla="*/ 0 w 4480560"/>
                      <a:gd name="connsiteY16" fmla="*/ 0 h 1371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</a:cxnLst>
                    <a:rect l="l" t="t" r="r" b="b"/>
                    <a:pathLst>
                      <a:path w="4480560" h="13716" fill="none" extrusionOk="0">
                        <a:moveTo>
                          <a:pt x="0" y="0"/>
                        </a:moveTo>
                        <a:cubicBezTo>
                          <a:pt x="267821" y="8731"/>
                          <a:pt x="334105" y="2629"/>
                          <a:pt x="595274" y="0"/>
                        </a:cubicBezTo>
                        <a:cubicBezTo>
                          <a:pt x="856443" y="-2629"/>
                          <a:pt x="863808" y="-13353"/>
                          <a:pt x="1100938" y="0"/>
                        </a:cubicBezTo>
                        <a:cubicBezTo>
                          <a:pt x="1338068" y="13353"/>
                          <a:pt x="1431663" y="-25862"/>
                          <a:pt x="1651406" y="0"/>
                        </a:cubicBezTo>
                        <a:cubicBezTo>
                          <a:pt x="1871149" y="25862"/>
                          <a:pt x="2173163" y="23827"/>
                          <a:pt x="2336292" y="0"/>
                        </a:cubicBezTo>
                        <a:cubicBezTo>
                          <a:pt x="2499421" y="-23827"/>
                          <a:pt x="2720589" y="28148"/>
                          <a:pt x="2931566" y="0"/>
                        </a:cubicBezTo>
                        <a:cubicBezTo>
                          <a:pt x="3142543" y="-28148"/>
                          <a:pt x="3323630" y="27022"/>
                          <a:pt x="3482035" y="0"/>
                        </a:cubicBezTo>
                        <a:cubicBezTo>
                          <a:pt x="3640440" y="-27022"/>
                          <a:pt x="4012110" y="-20118"/>
                          <a:pt x="4480560" y="0"/>
                        </a:cubicBezTo>
                        <a:cubicBezTo>
                          <a:pt x="4480273" y="3379"/>
                          <a:pt x="4480768" y="9289"/>
                          <a:pt x="4480560" y="13716"/>
                        </a:cubicBezTo>
                        <a:cubicBezTo>
                          <a:pt x="4314132" y="10352"/>
                          <a:pt x="4028383" y="32060"/>
                          <a:pt x="3840480" y="13716"/>
                        </a:cubicBezTo>
                        <a:cubicBezTo>
                          <a:pt x="3652577" y="-4628"/>
                          <a:pt x="3547615" y="-1724"/>
                          <a:pt x="3290011" y="13716"/>
                        </a:cubicBezTo>
                        <a:cubicBezTo>
                          <a:pt x="3032407" y="29156"/>
                          <a:pt x="2830268" y="4147"/>
                          <a:pt x="2560320" y="13716"/>
                        </a:cubicBezTo>
                        <a:cubicBezTo>
                          <a:pt x="2290372" y="23285"/>
                          <a:pt x="2147422" y="2156"/>
                          <a:pt x="1965046" y="13716"/>
                        </a:cubicBezTo>
                        <a:cubicBezTo>
                          <a:pt x="1782670" y="25276"/>
                          <a:pt x="1689791" y="36108"/>
                          <a:pt x="1459382" y="13716"/>
                        </a:cubicBezTo>
                        <a:cubicBezTo>
                          <a:pt x="1228973" y="-8676"/>
                          <a:pt x="915486" y="31929"/>
                          <a:pt x="774497" y="13716"/>
                        </a:cubicBezTo>
                        <a:cubicBezTo>
                          <a:pt x="633508" y="-4497"/>
                          <a:pt x="361442" y="-15679"/>
                          <a:pt x="0" y="13716"/>
                        </a:cubicBezTo>
                        <a:cubicBezTo>
                          <a:pt x="-362" y="8190"/>
                          <a:pt x="-434" y="6098"/>
                          <a:pt x="0" y="0"/>
                        </a:cubicBezTo>
                        <a:close/>
                      </a:path>
                      <a:path w="4480560" h="13716" stroke="0" extrusionOk="0">
                        <a:moveTo>
                          <a:pt x="0" y="0"/>
                        </a:moveTo>
                        <a:cubicBezTo>
                          <a:pt x="285465" y="225"/>
                          <a:pt x="322691" y="16223"/>
                          <a:pt x="595274" y="0"/>
                        </a:cubicBezTo>
                        <a:cubicBezTo>
                          <a:pt x="867857" y="-16223"/>
                          <a:pt x="989129" y="-11242"/>
                          <a:pt x="1100938" y="0"/>
                        </a:cubicBezTo>
                        <a:cubicBezTo>
                          <a:pt x="1212747" y="11242"/>
                          <a:pt x="1574350" y="-36410"/>
                          <a:pt x="1830629" y="0"/>
                        </a:cubicBezTo>
                        <a:cubicBezTo>
                          <a:pt x="2086908" y="36410"/>
                          <a:pt x="2180922" y="4645"/>
                          <a:pt x="2425903" y="0"/>
                        </a:cubicBezTo>
                        <a:cubicBezTo>
                          <a:pt x="2670884" y="-4645"/>
                          <a:pt x="2782024" y="22929"/>
                          <a:pt x="3021178" y="0"/>
                        </a:cubicBezTo>
                        <a:cubicBezTo>
                          <a:pt x="3260332" y="-22929"/>
                          <a:pt x="3456982" y="-1586"/>
                          <a:pt x="3750869" y="0"/>
                        </a:cubicBezTo>
                        <a:cubicBezTo>
                          <a:pt x="4044756" y="1586"/>
                          <a:pt x="4302726" y="17043"/>
                          <a:pt x="4480560" y="0"/>
                        </a:cubicBezTo>
                        <a:cubicBezTo>
                          <a:pt x="4480360" y="3832"/>
                          <a:pt x="4481152" y="9314"/>
                          <a:pt x="4480560" y="13716"/>
                        </a:cubicBezTo>
                        <a:cubicBezTo>
                          <a:pt x="4279652" y="-11422"/>
                          <a:pt x="4200762" y="36994"/>
                          <a:pt x="3930091" y="13716"/>
                        </a:cubicBezTo>
                        <a:cubicBezTo>
                          <a:pt x="3659420" y="-9562"/>
                          <a:pt x="3456052" y="17722"/>
                          <a:pt x="3290011" y="13716"/>
                        </a:cubicBezTo>
                        <a:cubicBezTo>
                          <a:pt x="3123970" y="9710"/>
                          <a:pt x="2882392" y="28246"/>
                          <a:pt x="2649931" y="13716"/>
                        </a:cubicBezTo>
                        <a:cubicBezTo>
                          <a:pt x="2417470" y="-814"/>
                          <a:pt x="2238426" y="2765"/>
                          <a:pt x="2054657" y="13716"/>
                        </a:cubicBezTo>
                        <a:cubicBezTo>
                          <a:pt x="1870888" y="24667"/>
                          <a:pt x="1566368" y="40468"/>
                          <a:pt x="1324966" y="13716"/>
                        </a:cubicBezTo>
                        <a:cubicBezTo>
                          <a:pt x="1083564" y="-13036"/>
                          <a:pt x="787410" y="6374"/>
                          <a:pt x="595274" y="13716"/>
                        </a:cubicBezTo>
                        <a:cubicBezTo>
                          <a:pt x="403138" y="21058"/>
                          <a:pt x="169622" y="5927"/>
                          <a:pt x="0" y="13716"/>
                        </a:cubicBezTo>
                        <a:cubicBezTo>
                          <a:pt x="-475" y="8699"/>
                          <a:pt x="-565" y="4408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44813" y="552091"/>
            <a:ext cx="4668251" cy="5431536"/>
          </a:xfrm>
        </p:spPr>
        <p:txBody>
          <a:bodyPr anchor="ctr">
            <a:normAutofit/>
          </a:bodyPr>
          <a:lstStyle/>
          <a:p>
            <a:r>
              <a:rPr lang="en-GB" sz="1900" i="1" dirty="0"/>
              <a:t>The Economist</a:t>
            </a:r>
            <a:r>
              <a:rPr lang="en-GB" sz="1900" dirty="0"/>
              <a:t> (2007) asked why we should invest enormous sums ($320m in the US alone) in scientific management research when these studies are not relevant and ‘highly quantitative, hypothesis-driven and esoteric’.</a:t>
            </a:r>
          </a:p>
          <a:p>
            <a:endParaRPr lang="en-GB" sz="1900" dirty="0"/>
          </a:p>
          <a:p>
            <a:r>
              <a:rPr lang="en-GB" sz="1900" dirty="0"/>
              <a:t>UK Minister of HE: What are these journals and what is their purpose?</a:t>
            </a:r>
          </a:p>
          <a:p>
            <a:endParaRPr lang="en-GB" sz="1900" i="1" dirty="0"/>
          </a:p>
          <a:p>
            <a:r>
              <a:rPr lang="en-GB" sz="1900" i="1" dirty="0"/>
              <a:t>The Economist </a:t>
            </a:r>
            <a:r>
              <a:rPr lang="en-GB" sz="1900" dirty="0"/>
              <a:t>2007 “Practically irrelevant” 28 August. Available from http:www.economist.com/node/9707498.</a:t>
            </a:r>
          </a:p>
          <a:p>
            <a:endParaRPr lang="en-GB" sz="1900" i="1" dirty="0"/>
          </a:p>
          <a:p>
            <a:r>
              <a:rPr lang="en-GB" sz="1900" dirty="0" err="1"/>
              <a:t>Vicari</a:t>
            </a:r>
            <a:r>
              <a:rPr lang="en-GB" sz="1900" dirty="0"/>
              <a:t>, S. 2013 Is the problem only ours? A question of relevance in management research?, </a:t>
            </a:r>
            <a:r>
              <a:rPr lang="en-GB" sz="1900" i="1" dirty="0"/>
              <a:t>European Management Review</a:t>
            </a:r>
            <a:r>
              <a:rPr lang="en-GB" sz="1900" dirty="0"/>
              <a:t> 10: 173-181</a:t>
            </a:r>
          </a:p>
          <a:p>
            <a:endParaRPr lang="en-GB" sz="1900" dirty="0"/>
          </a:p>
        </p:txBody>
      </p:sp>
    </p:spTree>
    <p:extLst>
      <p:ext uri="{BB962C8B-B14F-4D97-AF65-F5344CB8AC3E}">
        <p14:creationId xmlns:p14="http://schemas.microsoft.com/office/powerpoint/2010/main" val="21504096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The image displays a chart or graph with data on the allocation of resources for Research and Development (R&amp;D) across various countries, including percentages of GDP, and mentions of patent data and international trade in goods.&#10;&#10;AI-generated content may be incorrect.">
            <a:extLst>
              <a:ext uri="{FF2B5EF4-FFF2-40B4-BE49-F238E27FC236}">
                <a16:creationId xmlns:a16="http://schemas.microsoft.com/office/drawing/2014/main" id="{D3C08E51-AF8F-CB45-8100-BE7257FA9CB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6613" t="28579" r="7476" b="15981"/>
          <a:stretch>
            <a:fillRect/>
          </a:stretch>
        </p:blipFill>
        <p:spPr>
          <a:xfrm>
            <a:off x="330893" y="836712"/>
            <a:ext cx="8482214" cy="5256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58611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1">
            <a:extLst>
              <a:ext uri="{FF2B5EF4-FFF2-40B4-BE49-F238E27FC236}">
                <a16:creationId xmlns:a16="http://schemas.microsoft.com/office/drawing/2014/main" id="{53E60C6D-4E85-4E14-BCDF-BF15C241F7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13470" y="486184"/>
            <a:ext cx="4047928" cy="1325563"/>
          </a:xfrm>
        </p:spPr>
        <p:txBody>
          <a:bodyPr>
            <a:normAutofit/>
          </a:bodyPr>
          <a:lstStyle/>
          <a:p>
            <a:r>
              <a:rPr lang="en-GB" i="1" dirty="0"/>
              <a:t>Importance of external research evaluation</a:t>
            </a:r>
          </a:p>
        </p:txBody>
      </p:sp>
      <p:pic>
        <p:nvPicPr>
          <p:cNvPr id="5" name="Picture 4" descr="A close up of a logo&#10;&#10;Description automatically generated">
            <a:extLst>
              <a:ext uri="{FF2B5EF4-FFF2-40B4-BE49-F238E27FC236}">
                <a16:creationId xmlns:a16="http://schemas.microsoft.com/office/drawing/2014/main" id="{E1890815-EC79-443D-A56C-3C793F369F9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764" y="1047066"/>
            <a:ext cx="3416775" cy="1836516"/>
          </a:xfrm>
          <a:custGeom>
            <a:avLst/>
            <a:gdLst/>
            <a:ahLst/>
            <a:cxnLst/>
            <a:rect l="l" t="t" r="r" b="b"/>
            <a:pathLst>
              <a:path w="4555700" h="2733294">
                <a:moveTo>
                  <a:pt x="82217" y="0"/>
                </a:moveTo>
                <a:lnTo>
                  <a:pt x="4473483" y="0"/>
                </a:lnTo>
                <a:cubicBezTo>
                  <a:pt x="4518890" y="0"/>
                  <a:pt x="4555700" y="36810"/>
                  <a:pt x="4555700" y="82217"/>
                </a:cubicBezTo>
                <a:lnTo>
                  <a:pt x="4555700" y="2651077"/>
                </a:lnTo>
                <a:cubicBezTo>
                  <a:pt x="4555700" y="2696484"/>
                  <a:pt x="4518890" y="2733294"/>
                  <a:pt x="4473483" y="2733294"/>
                </a:cubicBezTo>
                <a:lnTo>
                  <a:pt x="82217" y="2733294"/>
                </a:lnTo>
                <a:cubicBezTo>
                  <a:pt x="36810" y="2733294"/>
                  <a:pt x="0" y="2696484"/>
                  <a:pt x="0" y="2651077"/>
                </a:cubicBezTo>
                <a:lnTo>
                  <a:pt x="0" y="82217"/>
                </a:lnTo>
                <a:cubicBezTo>
                  <a:pt x="0" y="36810"/>
                  <a:pt x="36810" y="0"/>
                  <a:pt x="82217" y="0"/>
                </a:cubicBezTo>
                <a:close/>
              </a:path>
            </a:pathLst>
          </a:custGeom>
        </p:spPr>
      </p:pic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7D42D292-4C48-479B-9E59-E29CD9871C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004647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7" name="Picture 6" descr="A screenshot of a cell phone&#10;&#10;Description automatically generated">
            <a:extLst>
              <a:ext uri="{FF2B5EF4-FFF2-40B4-BE49-F238E27FC236}">
                <a16:creationId xmlns:a16="http://schemas.microsoft.com/office/drawing/2014/main" id="{9C55008D-0988-459F-B7FB-377533492C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807" y="2840989"/>
            <a:ext cx="4385723" cy="3756363"/>
          </a:xfrm>
          <a:custGeom>
            <a:avLst/>
            <a:gdLst/>
            <a:ahLst/>
            <a:cxnLst/>
            <a:rect l="l" t="t" r="r" b="b"/>
            <a:pathLst>
              <a:path w="4438338" h="2323972">
                <a:moveTo>
                  <a:pt x="69905" y="0"/>
                </a:moveTo>
                <a:lnTo>
                  <a:pt x="4368433" y="0"/>
                </a:lnTo>
                <a:cubicBezTo>
                  <a:pt x="4407040" y="0"/>
                  <a:pt x="4438338" y="31298"/>
                  <a:pt x="4438338" y="69905"/>
                </a:cubicBezTo>
                <a:lnTo>
                  <a:pt x="4438338" y="2254067"/>
                </a:lnTo>
                <a:cubicBezTo>
                  <a:pt x="4438338" y="2292674"/>
                  <a:pt x="4407040" y="2323972"/>
                  <a:pt x="4368433" y="2323972"/>
                </a:cubicBezTo>
                <a:lnTo>
                  <a:pt x="69905" y="2323972"/>
                </a:lnTo>
                <a:cubicBezTo>
                  <a:pt x="31298" y="2323972"/>
                  <a:pt x="0" y="2292674"/>
                  <a:pt x="0" y="2254067"/>
                </a:cubicBezTo>
                <a:lnTo>
                  <a:pt x="0" y="69905"/>
                </a:lnTo>
                <a:cubicBezTo>
                  <a:pt x="0" y="31298"/>
                  <a:pt x="31298" y="0"/>
                  <a:pt x="69905" y="0"/>
                </a:cubicBezTo>
                <a:close/>
              </a:path>
            </a:pathLst>
          </a:cu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13470" y="1946684"/>
            <a:ext cx="4047928" cy="4351338"/>
          </a:xfrm>
        </p:spPr>
        <p:txBody>
          <a:bodyPr>
            <a:normAutofit/>
          </a:bodyPr>
          <a:lstStyle/>
          <a:p>
            <a:r>
              <a:rPr lang="en-GB" sz="2000" dirty="0"/>
              <a:t>Evaluation is conducted regularly through publication and through periodic peer review – national research  quality audit.</a:t>
            </a:r>
          </a:p>
          <a:p>
            <a:endParaRPr lang="en-GB" dirty="0"/>
          </a:p>
          <a:p>
            <a:r>
              <a:rPr lang="en-GB" sz="2000" dirty="0"/>
              <a:t>Impact is defined as an effect on, change or benefit to the economy, society, culture, public policy or services, health, the environment or quality of life, beyond academia.</a:t>
            </a:r>
          </a:p>
        </p:txBody>
      </p:sp>
      <p:sp>
        <p:nvSpPr>
          <p:cNvPr id="16" name="Arc 15">
            <a:extLst>
              <a:ext uri="{FF2B5EF4-FFF2-40B4-BE49-F238E27FC236}">
                <a16:creationId xmlns:a16="http://schemas.microsoft.com/office/drawing/2014/main" id="{533DF362-939D-4EEE-8DC4-6B54607E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95198">
            <a:off x="1154762" y="162676"/>
            <a:ext cx="3062575" cy="4083433"/>
          </a:xfrm>
          <a:prstGeom prst="arc">
            <a:avLst>
              <a:gd name="adj1" fmla="val 17445962"/>
              <a:gd name="adj2" fmla="val 0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98803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C885B7-7B72-4DAB-AFF1-0446447AD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Impact Framework</a:t>
            </a:r>
            <a:r>
              <a:rPr lang="en-US" dirty="0"/>
              <a:t>: Reach and Significance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375052-6129-4236-AEE8-0BD2746893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Reach </a:t>
            </a:r>
            <a:r>
              <a:rPr lang="en-US" dirty="0"/>
              <a:t>= “the extent and/or diversity of the beneficiaries of the impact … assessed in terms of the extent to which the potential … beneficiaries have been reached”</a:t>
            </a:r>
          </a:p>
          <a:p>
            <a:endParaRPr lang="en-US" dirty="0"/>
          </a:p>
          <a:p>
            <a:r>
              <a:rPr lang="en-US" b="1" dirty="0"/>
              <a:t>Significance </a:t>
            </a:r>
            <a:r>
              <a:rPr lang="en-US" dirty="0"/>
              <a:t>= “the degree to which the impact had enabled, enriched, influenced, informed or changed the performance, policies, practices, products, services, understanding, awareness, or </a:t>
            </a:r>
            <a:r>
              <a:rPr lang="en-US" dirty="0" err="1"/>
              <a:t>wellbing</a:t>
            </a:r>
            <a:r>
              <a:rPr lang="en-US" dirty="0"/>
              <a:t> of the beneficiaries”</a:t>
            </a:r>
          </a:p>
          <a:p>
            <a:endParaRPr lang="en-US" b="1" dirty="0"/>
          </a:p>
          <a:p>
            <a:r>
              <a:rPr lang="en-US" dirty="0"/>
              <a:t>“Each case study must provide a clear and coherent narrative that includes an account of who or what audiences, constituencies or groups, </a:t>
            </a:r>
            <a:r>
              <a:rPr lang="en-US" dirty="0" err="1"/>
              <a:t>organisations</a:t>
            </a:r>
            <a:r>
              <a:rPr lang="en-US" dirty="0"/>
              <a:t>, places, publics, sectors and so on, have benefited. Been influenced of acted upon. … the key claims made in the narrative [must] be supported by evidence”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3194096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GB" sz="4400" dirty="0"/>
              <a:t>Impact Types</a:t>
            </a:r>
            <a:endParaRPr lang="en-GB" sz="4300" i="1" dirty="0"/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677373"/>
            <a:ext cx="8140446" cy="18288"/>
          </a:xfrm>
          <a:custGeom>
            <a:avLst/>
            <a:gdLst>
              <a:gd name="csX0" fmla="*/ 0 w 8140446"/>
              <a:gd name="csY0" fmla="*/ 0 h 18288"/>
              <a:gd name="csX1" fmla="*/ 434157 w 8140446"/>
              <a:gd name="csY1" fmla="*/ 0 h 18288"/>
              <a:gd name="csX2" fmla="*/ 1193932 w 8140446"/>
              <a:gd name="csY2" fmla="*/ 0 h 18288"/>
              <a:gd name="csX3" fmla="*/ 1628089 w 8140446"/>
              <a:gd name="csY3" fmla="*/ 0 h 18288"/>
              <a:gd name="csX4" fmla="*/ 2225055 w 8140446"/>
              <a:gd name="csY4" fmla="*/ 0 h 18288"/>
              <a:gd name="csX5" fmla="*/ 3066235 w 8140446"/>
              <a:gd name="csY5" fmla="*/ 0 h 18288"/>
              <a:gd name="csX6" fmla="*/ 3744605 w 8140446"/>
              <a:gd name="csY6" fmla="*/ 0 h 18288"/>
              <a:gd name="csX7" fmla="*/ 4504380 w 8140446"/>
              <a:gd name="csY7" fmla="*/ 0 h 18288"/>
              <a:gd name="csX8" fmla="*/ 5101346 w 8140446"/>
              <a:gd name="csY8" fmla="*/ 0 h 18288"/>
              <a:gd name="csX9" fmla="*/ 5779717 w 8140446"/>
              <a:gd name="csY9" fmla="*/ 0 h 18288"/>
              <a:gd name="csX10" fmla="*/ 6620896 w 8140446"/>
              <a:gd name="csY10" fmla="*/ 0 h 18288"/>
              <a:gd name="csX11" fmla="*/ 7136458 w 8140446"/>
              <a:gd name="csY11" fmla="*/ 0 h 18288"/>
              <a:gd name="csX12" fmla="*/ 8140446 w 8140446"/>
              <a:gd name="csY12" fmla="*/ 0 h 18288"/>
              <a:gd name="csX13" fmla="*/ 8140446 w 8140446"/>
              <a:gd name="csY13" fmla="*/ 18288 h 18288"/>
              <a:gd name="csX14" fmla="*/ 7543480 w 8140446"/>
              <a:gd name="csY14" fmla="*/ 18288 h 18288"/>
              <a:gd name="csX15" fmla="*/ 7109323 w 8140446"/>
              <a:gd name="csY15" fmla="*/ 18288 h 18288"/>
              <a:gd name="csX16" fmla="*/ 6430952 w 8140446"/>
              <a:gd name="csY16" fmla="*/ 18288 h 18288"/>
              <a:gd name="csX17" fmla="*/ 5915391 w 8140446"/>
              <a:gd name="csY17" fmla="*/ 18288 h 18288"/>
              <a:gd name="csX18" fmla="*/ 5237020 w 8140446"/>
              <a:gd name="csY18" fmla="*/ 18288 h 18288"/>
              <a:gd name="csX19" fmla="*/ 4558650 w 8140446"/>
              <a:gd name="csY19" fmla="*/ 18288 h 18288"/>
              <a:gd name="csX20" fmla="*/ 3880279 w 8140446"/>
              <a:gd name="csY20" fmla="*/ 18288 h 18288"/>
              <a:gd name="csX21" fmla="*/ 3201909 w 8140446"/>
              <a:gd name="csY21" fmla="*/ 18288 h 18288"/>
              <a:gd name="csX22" fmla="*/ 2604943 w 8140446"/>
              <a:gd name="csY22" fmla="*/ 18288 h 18288"/>
              <a:gd name="csX23" fmla="*/ 1845168 w 8140446"/>
              <a:gd name="csY23" fmla="*/ 18288 h 18288"/>
              <a:gd name="csX24" fmla="*/ 1166797 w 8140446"/>
              <a:gd name="csY24" fmla="*/ 18288 h 18288"/>
              <a:gd name="csX25" fmla="*/ 0 w 8140446"/>
              <a:gd name="csY25" fmla="*/ 18288 h 18288"/>
              <a:gd name="csX26" fmla="*/ 0 w 8140446"/>
              <a:gd name="csY26" fmla="*/ 0 h 18288"/>
              <a:gd name="csX0" fmla="*/ 0 w 8140446"/>
              <a:gd name="csY0" fmla="*/ 0 h 18288"/>
              <a:gd name="csX1" fmla="*/ 596966 w 8140446"/>
              <a:gd name="csY1" fmla="*/ 0 h 18288"/>
              <a:gd name="csX2" fmla="*/ 1031123 w 8140446"/>
              <a:gd name="csY2" fmla="*/ 0 h 18288"/>
              <a:gd name="csX3" fmla="*/ 1872303 w 8140446"/>
              <a:gd name="csY3" fmla="*/ 0 h 18288"/>
              <a:gd name="csX4" fmla="*/ 2469269 w 8140446"/>
              <a:gd name="csY4" fmla="*/ 0 h 18288"/>
              <a:gd name="csX5" fmla="*/ 3066235 w 8140446"/>
              <a:gd name="csY5" fmla="*/ 0 h 18288"/>
              <a:gd name="csX6" fmla="*/ 3907414 w 8140446"/>
              <a:gd name="csY6" fmla="*/ 0 h 18288"/>
              <a:gd name="csX7" fmla="*/ 4422976 w 8140446"/>
              <a:gd name="csY7" fmla="*/ 0 h 18288"/>
              <a:gd name="csX8" fmla="*/ 5264155 w 8140446"/>
              <a:gd name="csY8" fmla="*/ 0 h 18288"/>
              <a:gd name="csX9" fmla="*/ 6105335 w 8140446"/>
              <a:gd name="csY9" fmla="*/ 0 h 18288"/>
              <a:gd name="csX10" fmla="*/ 6783705 w 8140446"/>
              <a:gd name="csY10" fmla="*/ 0 h 18288"/>
              <a:gd name="csX11" fmla="*/ 8140446 w 8140446"/>
              <a:gd name="csY11" fmla="*/ 0 h 18288"/>
              <a:gd name="csX12" fmla="*/ 8140446 w 8140446"/>
              <a:gd name="csY12" fmla="*/ 18288 h 18288"/>
              <a:gd name="csX13" fmla="*/ 7706289 w 8140446"/>
              <a:gd name="csY13" fmla="*/ 18288 h 18288"/>
              <a:gd name="csX14" fmla="*/ 6865109 w 8140446"/>
              <a:gd name="csY14" fmla="*/ 18288 h 18288"/>
              <a:gd name="csX15" fmla="*/ 6349548 w 8140446"/>
              <a:gd name="csY15" fmla="*/ 18288 h 18288"/>
              <a:gd name="csX16" fmla="*/ 5671177 w 8140446"/>
              <a:gd name="csY16" fmla="*/ 18288 h 18288"/>
              <a:gd name="csX17" fmla="*/ 4829998 w 8140446"/>
              <a:gd name="csY17" fmla="*/ 18288 h 18288"/>
              <a:gd name="csX18" fmla="*/ 4151627 w 8140446"/>
              <a:gd name="csY18" fmla="*/ 18288 h 18288"/>
              <a:gd name="csX19" fmla="*/ 3717470 w 8140446"/>
              <a:gd name="csY19" fmla="*/ 18288 h 18288"/>
              <a:gd name="csX20" fmla="*/ 3201909 w 8140446"/>
              <a:gd name="csY20" fmla="*/ 18288 h 18288"/>
              <a:gd name="csX21" fmla="*/ 2360729 w 8140446"/>
              <a:gd name="csY21" fmla="*/ 18288 h 18288"/>
              <a:gd name="csX22" fmla="*/ 1682359 w 8140446"/>
              <a:gd name="csY22" fmla="*/ 18288 h 18288"/>
              <a:gd name="csX23" fmla="*/ 1166797 w 8140446"/>
              <a:gd name="csY23" fmla="*/ 18288 h 18288"/>
              <a:gd name="csX24" fmla="*/ 0 w 8140446"/>
              <a:gd name="csY24" fmla="*/ 18288 h 18288"/>
              <a:gd name="csX25" fmla="*/ 0 w 8140446"/>
              <a:gd name="csY2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87427" y="6231"/>
                  <a:pt x="309612" y="-26324"/>
                  <a:pt x="434157" y="0"/>
                </a:cubicBezTo>
                <a:cubicBezTo>
                  <a:pt x="536972" y="29330"/>
                  <a:pt x="959392" y="28619"/>
                  <a:pt x="1193932" y="0"/>
                </a:cubicBezTo>
                <a:cubicBezTo>
                  <a:pt x="1446097" y="13819"/>
                  <a:pt x="1471680" y="7203"/>
                  <a:pt x="1628089" y="0"/>
                </a:cubicBezTo>
                <a:cubicBezTo>
                  <a:pt x="1817415" y="4047"/>
                  <a:pt x="1949536" y="-59324"/>
                  <a:pt x="2225055" y="0"/>
                </a:cubicBezTo>
                <a:cubicBezTo>
                  <a:pt x="2520490" y="18365"/>
                  <a:pt x="2717469" y="18707"/>
                  <a:pt x="3066235" y="0"/>
                </a:cubicBezTo>
                <a:cubicBezTo>
                  <a:pt x="3437075" y="3751"/>
                  <a:pt x="3408347" y="31644"/>
                  <a:pt x="3744605" y="0"/>
                </a:cubicBezTo>
                <a:cubicBezTo>
                  <a:pt x="4097249" y="-11527"/>
                  <a:pt x="4249699" y="-32555"/>
                  <a:pt x="4504380" y="0"/>
                </a:cubicBezTo>
                <a:cubicBezTo>
                  <a:pt x="4737570" y="17980"/>
                  <a:pt x="4877497" y="1006"/>
                  <a:pt x="5101346" y="0"/>
                </a:cubicBezTo>
                <a:cubicBezTo>
                  <a:pt x="5359305" y="-15330"/>
                  <a:pt x="5447195" y="7257"/>
                  <a:pt x="5779717" y="0"/>
                </a:cubicBezTo>
                <a:cubicBezTo>
                  <a:pt x="6090019" y="-17621"/>
                  <a:pt x="6273151" y="4279"/>
                  <a:pt x="6620896" y="0"/>
                </a:cubicBezTo>
                <a:cubicBezTo>
                  <a:pt x="6968586" y="34056"/>
                  <a:pt x="6990073" y="23587"/>
                  <a:pt x="7136458" y="0"/>
                </a:cubicBezTo>
                <a:cubicBezTo>
                  <a:pt x="7320575" y="20480"/>
                  <a:pt x="7847401" y="-6173"/>
                  <a:pt x="8140446" y="0"/>
                </a:cubicBezTo>
                <a:cubicBezTo>
                  <a:pt x="8139878" y="7862"/>
                  <a:pt x="8140227" y="13269"/>
                  <a:pt x="8140446" y="18288"/>
                </a:cubicBezTo>
                <a:cubicBezTo>
                  <a:pt x="7908069" y="-20636"/>
                  <a:pt x="7683037" y="21977"/>
                  <a:pt x="7543480" y="18288"/>
                </a:cubicBezTo>
                <a:cubicBezTo>
                  <a:pt x="7393752" y="10050"/>
                  <a:pt x="7221032" y="-3229"/>
                  <a:pt x="7109323" y="18288"/>
                </a:cubicBezTo>
                <a:cubicBezTo>
                  <a:pt x="7015297" y="22483"/>
                  <a:pt x="6599332" y="40899"/>
                  <a:pt x="6430952" y="18288"/>
                </a:cubicBezTo>
                <a:cubicBezTo>
                  <a:pt x="6292915" y="-34150"/>
                  <a:pt x="6142305" y="21507"/>
                  <a:pt x="5915391" y="18288"/>
                </a:cubicBezTo>
                <a:cubicBezTo>
                  <a:pt x="5682725" y="47843"/>
                  <a:pt x="5440566" y="31420"/>
                  <a:pt x="5237020" y="18288"/>
                </a:cubicBezTo>
                <a:cubicBezTo>
                  <a:pt x="5046456" y="10577"/>
                  <a:pt x="4706449" y="51976"/>
                  <a:pt x="4558650" y="18288"/>
                </a:cubicBezTo>
                <a:cubicBezTo>
                  <a:pt x="4361396" y="-987"/>
                  <a:pt x="4145362" y="-22303"/>
                  <a:pt x="3880279" y="18288"/>
                </a:cubicBezTo>
                <a:cubicBezTo>
                  <a:pt x="3610716" y="25411"/>
                  <a:pt x="3472690" y="4008"/>
                  <a:pt x="3201909" y="18288"/>
                </a:cubicBezTo>
                <a:cubicBezTo>
                  <a:pt x="2913595" y="35097"/>
                  <a:pt x="2753317" y="-1149"/>
                  <a:pt x="2604943" y="18288"/>
                </a:cubicBezTo>
                <a:cubicBezTo>
                  <a:pt x="2450130" y="36989"/>
                  <a:pt x="1974183" y="40159"/>
                  <a:pt x="1845168" y="18288"/>
                </a:cubicBezTo>
                <a:cubicBezTo>
                  <a:pt x="1677929" y="220"/>
                  <a:pt x="1378098" y="-772"/>
                  <a:pt x="1166797" y="18288"/>
                </a:cubicBezTo>
                <a:cubicBezTo>
                  <a:pt x="921150" y="53277"/>
                  <a:pt x="327457" y="47297"/>
                  <a:pt x="0" y="18288"/>
                </a:cubicBezTo>
                <a:cubicBezTo>
                  <a:pt x="-589" y="13471"/>
                  <a:pt x="-474" y="7409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36968" y="-25482"/>
                  <a:pt x="379786" y="11224"/>
                  <a:pt x="596966" y="0"/>
                </a:cubicBezTo>
                <a:cubicBezTo>
                  <a:pt x="815878" y="-21223"/>
                  <a:pt x="832062" y="11868"/>
                  <a:pt x="1031123" y="0"/>
                </a:cubicBezTo>
                <a:cubicBezTo>
                  <a:pt x="1256800" y="-30738"/>
                  <a:pt x="1658090" y="-20345"/>
                  <a:pt x="1872303" y="0"/>
                </a:cubicBezTo>
                <a:cubicBezTo>
                  <a:pt x="2115604" y="28431"/>
                  <a:pt x="2277865" y="-40642"/>
                  <a:pt x="2469269" y="0"/>
                </a:cubicBezTo>
                <a:cubicBezTo>
                  <a:pt x="2679731" y="25919"/>
                  <a:pt x="2788602" y="-6498"/>
                  <a:pt x="3066235" y="0"/>
                </a:cubicBezTo>
                <a:cubicBezTo>
                  <a:pt x="3325663" y="-14487"/>
                  <a:pt x="3706561" y="67517"/>
                  <a:pt x="3907414" y="0"/>
                </a:cubicBezTo>
                <a:cubicBezTo>
                  <a:pt x="4127229" y="-37113"/>
                  <a:pt x="4179037" y="-8167"/>
                  <a:pt x="4422976" y="0"/>
                </a:cubicBezTo>
                <a:cubicBezTo>
                  <a:pt x="4683575" y="-28486"/>
                  <a:pt x="5055803" y="-13799"/>
                  <a:pt x="5264155" y="0"/>
                </a:cubicBezTo>
                <a:cubicBezTo>
                  <a:pt x="5513566" y="14315"/>
                  <a:pt x="5735215" y="2768"/>
                  <a:pt x="6105335" y="0"/>
                </a:cubicBezTo>
                <a:cubicBezTo>
                  <a:pt x="6510913" y="-12587"/>
                  <a:pt x="6456171" y="3247"/>
                  <a:pt x="6783705" y="0"/>
                </a:cubicBezTo>
                <a:cubicBezTo>
                  <a:pt x="7057099" y="-15461"/>
                  <a:pt x="7592067" y="5384"/>
                  <a:pt x="8140446" y="0"/>
                </a:cubicBezTo>
                <a:cubicBezTo>
                  <a:pt x="8140452" y="8597"/>
                  <a:pt x="8141122" y="9732"/>
                  <a:pt x="8140446" y="18288"/>
                </a:cubicBezTo>
                <a:cubicBezTo>
                  <a:pt x="7961834" y="8406"/>
                  <a:pt x="7874097" y="10350"/>
                  <a:pt x="7706289" y="18288"/>
                </a:cubicBezTo>
                <a:cubicBezTo>
                  <a:pt x="7582508" y="-14920"/>
                  <a:pt x="7179551" y="-33111"/>
                  <a:pt x="6865109" y="18288"/>
                </a:cubicBezTo>
                <a:cubicBezTo>
                  <a:pt x="6583382" y="24117"/>
                  <a:pt x="6525821" y="36696"/>
                  <a:pt x="6349548" y="18288"/>
                </a:cubicBezTo>
                <a:cubicBezTo>
                  <a:pt x="6209953" y="10881"/>
                  <a:pt x="5959707" y="-47828"/>
                  <a:pt x="5671177" y="18288"/>
                </a:cubicBezTo>
                <a:cubicBezTo>
                  <a:pt x="5387744" y="29809"/>
                  <a:pt x="5228514" y="101507"/>
                  <a:pt x="4829998" y="18288"/>
                </a:cubicBezTo>
                <a:cubicBezTo>
                  <a:pt x="4415646" y="-28596"/>
                  <a:pt x="4343809" y="28954"/>
                  <a:pt x="4151627" y="18288"/>
                </a:cubicBezTo>
                <a:cubicBezTo>
                  <a:pt x="3950673" y="-9796"/>
                  <a:pt x="3879947" y="41143"/>
                  <a:pt x="3717470" y="18288"/>
                </a:cubicBezTo>
                <a:cubicBezTo>
                  <a:pt x="3558660" y="10110"/>
                  <a:pt x="3468854" y="29375"/>
                  <a:pt x="3201909" y="18288"/>
                </a:cubicBezTo>
                <a:cubicBezTo>
                  <a:pt x="2965673" y="10505"/>
                  <a:pt x="2568327" y="22116"/>
                  <a:pt x="2360729" y="18288"/>
                </a:cubicBezTo>
                <a:cubicBezTo>
                  <a:pt x="2171885" y="49144"/>
                  <a:pt x="1923258" y="16020"/>
                  <a:pt x="1682359" y="18288"/>
                </a:cubicBezTo>
                <a:cubicBezTo>
                  <a:pt x="1430698" y="-2378"/>
                  <a:pt x="1324229" y="-1751"/>
                  <a:pt x="1166797" y="18288"/>
                </a:cubicBezTo>
                <a:cubicBezTo>
                  <a:pt x="1001390" y="41795"/>
                  <a:pt x="324313" y="57964"/>
                  <a:pt x="0" y="18288"/>
                </a:cubicBezTo>
                <a:cubicBezTo>
                  <a:pt x="285" y="13135"/>
                  <a:pt x="532" y="5956"/>
                  <a:pt x="0" y="0"/>
                </a:cubicBezTo>
                <a:close/>
              </a:path>
              <a:path w="8140446" h="18288" fill="none" stroke="0" extrusionOk="0">
                <a:moveTo>
                  <a:pt x="0" y="0"/>
                </a:moveTo>
                <a:cubicBezTo>
                  <a:pt x="69532" y="-6557"/>
                  <a:pt x="264219" y="3919"/>
                  <a:pt x="434157" y="0"/>
                </a:cubicBezTo>
                <a:cubicBezTo>
                  <a:pt x="600013" y="9090"/>
                  <a:pt x="921449" y="-13478"/>
                  <a:pt x="1193932" y="0"/>
                </a:cubicBezTo>
                <a:cubicBezTo>
                  <a:pt x="1443592" y="14844"/>
                  <a:pt x="1471188" y="10722"/>
                  <a:pt x="1628089" y="0"/>
                </a:cubicBezTo>
                <a:cubicBezTo>
                  <a:pt x="1750006" y="-24149"/>
                  <a:pt x="1967480" y="-14904"/>
                  <a:pt x="2225055" y="0"/>
                </a:cubicBezTo>
                <a:cubicBezTo>
                  <a:pt x="2503918" y="19247"/>
                  <a:pt x="2709263" y="-16351"/>
                  <a:pt x="3066235" y="0"/>
                </a:cubicBezTo>
                <a:cubicBezTo>
                  <a:pt x="3429723" y="-1627"/>
                  <a:pt x="3399401" y="30976"/>
                  <a:pt x="3744605" y="0"/>
                </a:cubicBezTo>
                <a:cubicBezTo>
                  <a:pt x="4081920" y="-40602"/>
                  <a:pt x="4258272" y="-2441"/>
                  <a:pt x="4504380" y="0"/>
                </a:cubicBezTo>
                <a:cubicBezTo>
                  <a:pt x="4760039" y="21121"/>
                  <a:pt x="4866555" y="-1351"/>
                  <a:pt x="5101346" y="0"/>
                </a:cubicBezTo>
                <a:cubicBezTo>
                  <a:pt x="5336279" y="1859"/>
                  <a:pt x="5465100" y="30801"/>
                  <a:pt x="5779717" y="0"/>
                </a:cubicBezTo>
                <a:cubicBezTo>
                  <a:pt x="6117018" y="-2879"/>
                  <a:pt x="6273497" y="-5002"/>
                  <a:pt x="6620896" y="0"/>
                </a:cubicBezTo>
                <a:cubicBezTo>
                  <a:pt x="6972306" y="38666"/>
                  <a:pt x="6992056" y="28334"/>
                  <a:pt x="7136458" y="0"/>
                </a:cubicBezTo>
                <a:cubicBezTo>
                  <a:pt x="7325567" y="-61201"/>
                  <a:pt x="7766555" y="-88399"/>
                  <a:pt x="8140446" y="0"/>
                </a:cubicBezTo>
                <a:cubicBezTo>
                  <a:pt x="8140031" y="7748"/>
                  <a:pt x="8139515" y="13015"/>
                  <a:pt x="8140446" y="18288"/>
                </a:cubicBezTo>
                <a:cubicBezTo>
                  <a:pt x="7892673" y="-4012"/>
                  <a:pt x="7668025" y="650"/>
                  <a:pt x="7543480" y="18288"/>
                </a:cubicBezTo>
                <a:cubicBezTo>
                  <a:pt x="7406710" y="-3467"/>
                  <a:pt x="7207646" y="8893"/>
                  <a:pt x="7109323" y="18288"/>
                </a:cubicBezTo>
                <a:cubicBezTo>
                  <a:pt x="6993037" y="49011"/>
                  <a:pt x="6598723" y="59405"/>
                  <a:pt x="6430952" y="18288"/>
                </a:cubicBezTo>
                <a:cubicBezTo>
                  <a:pt x="6284771" y="15315"/>
                  <a:pt x="6162730" y="20350"/>
                  <a:pt x="5915391" y="18288"/>
                </a:cubicBezTo>
                <a:cubicBezTo>
                  <a:pt x="5684668" y="13603"/>
                  <a:pt x="5422852" y="53618"/>
                  <a:pt x="5237020" y="18288"/>
                </a:cubicBezTo>
                <a:cubicBezTo>
                  <a:pt x="5035482" y="26296"/>
                  <a:pt x="4719808" y="55145"/>
                  <a:pt x="4558650" y="18288"/>
                </a:cubicBezTo>
                <a:cubicBezTo>
                  <a:pt x="4375169" y="-35587"/>
                  <a:pt x="4137553" y="12086"/>
                  <a:pt x="3880279" y="18288"/>
                </a:cubicBezTo>
                <a:cubicBezTo>
                  <a:pt x="3624533" y="32648"/>
                  <a:pt x="3467387" y="6480"/>
                  <a:pt x="3201909" y="18288"/>
                </a:cubicBezTo>
                <a:cubicBezTo>
                  <a:pt x="2918126" y="73342"/>
                  <a:pt x="2717830" y="-17156"/>
                  <a:pt x="2604943" y="18288"/>
                </a:cubicBezTo>
                <a:cubicBezTo>
                  <a:pt x="2496133" y="44525"/>
                  <a:pt x="2003915" y="18254"/>
                  <a:pt x="1845168" y="18288"/>
                </a:cubicBezTo>
                <a:cubicBezTo>
                  <a:pt x="1694518" y="14989"/>
                  <a:pt x="1344959" y="44188"/>
                  <a:pt x="1166797" y="18288"/>
                </a:cubicBezTo>
                <a:cubicBezTo>
                  <a:pt x="935925" y="69451"/>
                  <a:pt x="319712" y="-63972"/>
                  <a:pt x="0" y="18288"/>
                </a:cubicBezTo>
                <a:cubicBezTo>
                  <a:pt x="1307" y="12414"/>
                  <a:pt x="-32" y="574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8140446"/>
                      <a:gd name="connsiteY0" fmla="*/ 0 h 18288"/>
                      <a:gd name="connsiteX1" fmla="*/ 434157 w 8140446"/>
                      <a:gd name="connsiteY1" fmla="*/ 0 h 18288"/>
                      <a:gd name="connsiteX2" fmla="*/ 1193932 w 8140446"/>
                      <a:gd name="connsiteY2" fmla="*/ 0 h 18288"/>
                      <a:gd name="connsiteX3" fmla="*/ 1628089 w 8140446"/>
                      <a:gd name="connsiteY3" fmla="*/ 0 h 18288"/>
                      <a:gd name="connsiteX4" fmla="*/ 2225055 w 8140446"/>
                      <a:gd name="connsiteY4" fmla="*/ 0 h 18288"/>
                      <a:gd name="connsiteX5" fmla="*/ 3066235 w 8140446"/>
                      <a:gd name="connsiteY5" fmla="*/ 0 h 18288"/>
                      <a:gd name="connsiteX6" fmla="*/ 3744605 w 8140446"/>
                      <a:gd name="connsiteY6" fmla="*/ 0 h 18288"/>
                      <a:gd name="connsiteX7" fmla="*/ 4504380 w 8140446"/>
                      <a:gd name="connsiteY7" fmla="*/ 0 h 18288"/>
                      <a:gd name="connsiteX8" fmla="*/ 5101346 w 8140446"/>
                      <a:gd name="connsiteY8" fmla="*/ 0 h 18288"/>
                      <a:gd name="connsiteX9" fmla="*/ 5779717 w 8140446"/>
                      <a:gd name="connsiteY9" fmla="*/ 0 h 18288"/>
                      <a:gd name="connsiteX10" fmla="*/ 6620896 w 8140446"/>
                      <a:gd name="connsiteY10" fmla="*/ 0 h 18288"/>
                      <a:gd name="connsiteX11" fmla="*/ 7136458 w 8140446"/>
                      <a:gd name="connsiteY11" fmla="*/ 0 h 18288"/>
                      <a:gd name="connsiteX12" fmla="*/ 8140446 w 8140446"/>
                      <a:gd name="connsiteY12" fmla="*/ 0 h 18288"/>
                      <a:gd name="connsiteX13" fmla="*/ 8140446 w 8140446"/>
                      <a:gd name="connsiteY13" fmla="*/ 18288 h 18288"/>
                      <a:gd name="connsiteX14" fmla="*/ 7543480 w 8140446"/>
                      <a:gd name="connsiteY14" fmla="*/ 18288 h 18288"/>
                      <a:gd name="connsiteX15" fmla="*/ 7109323 w 8140446"/>
                      <a:gd name="connsiteY15" fmla="*/ 18288 h 18288"/>
                      <a:gd name="connsiteX16" fmla="*/ 6430952 w 8140446"/>
                      <a:gd name="connsiteY16" fmla="*/ 18288 h 18288"/>
                      <a:gd name="connsiteX17" fmla="*/ 5915391 w 8140446"/>
                      <a:gd name="connsiteY17" fmla="*/ 18288 h 18288"/>
                      <a:gd name="connsiteX18" fmla="*/ 5237020 w 8140446"/>
                      <a:gd name="connsiteY18" fmla="*/ 18288 h 18288"/>
                      <a:gd name="connsiteX19" fmla="*/ 4558650 w 8140446"/>
                      <a:gd name="connsiteY19" fmla="*/ 18288 h 18288"/>
                      <a:gd name="connsiteX20" fmla="*/ 3880279 w 8140446"/>
                      <a:gd name="connsiteY20" fmla="*/ 18288 h 18288"/>
                      <a:gd name="connsiteX21" fmla="*/ 3201909 w 8140446"/>
                      <a:gd name="connsiteY21" fmla="*/ 18288 h 18288"/>
                      <a:gd name="connsiteX22" fmla="*/ 2604943 w 8140446"/>
                      <a:gd name="connsiteY22" fmla="*/ 18288 h 18288"/>
                      <a:gd name="connsiteX23" fmla="*/ 1845168 w 8140446"/>
                      <a:gd name="connsiteY23" fmla="*/ 18288 h 18288"/>
                      <a:gd name="connsiteX24" fmla="*/ 1166797 w 8140446"/>
                      <a:gd name="connsiteY24" fmla="*/ 18288 h 18288"/>
                      <a:gd name="connsiteX25" fmla="*/ 0 w 8140446"/>
                      <a:gd name="connsiteY25" fmla="*/ 18288 h 18288"/>
                      <a:gd name="connsiteX26" fmla="*/ 0 w 8140446"/>
                      <a:gd name="connsiteY26" fmla="*/ 0 h 182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</a:cxnLst>
                    <a:rect l="l" t="t" r="r" b="b"/>
                    <a:pathLst>
                      <a:path w="8140446" h="18288" fill="none" extrusionOk="0">
                        <a:moveTo>
                          <a:pt x="0" y="0"/>
                        </a:moveTo>
                        <a:cubicBezTo>
                          <a:pt x="94920" y="9103"/>
                          <a:pt x="287892" y="-4966"/>
                          <a:pt x="434157" y="0"/>
                        </a:cubicBezTo>
                        <a:cubicBezTo>
                          <a:pt x="580422" y="4966"/>
                          <a:pt x="943595" y="-14182"/>
                          <a:pt x="1193932" y="0"/>
                        </a:cubicBezTo>
                        <a:cubicBezTo>
                          <a:pt x="1444270" y="14182"/>
                          <a:pt x="1472129" y="5523"/>
                          <a:pt x="1628089" y="0"/>
                        </a:cubicBezTo>
                        <a:cubicBezTo>
                          <a:pt x="1784049" y="-5523"/>
                          <a:pt x="1962419" y="-17322"/>
                          <a:pt x="2225055" y="0"/>
                        </a:cubicBezTo>
                        <a:cubicBezTo>
                          <a:pt x="2487691" y="17322"/>
                          <a:pt x="2700681" y="1311"/>
                          <a:pt x="3066235" y="0"/>
                        </a:cubicBezTo>
                        <a:cubicBezTo>
                          <a:pt x="3431789" y="-1311"/>
                          <a:pt x="3405662" y="25081"/>
                          <a:pt x="3744605" y="0"/>
                        </a:cubicBezTo>
                        <a:cubicBezTo>
                          <a:pt x="4083548" y="-25081"/>
                          <a:pt x="4265111" y="-11945"/>
                          <a:pt x="4504380" y="0"/>
                        </a:cubicBezTo>
                        <a:cubicBezTo>
                          <a:pt x="4743649" y="11945"/>
                          <a:pt x="4860394" y="-2832"/>
                          <a:pt x="5101346" y="0"/>
                        </a:cubicBezTo>
                        <a:cubicBezTo>
                          <a:pt x="5342298" y="2832"/>
                          <a:pt x="5456387" y="23676"/>
                          <a:pt x="5779717" y="0"/>
                        </a:cubicBezTo>
                        <a:cubicBezTo>
                          <a:pt x="6103047" y="-23676"/>
                          <a:pt x="6270379" y="-37291"/>
                          <a:pt x="6620896" y="0"/>
                        </a:cubicBezTo>
                        <a:cubicBezTo>
                          <a:pt x="6971413" y="37291"/>
                          <a:pt x="6989068" y="24674"/>
                          <a:pt x="7136458" y="0"/>
                        </a:cubicBezTo>
                        <a:cubicBezTo>
                          <a:pt x="7283848" y="-24674"/>
                          <a:pt x="7752532" y="-22436"/>
                          <a:pt x="8140446" y="0"/>
                        </a:cubicBezTo>
                        <a:cubicBezTo>
                          <a:pt x="8140314" y="7702"/>
                          <a:pt x="8140234" y="13511"/>
                          <a:pt x="8140446" y="18288"/>
                        </a:cubicBezTo>
                        <a:cubicBezTo>
                          <a:pt x="7906329" y="-3043"/>
                          <a:pt x="7681180" y="27465"/>
                          <a:pt x="7543480" y="18288"/>
                        </a:cubicBezTo>
                        <a:cubicBezTo>
                          <a:pt x="7405780" y="9111"/>
                          <a:pt x="7216607" y="3660"/>
                          <a:pt x="7109323" y="18288"/>
                        </a:cubicBezTo>
                        <a:cubicBezTo>
                          <a:pt x="7002039" y="32916"/>
                          <a:pt x="6576231" y="42692"/>
                          <a:pt x="6430952" y="18288"/>
                        </a:cubicBezTo>
                        <a:cubicBezTo>
                          <a:pt x="6285673" y="-6116"/>
                          <a:pt x="6138840" y="34521"/>
                          <a:pt x="5915391" y="18288"/>
                        </a:cubicBezTo>
                        <a:cubicBezTo>
                          <a:pt x="5691942" y="2055"/>
                          <a:pt x="5459460" y="51666"/>
                          <a:pt x="5237020" y="18288"/>
                        </a:cubicBezTo>
                        <a:cubicBezTo>
                          <a:pt x="5014580" y="-15090"/>
                          <a:pt x="4747677" y="40449"/>
                          <a:pt x="4558650" y="18288"/>
                        </a:cubicBezTo>
                        <a:cubicBezTo>
                          <a:pt x="4369623" y="-3873"/>
                          <a:pt x="4146061" y="12568"/>
                          <a:pt x="3880279" y="18288"/>
                        </a:cubicBezTo>
                        <a:cubicBezTo>
                          <a:pt x="3614497" y="24008"/>
                          <a:pt x="3473808" y="-12908"/>
                          <a:pt x="3201909" y="18288"/>
                        </a:cubicBezTo>
                        <a:cubicBezTo>
                          <a:pt x="2930010" y="49484"/>
                          <a:pt x="2728175" y="-3430"/>
                          <a:pt x="2604943" y="18288"/>
                        </a:cubicBezTo>
                        <a:cubicBezTo>
                          <a:pt x="2481711" y="40006"/>
                          <a:pt x="2004334" y="26952"/>
                          <a:pt x="1845168" y="18288"/>
                        </a:cubicBezTo>
                        <a:cubicBezTo>
                          <a:pt x="1686003" y="9624"/>
                          <a:pt x="1375070" y="37580"/>
                          <a:pt x="1166797" y="18288"/>
                        </a:cubicBezTo>
                        <a:cubicBezTo>
                          <a:pt x="958524" y="-1004"/>
                          <a:pt x="342846" y="8880"/>
                          <a:pt x="0" y="18288"/>
                        </a:cubicBezTo>
                        <a:cubicBezTo>
                          <a:pt x="129" y="13298"/>
                          <a:pt x="-675" y="6857"/>
                          <a:pt x="0" y="0"/>
                        </a:cubicBezTo>
                        <a:close/>
                      </a:path>
                      <a:path w="8140446" h="18288" stroke="0" extrusionOk="0">
                        <a:moveTo>
                          <a:pt x="0" y="0"/>
                        </a:moveTo>
                        <a:cubicBezTo>
                          <a:pt x="142435" y="-24533"/>
                          <a:pt x="380026" y="17447"/>
                          <a:pt x="596966" y="0"/>
                        </a:cubicBezTo>
                        <a:cubicBezTo>
                          <a:pt x="813906" y="-17447"/>
                          <a:pt x="830530" y="13462"/>
                          <a:pt x="1031123" y="0"/>
                        </a:cubicBezTo>
                        <a:cubicBezTo>
                          <a:pt x="1231716" y="-13462"/>
                          <a:pt x="1634038" y="0"/>
                          <a:pt x="1872303" y="0"/>
                        </a:cubicBezTo>
                        <a:cubicBezTo>
                          <a:pt x="2110568" y="0"/>
                          <a:pt x="2261934" y="-25727"/>
                          <a:pt x="2469269" y="0"/>
                        </a:cubicBezTo>
                        <a:cubicBezTo>
                          <a:pt x="2676604" y="25727"/>
                          <a:pt x="2790440" y="16284"/>
                          <a:pt x="3066235" y="0"/>
                        </a:cubicBezTo>
                        <a:cubicBezTo>
                          <a:pt x="3342030" y="-16284"/>
                          <a:pt x="3685603" y="41976"/>
                          <a:pt x="3907414" y="0"/>
                        </a:cubicBezTo>
                        <a:cubicBezTo>
                          <a:pt x="4129225" y="-41976"/>
                          <a:pt x="4177416" y="-7598"/>
                          <a:pt x="4422976" y="0"/>
                        </a:cubicBezTo>
                        <a:cubicBezTo>
                          <a:pt x="4668536" y="7598"/>
                          <a:pt x="5023499" y="-28058"/>
                          <a:pt x="5264155" y="0"/>
                        </a:cubicBezTo>
                        <a:cubicBezTo>
                          <a:pt x="5504811" y="28058"/>
                          <a:pt x="5703675" y="13288"/>
                          <a:pt x="6105335" y="0"/>
                        </a:cubicBezTo>
                        <a:cubicBezTo>
                          <a:pt x="6506995" y="-13288"/>
                          <a:pt x="6455516" y="-5124"/>
                          <a:pt x="6783705" y="0"/>
                        </a:cubicBezTo>
                        <a:cubicBezTo>
                          <a:pt x="7111894" y="5124"/>
                          <a:pt x="7512856" y="10604"/>
                          <a:pt x="8140446" y="0"/>
                        </a:cubicBezTo>
                        <a:cubicBezTo>
                          <a:pt x="8140458" y="8833"/>
                          <a:pt x="8140986" y="9830"/>
                          <a:pt x="8140446" y="18288"/>
                        </a:cubicBezTo>
                        <a:cubicBezTo>
                          <a:pt x="7959314" y="3345"/>
                          <a:pt x="7870113" y="10437"/>
                          <a:pt x="7706289" y="18288"/>
                        </a:cubicBezTo>
                        <a:cubicBezTo>
                          <a:pt x="7542465" y="26139"/>
                          <a:pt x="7157940" y="17482"/>
                          <a:pt x="6865109" y="18288"/>
                        </a:cubicBezTo>
                        <a:cubicBezTo>
                          <a:pt x="6572278" y="19094"/>
                          <a:pt x="6524256" y="38051"/>
                          <a:pt x="6349548" y="18288"/>
                        </a:cubicBezTo>
                        <a:cubicBezTo>
                          <a:pt x="6174840" y="-1475"/>
                          <a:pt x="5951624" y="174"/>
                          <a:pt x="5671177" y="18288"/>
                        </a:cubicBezTo>
                        <a:cubicBezTo>
                          <a:pt x="5390730" y="36402"/>
                          <a:pt x="5222992" y="60058"/>
                          <a:pt x="4829998" y="18288"/>
                        </a:cubicBezTo>
                        <a:cubicBezTo>
                          <a:pt x="4437004" y="-23482"/>
                          <a:pt x="4344181" y="39087"/>
                          <a:pt x="4151627" y="18288"/>
                        </a:cubicBezTo>
                        <a:cubicBezTo>
                          <a:pt x="3959073" y="-2511"/>
                          <a:pt x="3886970" y="32875"/>
                          <a:pt x="3717470" y="18288"/>
                        </a:cubicBezTo>
                        <a:cubicBezTo>
                          <a:pt x="3547970" y="3701"/>
                          <a:pt x="3451521" y="31872"/>
                          <a:pt x="3201909" y="18288"/>
                        </a:cubicBezTo>
                        <a:cubicBezTo>
                          <a:pt x="2952297" y="4704"/>
                          <a:pt x="2543413" y="6029"/>
                          <a:pt x="2360729" y="18288"/>
                        </a:cubicBezTo>
                        <a:cubicBezTo>
                          <a:pt x="2178045" y="30547"/>
                          <a:pt x="1906056" y="25847"/>
                          <a:pt x="1682359" y="18288"/>
                        </a:cubicBezTo>
                        <a:cubicBezTo>
                          <a:pt x="1458662" y="10730"/>
                          <a:pt x="1330405" y="8046"/>
                          <a:pt x="1166797" y="18288"/>
                        </a:cubicBezTo>
                        <a:cubicBezTo>
                          <a:pt x="1003189" y="28530"/>
                          <a:pt x="278098" y="19533"/>
                          <a:pt x="0" y="18288"/>
                        </a:cubicBezTo>
                        <a:cubicBezTo>
                          <a:pt x="74" y="14054"/>
                          <a:pt x="-46" y="699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929384"/>
            <a:ext cx="7886700" cy="4251960"/>
          </a:xfrm>
        </p:spPr>
        <p:txBody>
          <a:bodyPr>
            <a:normAutofit/>
          </a:bodyPr>
          <a:lstStyle/>
          <a:p>
            <a:pPr eaLnBrk="1" hangingPunct="1"/>
            <a:endParaRPr lang="en-GB" altLang="en-US" sz="1900" b="1" dirty="0"/>
          </a:p>
          <a:p>
            <a:pPr marL="457200" indent="-457200" eaLnBrk="1" hangingPunct="1">
              <a:buFont typeface="+mj-lt"/>
              <a:buAutoNum type="arabicPeriod"/>
            </a:pPr>
            <a:r>
              <a:rPr lang="en-GB" altLang="en-US" sz="1900" b="1" dirty="0"/>
              <a:t>Instrumental</a:t>
            </a:r>
            <a:r>
              <a:rPr lang="en-GB" altLang="en-US" sz="1900" dirty="0"/>
              <a:t> - Influencing the development of policy practice or service provision; shaping behaviour; altering legislation, etc.</a:t>
            </a:r>
          </a:p>
          <a:p>
            <a:pPr marL="457200" indent="-457200" eaLnBrk="1" hangingPunct="1">
              <a:buFont typeface="+mj-lt"/>
              <a:buAutoNum type="arabicPeriod"/>
            </a:pPr>
            <a:r>
              <a:rPr lang="en-GB" altLang="en-US" sz="1900" b="1" dirty="0"/>
              <a:t>Conceptual</a:t>
            </a:r>
            <a:r>
              <a:rPr lang="en-GB" altLang="en-US" sz="1900" dirty="0"/>
              <a:t> – Contributing to our understanding of the above; Reframing debates</a:t>
            </a:r>
          </a:p>
          <a:p>
            <a:pPr marL="457200" indent="-457200" eaLnBrk="1" hangingPunct="1">
              <a:buFont typeface="+mj-lt"/>
              <a:buAutoNum type="arabicPeriod"/>
            </a:pPr>
            <a:r>
              <a:rPr lang="en-GB" altLang="en-US" sz="1900" b="1" dirty="0"/>
              <a:t>Capacity-building</a:t>
            </a:r>
            <a:r>
              <a:rPr lang="en-GB" altLang="en-US" sz="1900" dirty="0"/>
              <a:t> – Technical/professional skills development</a:t>
            </a:r>
          </a:p>
          <a:p>
            <a:pPr marL="457200" indent="-457200" eaLnBrk="1" hangingPunct="1">
              <a:buFont typeface="+mj-lt"/>
              <a:buAutoNum type="arabicPeriod"/>
            </a:pPr>
            <a:r>
              <a:rPr lang="en-GB" altLang="en-US" sz="1900" b="1" dirty="0"/>
              <a:t>Cultural change</a:t>
            </a:r>
            <a:r>
              <a:rPr lang="en-GB" altLang="en-US" sz="1900" dirty="0"/>
              <a:t> – Increased willingness to engage in knowledge exchange activities; Changed mindsets</a:t>
            </a:r>
          </a:p>
          <a:p>
            <a:pPr marL="457200" indent="-457200" eaLnBrk="1" hangingPunct="1">
              <a:buFont typeface="+mj-lt"/>
              <a:buAutoNum type="arabicPeriod"/>
            </a:pPr>
            <a:r>
              <a:rPr lang="en-GB" altLang="en-US" sz="1900" b="1" dirty="0"/>
              <a:t> Enduring connectivity</a:t>
            </a:r>
            <a:r>
              <a:rPr lang="en-GB" altLang="en-US" sz="1900" dirty="0"/>
              <a:t> – establishment of enduring academic/non-academic relationships </a:t>
            </a:r>
            <a:endParaRPr lang="en-GB" altLang="en-US" sz="1900" b="1" dirty="0"/>
          </a:p>
          <a:p>
            <a:pPr eaLnBrk="1" hangingPunct="1"/>
            <a:endParaRPr lang="en-GB" altLang="en-US" sz="1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809C89-E2C6-9CF1-3712-E3B22FD70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Examples of impact categories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0025A08-2E94-B4D2-69CB-21AD6546F8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525" y="1718025"/>
            <a:ext cx="7646949" cy="361437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0CDC7E5-7705-4044-1E8D-477746D38FBE}"/>
              </a:ext>
            </a:extLst>
          </p:cNvPr>
          <p:cNvSpPr txBox="1"/>
          <p:nvPr/>
        </p:nvSpPr>
        <p:spPr>
          <a:xfrm>
            <a:off x="609448" y="6362069"/>
            <a:ext cx="842493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100" dirty="0" err="1">
                <a:hlinkClick r:id="rId3"/>
              </a:rPr>
              <a:t>Source</a:t>
            </a:r>
            <a:r>
              <a:rPr lang="es-ES" sz="1100" dirty="0">
                <a:hlinkClick r:id="rId3"/>
              </a:rPr>
              <a:t>: Revisión de Sistemas de Evaluación de Impacto no Académico de la Investigación a Nivel Internacional – Plataforma Documental</a:t>
            </a:r>
            <a:endParaRPr lang="en-GB" sz="1100" dirty="0"/>
          </a:p>
        </p:txBody>
      </p:sp>
    </p:spTree>
    <p:extLst>
      <p:ext uri="{BB962C8B-B14F-4D97-AF65-F5344CB8AC3E}">
        <p14:creationId xmlns:p14="http://schemas.microsoft.com/office/powerpoint/2010/main" val="39572699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7AD90-0FBA-0965-757F-768CB76B1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Back to you…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5032DE-9CE9-5A82-9B2F-F5C752680F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GB" dirty="0"/>
              <a:t>Instrumental: Changing policy/practice.</a:t>
            </a:r>
          </a:p>
          <a:p>
            <a:pPr marL="457200" indent="-457200">
              <a:buFont typeface="+mj-lt"/>
              <a:buAutoNum type="arabicPeriod"/>
            </a:pPr>
            <a:r>
              <a:rPr lang="en-GB" dirty="0"/>
              <a:t>Conceptual: Reframing debates.</a:t>
            </a:r>
          </a:p>
          <a:p>
            <a:pPr marL="457200" indent="-457200">
              <a:buFont typeface="+mj-lt"/>
              <a:buAutoNum type="arabicPeriod"/>
            </a:pPr>
            <a:r>
              <a:rPr lang="en-GB" dirty="0"/>
              <a:t>Capacity-building: Skill development.</a:t>
            </a:r>
          </a:p>
          <a:p>
            <a:pPr marL="457200" indent="-457200">
              <a:buFont typeface="+mj-lt"/>
              <a:buAutoNum type="arabicPeriod"/>
            </a:pPr>
            <a:r>
              <a:rPr lang="en-GB" dirty="0"/>
              <a:t>Cultural change: Changing mindsets.</a:t>
            </a:r>
          </a:p>
          <a:p>
            <a:pPr marL="457200" indent="-457200">
              <a:buFont typeface="+mj-lt"/>
              <a:buAutoNum type="arabicPeriod"/>
            </a:pPr>
            <a:r>
              <a:rPr lang="en-GB" dirty="0"/>
              <a:t>Enduring connectivity: Long-term relationships.</a:t>
            </a:r>
          </a:p>
          <a:p>
            <a:pPr marL="457200" indent="-457200">
              <a:buFont typeface="+mj-lt"/>
              <a:buAutoNum type="arabicPeriod"/>
            </a:pPr>
            <a:endParaRPr lang="en-GB" dirty="0"/>
          </a:p>
          <a:p>
            <a:pPr marL="0" indent="0">
              <a:buNone/>
            </a:pPr>
            <a:r>
              <a:rPr lang="en-GB" dirty="0"/>
              <a:t>Have you identified which indicator would be the most ambitious yet achievable for your specific PhD project?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842854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CB4663-4C1A-4142-B361-7D0AFFFFC7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US" sz="4700" i="1" dirty="0"/>
              <a:t>Building your strategy</a:t>
            </a:r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677373"/>
            <a:ext cx="8140446" cy="18288"/>
          </a:xfrm>
          <a:custGeom>
            <a:avLst/>
            <a:gdLst>
              <a:gd name="csX0" fmla="*/ 0 w 8140446"/>
              <a:gd name="csY0" fmla="*/ 0 h 18288"/>
              <a:gd name="csX1" fmla="*/ 434157 w 8140446"/>
              <a:gd name="csY1" fmla="*/ 0 h 18288"/>
              <a:gd name="csX2" fmla="*/ 1193932 w 8140446"/>
              <a:gd name="csY2" fmla="*/ 0 h 18288"/>
              <a:gd name="csX3" fmla="*/ 1628089 w 8140446"/>
              <a:gd name="csY3" fmla="*/ 0 h 18288"/>
              <a:gd name="csX4" fmla="*/ 2225055 w 8140446"/>
              <a:gd name="csY4" fmla="*/ 0 h 18288"/>
              <a:gd name="csX5" fmla="*/ 3066235 w 8140446"/>
              <a:gd name="csY5" fmla="*/ 0 h 18288"/>
              <a:gd name="csX6" fmla="*/ 3744605 w 8140446"/>
              <a:gd name="csY6" fmla="*/ 0 h 18288"/>
              <a:gd name="csX7" fmla="*/ 4504380 w 8140446"/>
              <a:gd name="csY7" fmla="*/ 0 h 18288"/>
              <a:gd name="csX8" fmla="*/ 5101346 w 8140446"/>
              <a:gd name="csY8" fmla="*/ 0 h 18288"/>
              <a:gd name="csX9" fmla="*/ 5779717 w 8140446"/>
              <a:gd name="csY9" fmla="*/ 0 h 18288"/>
              <a:gd name="csX10" fmla="*/ 6620896 w 8140446"/>
              <a:gd name="csY10" fmla="*/ 0 h 18288"/>
              <a:gd name="csX11" fmla="*/ 7136458 w 8140446"/>
              <a:gd name="csY11" fmla="*/ 0 h 18288"/>
              <a:gd name="csX12" fmla="*/ 8140446 w 8140446"/>
              <a:gd name="csY12" fmla="*/ 0 h 18288"/>
              <a:gd name="csX13" fmla="*/ 8140446 w 8140446"/>
              <a:gd name="csY13" fmla="*/ 18288 h 18288"/>
              <a:gd name="csX14" fmla="*/ 7543480 w 8140446"/>
              <a:gd name="csY14" fmla="*/ 18288 h 18288"/>
              <a:gd name="csX15" fmla="*/ 7109323 w 8140446"/>
              <a:gd name="csY15" fmla="*/ 18288 h 18288"/>
              <a:gd name="csX16" fmla="*/ 6430952 w 8140446"/>
              <a:gd name="csY16" fmla="*/ 18288 h 18288"/>
              <a:gd name="csX17" fmla="*/ 5915391 w 8140446"/>
              <a:gd name="csY17" fmla="*/ 18288 h 18288"/>
              <a:gd name="csX18" fmla="*/ 5237020 w 8140446"/>
              <a:gd name="csY18" fmla="*/ 18288 h 18288"/>
              <a:gd name="csX19" fmla="*/ 4558650 w 8140446"/>
              <a:gd name="csY19" fmla="*/ 18288 h 18288"/>
              <a:gd name="csX20" fmla="*/ 3880279 w 8140446"/>
              <a:gd name="csY20" fmla="*/ 18288 h 18288"/>
              <a:gd name="csX21" fmla="*/ 3201909 w 8140446"/>
              <a:gd name="csY21" fmla="*/ 18288 h 18288"/>
              <a:gd name="csX22" fmla="*/ 2604943 w 8140446"/>
              <a:gd name="csY22" fmla="*/ 18288 h 18288"/>
              <a:gd name="csX23" fmla="*/ 1845168 w 8140446"/>
              <a:gd name="csY23" fmla="*/ 18288 h 18288"/>
              <a:gd name="csX24" fmla="*/ 1166797 w 8140446"/>
              <a:gd name="csY24" fmla="*/ 18288 h 18288"/>
              <a:gd name="csX25" fmla="*/ 0 w 8140446"/>
              <a:gd name="csY25" fmla="*/ 18288 h 18288"/>
              <a:gd name="csX26" fmla="*/ 0 w 8140446"/>
              <a:gd name="csY26" fmla="*/ 0 h 18288"/>
              <a:gd name="csX0" fmla="*/ 0 w 8140446"/>
              <a:gd name="csY0" fmla="*/ 0 h 18288"/>
              <a:gd name="csX1" fmla="*/ 596966 w 8140446"/>
              <a:gd name="csY1" fmla="*/ 0 h 18288"/>
              <a:gd name="csX2" fmla="*/ 1031123 w 8140446"/>
              <a:gd name="csY2" fmla="*/ 0 h 18288"/>
              <a:gd name="csX3" fmla="*/ 1872303 w 8140446"/>
              <a:gd name="csY3" fmla="*/ 0 h 18288"/>
              <a:gd name="csX4" fmla="*/ 2469269 w 8140446"/>
              <a:gd name="csY4" fmla="*/ 0 h 18288"/>
              <a:gd name="csX5" fmla="*/ 3066235 w 8140446"/>
              <a:gd name="csY5" fmla="*/ 0 h 18288"/>
              <a:gd name="csX6" fmla="*/ 3907414 w 8140446"/>
              <a:gd name="csY6" fmla="*/ 0 h 18288"/>
              <a:gd name="csX7" fmla="*/ 4422976 w 8140446"/>
              <a:gd name="csY7" fmla="*/ 0 h 18288"/>
              <a:gd name="csX8" fmla="*/ 5264155 w 8140446"/>
              <a:gd name="csY8" fmla="*/ 0 h 18288"/>
              <a:gd name="csX9" fmla="*/ 6105335 w 8140446"/>
              <a:gd name="csY9" fmla="*/ 0 h 18288"/>
              <a:gd name="csX10" fmla="*/ 6783705 w 8140446"/>
              <a:gd name="csY10" fmla="*/ 0 h 18288"/>
              <a:gd name="csX11" fmla="*/ 8140446 w 8140446"/>
              <a:gd name="csY11" fmla="*/ 0 h 18288"/>
              <a:gd name="csX12" fmla="*/ 8140446 w 8140446"/>
              <a:gd name="csY12" fmla="*/ 18288 h 18288"/>
              <a:gd name="csX13" fmla="*/ 7706289 w 8140446"/>
              <a:gd name="csY13" fmla="*/ 18288 h 18288"/>
              <a:gd name="csX14" fmla="*/ 6865109 w 8140446"/>
              <a:gd name="csY14" fmla="*/ 18288 h 18288"/>
              <a:gd name="csX15" fmla="*/ 6349548 w 8140446"/>
              <a:gd name="csY15" fmla="*/ 18288 h 18288"/>
              <a:gd name="csX16" fmla="*/ 5671177 w 8140446"/>
              <a:gd name="csY16" fmla="*/ 18288 h 18288"/>
              <a:gd name="csX17" fmla="*/ 4829998 w 8140446"/>
              <a:gd name="csY17" fmla="*/ 18288 h 18288"/>
              <a:gd name="csX18" fmla="*/ 4151627 w 8140446"/>
              <a:gd name="csY18" fmla="*/ 18288 h 18288"/>
              <a:gd name="csX19" fmla="*/ 3717470 w 8140446"/>
              <a:gd name="csY19" fmla="*/ 18288 h 18288"/>
              <a:gd name="csX20" fmla="*/ 3201909 w 8140446"/>
              <a:gd name="csY20" fmla="*/ 18288 h 18288"/>
              <a:gd name="csX21" fmla="*/ 2360729 w 8140446"/>
              <a:gd name="csY21" fmla="*/ 18288 h 18288"/>
              <a:gd name="csX22" fmla="*/ 1682359 w 8140446"/>
              <a:gd name="csY22" fmla="*/ 18288 h 18288"/>
              <a:gd name="csX23" fmla="*/ 1166797 w 8140446"/>
              <a:gd name="csY23" fmla="*/ 18288 h 18288"/>
              <a:gd name="csX24" fmla="*/ 0 w 8140446"/>
              <a:gd name="csY24" fmla="*/ 18288 h 18288"/>
              <a:gd name="csX25" fmla="*/ 0 w 8140446"/>
              <a:gd name="csY2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87427" y="6231"/>
                  <a:pt x="309612" y="-26324"/>
                  <a:pt x="434157" y="0"/>
                </a:cubicBezTo>
                <a:cubicBezTo>
                  <a:pt x="536972" y="29330"/>
                  <a:pt x="959392" y="28619"/>
                  <a:pt x="1193932" y="0"/>
                </a:cubicBezTo>
                <a:cubicBezTo>
                  <a:pt x="1446097" y="13819"/>
                  <a:pt x="1471680" y="7203"/>
                  <a:pt x="1628089" y="0"/>
                </a:cubicBezTo>
                <a:cubicBezTo>
                  <a:pt x="1817415" y="4047"/>
                  <a:pt x="1949536" y="-59324"/>
                  <a:pt x="2225055" y="0"/>
                </a:cubicBezTo>
                <a:cubicBezTo>
                  <a:pt x="2520490" y="18365"/>
                  <a:pt x="2717469" y="18707"/>
                  <a:pt x="3066235" y="0"/>
                </a:cubicBezTo>
                <a:cubicBezTo>
                  <a:pt x="3437075" y="3751"/>
                  <a:pt x="3408347" y="31644"/>
                  <a:pt x="3744605" y="0"/>
                </a:cubicBezTo>
                <a:cubicBezTo>
                  <a:pt x="4097249" y="-11527"/>
                  <a:pt x="4249699" y="-32555"/>
                  <a:pt x="4504380" y="0"/>
                </a:cubicBezTo>
                <a:cubicBezTo>
                  <a:pt x="4737570" y="17980"/>
                  <a:pt x="4877497" y="1006"/>
                  <a:pt x="5101346" y="0"/>
                </a:cubicBezTo>
                <a:cubicBezTo>
                  <a:pt x="5359305" y="-15330"/>
                  <a:pt x="5447195" y="7257"/>
                  <a:pt x="5779717" y="0"/>
                </a:cubicBezTo>
                <a:cubicBezTo>
                  <a:pt x="6090019" y="-17621"/>
                  <a:pt x="6273151" y="4279"/>
                  <a:pt x="6620896" y="0"/>
                </a:cubicBezTo>
                <a:cubicBezTo>
                  <a:pt x="6968586" y="34056"/>
                  <a:pt x="6990073" y="23587"/>
                  <a:pt x="7136458" y="0"/>
                </a:cubicBezTo>
                <a:cubicBezTo>
                  <a:pt x="7320575" y="20480"/>
                  <a:pt x="7847401" y="-6173"/>
                  <a:pt x="8140446" y="0"/>
                </a:cubicBezTo>
                <a:cubicBezTo>
                  <a:pt x="8139878" y="7862"/>
                  <a:pt x="8140227" y="13269"/>
                  <a:pt x="8140446" y="18288"/>
                </a:cubicBezTo>
                <a:cubicBezTo>
                  <a:pt x="7908069" y="-20636"/>
                  <a:pt x="7683037" y="21977"/>
                  <a:pt x="7543480" y="18288"/>
                </a:cubicBezTo>
                <a:cubicBezTo>
                  <a:pt x="7393752" y="10050"/>
                  <a:pt x="7221032" y="-3229"/>
                  <a:pt x="7109323" y="18288"/>
                </a:cubicBezTo>
                <a:cubicBezTo>
                  <a:pt x="7015297" y="22483"/>
                  <a:pt x="6599332" y="40899"/>
                  <a:pt x="6430952" y="18288"/>
                </a:cubicBezTo>
                <a:cubicBezTo>
                  <a:pt x="6292915" y="-34150"/>
                  <a:pt x="6142305" y="21507"/>
                  <a:pt x="5915391" y="18288"/>
                </a:cubicBezTo>
                <a:cubicBezTo>
                  <a:pt x="5682725" y="47843"/>
                  <a:pt x="5440566" y="31420"/>
                  <a:pt x="5237020" y="18288"/>
                </a:cubicBezTo>
                <a:cubicBezTo>
                  <a:pt x="5046456" y="10577"/>
                  <a:pt x="4706449" y="51976"/>
                  <a:pt x="4558650" y="18288"/>
                </a:cubicBezTo>
                <a:cubicBezTo>
                  <a:pt x="4361396" y="-987"/>
                  <a:pt x="4145362" y="-22303"/>
                  <a:pt x="3880279" y="18288"/>
                </a:cubicBezTo>
                <a:cubicBezTo>
                  <a:pt x="3610716" y="25411"/>
                  <a:pt x="3472690" y="4008"/>
                  <a:pt x="3201909" y="18288"/>
                </a:cubicBezTo>
                <a:cubicBezTo>
                  <a:pt x="2913595" y="35097"/>
                  <a:pt x="2753317" y="-1149"/>
                  <a:pt x="2604943" y="18288"/>
                </a:cubicBezTo>
                <a:cubicBezTo>
                  <a:pt x="2450130" y="36989"/>
                  <a:pt x="1974183" y="40159"/>
                  <a:pt x="1845168" y="18288"/>
                </a:cubicBezTo>
                <a:cubicBezTo>
                  <a:pt x="1677929" y="220"/>
                  <a:pt x="1378098" y="-772"/>
                  <a:pt x="1166797" y="18288"/>
                </a:cubicBezTo>
                <a:cubicBezTo>
                  <a:pt x="921150" y="53277"/>
                  <a:pt x="327457" y="47297"/>
                  <a:pt x="0" y="18288"/>
                </a:cubicBezTo>
                <a:cubicBezTo>
                  <a:pt x="-589" y="13471"/>
                  <a:pt x="-474" y="7409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36968" y="-25482"/>
                  <a:pt x="379786" y="11224"/>
                  <a:pt x="596966" y="0"/>
                </a:cubicBezTo>
                <a:cubicBezTo>
                  <a:pt x="815878" y="-21223"/>
                  <a:pt x="832062" y="11868"/>
                  <a:pt x="1031123" y="0"/>
                </a:cubicBezTo>
                <a:cubicBezTo>
                  <a:pt x="1256800" y="-30738"/>
                  <a:pt x="1658090" y="-20345"/>
                  <a:pt x="1872303" y="0"/>
                </a:cubicBezTo>
                <a:cubicBezTo>
                  <a:pt x="2115604" y="28431"/>
                  <a:pt x="2277865" y="-40642"/>
                  <a:pt x="2469269" y="0"/>
                </a:cubicBezTo>
                <a:cubicBezTo>
                  <a:pt x="2679731" y="25919"/>
                  <a:pt x="2788602" y="-6498"/>
                  <a:pt x="3066235" y="0"/>
                </a:cubicBezTo>
                <a:cubicBezTo>
                  <a:pt x="3325663" y="-14487"/>
                  <a:pt x="3706561" y="67517"/>
                  <a:pt x="3907414" y="0"/>
                </a:cubicBezTo>
                <a:cubicBezTo>
                  <a:pt x="4127229" y="-37113"/>
                  <a:pt x="4179037" y="-8167"/>
                  <a:pt x="4422976" y="0"/>
                </a:cubicBezTo>
                <a:cubicBezTo>
                  <a:pt x="4683575" y="-28486"/>
                  <a:pt x="5055803" y="-13799"/>
                  <a:pt x="5264155" y="0"/>
                </a:cubicBezTo>
                <a:cubicBezTo>
                  <a:pt x="5513566" y="14315"/>
                  <a:pt x="5735215" y="2768"/>
                  <a:pt x="6105335" y="0"/>
                </a:cubicBezTo>
                <a:cubicBezTo>
                  <a:pt x="6510913" y="-12587"/>
                  <a:pt x="6456171" y="3247"/>
                  <a:pt x="6783705" y="0"/>
                </a:cubicBezTo>
                <a:cubicBezTo>
                  <a:pt x="7057099" y="-15461"/>
                  <a:pt x="7592067" y="5384"/>
                  <a:pt x="8140446" y="0"/>
                </a:cubicBezTo>
                <a:cubicBezTo>
                  <a:pt x="8140452" y="8597"/>
                  <a:pt x="8141122" y="9732"/>
                  <a:pt x="8140446" y="18288"/>
                </a:cubicBezTo>
                <a:cubicBezTo>
                  <a:pt x="7961834" y="8406"/>
                  <a:pt x="7874097" y="10350"/>
                  <a:pt x="7706289" y="18288"/>
                </a:cubicBezTo>
                <a:cubicBezTo>
                  <a:pt x="7582508" y="-14920"/>
                  <a:pt x="7179551" y="-33111"/>
                  <a:pt x="6865109" y="18288"/>
                </a:cubicBezTo>
                <a:cubicBezTo>
                  <a:pt x="6583382" y="24117"/>
                  <a:pt x="6525821" y="36696"/>
                  <a:pt x="6349548" y="18288"/>
                </a:cubicBezTo>
                <a:cubicBezTo>
                  <a:pt x="6209953" y="10881"/>
                  <a:pt x="5959707" y="-47828"/>
                  <a:pt x="5671177" y="18288"/>
                </a:cubicBezTo>
                <a:cubicBezTo>
                  <a:pt x="5387744" y="29809"/>
                  <a:pt x="5228514" y="101507"/>
                  <a:pt x="4829998" y="18288"/>
                </a:cubicBezTo>
                <a:cubicBezTo>
                  <a:pt x="4415646" y="-28596"/>
                  <a:pt x="4343809" y="28954"/>
                  <a:pt x="4151627" y="18288"/>
                </a:cubicBezTo>
                <a:cubicBezTo>
                  <a:pt x="3950673" y="-9796"/>
                  <a:pt x="3879947" y="41143"/>
                  <a:pt x="3717470" y="18288"/>
                </a:cubicBezTo>
                <a:cubicBezTo>
                  <a:pt x="3558660" y="10110"/>
                  <a:pt x="3468854" y="29375"/>
                  <a:pt x="3201909" y="18288"/>
                </a:cubicBezTo>
                <a:cubicBezTo>
                  <a:pt x="2965673" y="10505"/>
                  <a:pt x="2568327" y="22116"/>
                  <a:pt x="2360729" y="18288"/>
                </a:cubicBezTo>
                <a:cubicBezTo>
                  <a:pt x="2171885" y="49144"/>
                  <a:pt x="1923258" y="16020"/>
                  <a:pt x="1682359" y="18288"/>
                </a:cubicBezTo>
                <a:cubicBezTo>
                  <a:pt x="1430698" y="-2378"/>
                  <a:pt x="1324229" y="-1751"/>
                  <a:pt x="1166797" y="18288"/>
                </a:cubicBezTo>
                <a:cubicBezTo>
                  <a:pt x="1001390" y="41795"/>
                  <a:pt x="324313" y="57964"/>
                  <a:pt x="0" y="18288"/>
                </a:cubicBezTo>
                <a:cubicBezTo>
                  <a:pt x="285" y="13135"/>
                  <a:pt x="532" y="5956"/>
                  <a:pt x="0" y="0"/>
                </a:cubicBezTo>
                <a:close/>
              </a:path>
              <a:path w="8140446" h="18288" fill="none" stroke="0" extrusionOk="0">
                <a:moveTo>
                  <a:pt x="0" y="0"/>
                </a:moveTo>
                <a:cubicBezTo>
                  <a:pt x="69532" y="-6557"/>
                  <a:pt x="264219" y="3919"/>
                  <a:pt x="434157" y="0"/>
                </a:cubicBezTo>
                <a:cubicBezTo>
                  <a:pt x="600013" y="9090"/>
                  <a:pt x="921449" y="-13478"/>
                  <a:pt x="1193932" y="0"/>
                </a:cubicBezTo>
                <a:cubicBezTo>
                  <a:pt x="1443592" y="14844"/>
                  <a:pt x="1471188" y="10722"/>
                  <a:pt x="1628089" y="0"/>
                </a:cubicBezTo>
                <a:cubicBezTo>
                  <a:pt x="1750006" y="-24149"/>
                  <a:pt x="1967480" y="-14904"/>
                  <a:pt x="2225055" y="0"/>
                </a:cubicBezTo>
                <a:cubicBezTo>
                  <a:pt x="2503918" y="19247"/>
                  <a:pt x="2709263" y="-16351"/>
                  <a:pt x="3066235" y="0"/>
                </a:cubicBezTo>
                <a:cubicBezTo>
                  <a:pt x="3429723" y="-1627"/>
                  <a:pt x="3399401" y="30976"/>
                  <a:pt x="3744605" y="0"/>
                </a:cubicBezTo>
                <a:cubicBezTo>
                  <a:pt x="4081920" y="-40602"/>
                  <a:pt x="4258272" y="-2441"/>
                  <a:pt x="4504380" y="0"/>
                </a:cubicBezTo>
                <a:cubicBezTo>
                  <a:pt x="4760039" y="21121"/>
                  <a:pt x="4866555" y="-1351"/>
                  <a:pt x="5101346" y="0"/>
                </a:cubicBezTo>
                <a:cubicBezTo>
                  <a:pt x="5336279" y="1859"/>
                  <a:pt x="5465100" y="30801"/>
                  <a:pt x="5779717" y="0"/>
                </a:cubicBezTo>
                <a:cubicBezTo>
                  <a:pt x="6117018" y="-2879"/>
                  <a:pt x="6273497" y="-5002"/>
                  <a:pt x="6620896" y="0"/>
                </a:cubicBezTo>
                <a:cubicBezTo>
                  <a:pt x="6972306" y="38666"/>
                  <a:pt x="6992056" y="28334"/>
                  <a:pt x="7136458" y="0"/>
                </a:cubicBezTo>
                <a:cubicBezTo>
                  <a:pt x="7325567" y="-61201"/>
                  <a:pt x="7766555" y="-88399"/>
                  <a:pt x="8140446" y="0"/>
                </a:cubicBezTo>
                <a:cubicBezTo>
                  <a:pt x="8140031" y="7748"/>
                  <a:pt x="8139515" y="13015"/>
                  <a:pt x="8140446" y="18288"/>
                </a:cubicBezTo>
                <a:cubicBezTo>
                  <a:pt x="7892673" y="-4012"/>
                  <a:pt x="7668025" y="650"/>
                  <a:pt x="7543480" y="18288"/>
                </a:cubicBezTo>
                <a:cubicBezTo>
                  <a:pt x="7406710" y="-3467"/>
                  <a:pt x="7207646" y="8893"/>
                  <a:pt x="7109323" y="18288"/>
                </a:cubicBezTo>
                <a:cubicBezTo>
                  <a:pt x="6993037" y="49011"/>
                  <a:pt x="6598723" y="59405"/>
                  <a:pt x="6430952" y="18288"/>
                </a:cubicBezTo>
                <a:cubicBezTo>
                  <a:pt x="6284771" y="15315"/>
                  <a:pt x="6162730" y="20350"/>
                  <a:pt x="5915391" y="18288"/>
                </a:cubicBezTo>
                <a:cubicBezTo>
                  <a:pt x="5684668" y="13603"/>
                  <a:pt x="5422852" y="53618"/>
                  <a:pt x="5237020" y="18288"/>
                </a:cubicBezTo>
                <a:cubicBezTo>
                  <a:pt x="5035482" y="26296"/>
                  <a:pt x="4719808" y="55145"/>
                  <a:pt x="4558650" y="18288"/>
                </a:cubicBezTo>
                <a:cubicBezTo>
                  <a:pt x="4375169" y="-35587"/>
                  <a:pt x="4137553" y="12086"/>
                  <a:pt x="3880279" y="18288"/>
                </a:cubicBezTo>
                <a:cubicBezTo>
                  <a:pt x="3624533" y="32648"/>
                  <a:pt x="3467387" y="6480"/>
                  <a:pt x="3201909" y="18288"/>
                </a:cubicBezTo>
                <a:cubicBezTo>
                  <a:pt x="2918126" y="73342"/>
                  <a:pt x="2717830" y="-17156"/>
                  <a:pt x="2604943" y="18288"/>
                </a:cubicBezTo>
                <a:cubicBezTo>
                  <a:pt x="2496133" y="44525"/>
                  <a:pt x="2003915" y="18254"/>
                  <a:pt x="1845168" y="18288"/>
                </a:cubicBezTo>
                <a:cubicBezTo>
                  <a:pt x="1694518" y="14989"/>
                  <a:pt x="1344959" y="44188"/>
                  <a:pt x="1166797" y="18288"/>
                </a:cubicBezTo>
                <a:cubicBezTo>
                  <a:pt x="935925" y="69451"/>
                  <a:pt x="319712" y="-63972"/>
                  <a:pt x="0" y="18288"/>
                </a:cubicBezTo>
                <a:cubicBezTo>
                  <a:pt x="1307" y="12414"/>
                  <a:pt x="-32" y="574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8140446"/>
                      <a:gd name="connsiteY0" fmla="*/ 0 h 18288"/>
                      <a:gd name="connsiteX1" fmla="*/ 434157 w 8140446"/>
                      <a:gd name="connsiteY1" fmla="*/ 0 h 18288"/>
                      <a:gd name="connsiteX2" fmla="*/ 1193932 w 8140446"/>
                      <a:gd name="connsiteY2" fmla="*/ 0 h 18288"/>
                      <a:gd name="connsiteX3" fmla="*/ 1628089 w 8140446"/>
                      <a:gd name="connsiteY3" fmla="*/ 0 h 18288"/>
                      <a:gd name="connsiteX4" fmla="*/ 2225055 w 8140446"/>
                      <a:gd name="connsiteY4" fmla="*/ 0 h 18288"/>
                      <a:gd name="connsiteX5" fmla="*/ 3066235 w 8140446"/>
                      <a:gd name="connsiteY5" fmla="*/ 0 h 18288"/>
                      <a:gd name="connsiteX6" fmla="*/ 3744605 w 8140446"/>
                      <a:gd name="connsiteY6" fmla="*/ 0 h 18288"/>
                      <a:gd name="connsiteX7" fmla="*/ 4504380 w 8140446"/>
                      <a:gd name="connsiteY7" fmla="*/ 0 h 18288"/>
                      <a:gd name="connsiteX8" fmla="*/ 5101346 w 8140446"/>
                      <a:gd name="connsiteY8" fmla="*/ 0 h 18288"/>
                      <a:gd name="connsiteX9" fmla="*/ 5779717 w 8140446"/>
                      <a:gd name="connsiteY9" fmla="*/ 0 h 18288"/>
                      <a:gd name="connsiteX10" fmla="*/ 6620896 w 8140446"/>
                      <a:gd name="connsiteY10" fmla="*/ 0 h 18288"/>
                      <a:gd name="connsiteX11" fmla="*/ 7136458 w 8140446"/>
                      <a:gd name="connsiteY11" fmla="*/ 0 h 18288"/>
                      <a:gd name="connsiteX12" fmla="*/ 8140446 w 8140446"/>
                      <a:gd name="connsiteY12" fmla="*/ 0 h 18288"/>
                      <a:gd name="connsiteX13" fmla="*/ 8140446 w 8140446"/>
                      <a:gd name="connsiteY13" fmla="*/ 18288 h 18288"/>
                      <a:gd name="connsiteX14" fmla="*/ 7543480 w 8140446"/>
                      <a:gd name="connsiteY14" fmla="*/ 18288 h 18288"/>
                      <a:gd name="connsiteX15" fmla="*/ 7109323 w 8140446"/>
                      <a:gd name="connsiteY15" fmla="*/ 18288 h 18288"/>
                      <a:gd name="connsiteX16" fmla="*/ 6430952 w 8140446"/>
                      <a:gd name="connsiteY16" fmla="*/ 18288 h 18288"/>
                      <a:gd name="connsiteX17" fmla="*/ 5915391 w 8140446"/>
                      <a:gd name="connsiteY17" fmla="*/ 18288 h 18288"/>
                      <a:gd name="connsiteX18" fmla="*/ 5237020 w 8140446"/>
                      <a:gd name="connsiteY18" fmla="*/ 18288 h 18288"/>
                      <a:gd name="connsiteX19" fmla="*/ 4558650 w 8140446"/>
                      <a:gd name="connsiteY19" fmla="*/ 18288 h 18288"/>
                      <a:gd name="connsiteX20" fmla="*/ 3880279 w 8140446"/>
                      <a:gd name="connsiteY20" fmla="*/ 18288 h 18288"/>
                      <a:gd name="connsiteX21" fmla="*/ 3201909 w 8140446"/>
                      <a:gd name="connsiteY21" fmla="*/ 18288 h 18288"/>
                      <a:gd name="connsiteX22" fmla="*/ 2604943 w 8140446"/>
                      <a:gd name="connsiteY22" fmla="*/ 18288 h 18288"/>
                      <a:gd name="connsiteX23" fmla="*/ 1845168 w 8140446"/>
                      <a:gd name="connsiteY23" fmla="*/ 18288 h 18288"/>
                      <a:gd name="connsiteX24" fmla="*/ 1166797 w 8140446"/>
                      <a:gd name="connsiteY24" fmla="*/ 18288 h 18288"/>
                      <a:gd name="connsiteX25" fmla="*/ 0 w 8140446"/>
                      <a:gd name="connsiteY25" fmla="*/ 18288 h 18288"/>
                      <a:gd name="connsiteX26" fmla="*/ 0 w 8140446"/>
                      <a:gd name="connsiteY26" fmla="*/ 0 h 182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</a:cxnLst>
                    <a:rect l="l" t="t" r="r" b="b"/>
                    <a:pathLst>
                      <a:path w="8140446" h="18288" fill="none" extrusionOk="0">
                        <a:moveTo>
                          <a:pt x="0" y="0"/>
                        </a:moveTo>
                        <a:cubicBezTo>
                          <a:pt x="94920" y="9103"/>
                          <a:pt x="287892" y="-4966"/>
                          <a:pt x="434157" y="0"/>
                        </a:cubicBezTo>
                        <a:cubicBezTo>
                          <a:pt x="580422" y="4966"/>
                          <a:pt x="943595" y="-14182"/>
                          <a:pt x="1193932" y="0"/>
                        </a:cubicBezTo>
                        <a:cubicBezTo>
                          <a:pt x="1444270" y="14182"/>
                          <a:pt x="1472129" y="5523"/>
                          <a:pt x="1628089" y="0"/>
                        </a:cubicBezTo>
                        <a:cubicBezTo>
                          <a:pt x="1784049" y="-5523"/>
                          <a:pt x="1962419" y="-17322"/>
                          <a:pt x="2225055" y="0"/>
                        </a:cubicBezTo>
                        <a:cubicBezTo>
                          <a:pt x="2487691" y="17322"/>
                          <a:pt x="2700681" y="1311"/>
                          <a:pt x="3066235" y="0"/>
                        </a:cubicBezTo>
                        <a:cubicBezTo>
                          <a:pt x="3431789" y="-1311"/>
                          <a:pt x="3405662" y="25081"/>
                          <a:pt x="3744605" y="0"/>
                        </a:cubicBezTo>
                        <a:cubicBezTo>
                          <a:pt x="4083548" y="-25081"/>
                          <a:pt x="4265111" y="-11945"/>
                          <a:pt x="4504380" y="0"/>
                        </a:cubicBezTo>
                        <a:cubicBezTo>
                          <a:pt x="4743649" y="11945"/>
                          <a:pt x="4860394" y="-2832"/>
                          <a:pt x="5101346" y="0"/>
                        </a:cubicBezTo>
                        <a:cubicBezTo>
                          <a:pt x="5342298" y="2832"/>
                          <a:pt x="5456387" y="23676"/>
                          <a:pt x="5779717" y="0"/>
                        </a:cubicBezTo>
                        <a:cubicBezTo>
                          <a:pt x="6103047" y="-23676"/>
                          <a:pt x="6270379" y="-37291"/>
                          <a:pt x="6620896" y="0"/>
                        </a:cubicBezTo>
                        <a:cubicBezTo>
                          <a:pt x="6971413" y="37291"/>
                          <a:pt x="6989068" y="24674"/>
                          <a:pt x="7136458" y="0"/>
                        </a:cubicBezTo>
                        <a:cubicBezTo>
                          <a:pt x="7283848" y="-24674"/>
                          <a:pt x="7752532" y="-22436"/>
                          <a:pt x="8140446" y="0"/>
                        </a:cubicBezTo>
                        <a:cubicBezTo>
                          <a:pt x="8140314" y="7702"/>
                          <a:pt x="8140234" y="13511"/>
                          <a:pt x="8140446" y="18288"/>
                        </a:cubicBezTo>
                        <a:cubicBezTo>
                          <a:pt x="7906329" y="-3043"/>
                          <a:pt x="7681180" y="27465"/>
                          <a:pt x="7543480" y="18288"/>
                        </a:cubicBezTo>
                        <a:cubicBezTo>
                          <a:pt x="7405780" y="9111"/>
                          <a:pt x="7216607" y="3660"/>
                          <a:pt x="7109323" y="18288"/>
                        </a:cubicBezTo>
                        <a:cubicBezTo>
                          <a:pt x="7002039" y="32916"/>
                          <a:pt x="6576231" y="42692"/>
                          <a:pt x="6430952" y="18288"/>
                        </a:cubicBezTo>
                        <a:cubicBezTo>
                          <a:pt x="6285673" y="-6116"/>
                          <a:pt x="6138840" y="34521"/>
                          <a:pt x="5915391" y="18288"/>
                        </a:cubicBezTo>
                        <a:cubicBezTo>
                          <a:pt x="5691942" y="2055"/>
                          <a:pt x="5459460" y="51666"/>
                          <a:pt x="5237020" y="18288"/>
                        </a:cubicBezTo>
                        <a:cubicBezTo>
                          <a:pt x="5014580" y="-15090"/>
                          <a:pt x="4747677" y="40449"/>
                          <a:pt x="4558650" y="18288"/>
                        </a:cubicBezTo>
                        <a:cubicBezTo>
                          <a:pt x="4369623" y="-3873"/>
                          <a:pt x="4146061" y="12568"/>
                          <a:pt x="3880279" y="18288"/>
                        </a:cubicBezTo>
                        <a:cubicBezTo>
                          <a:pt x="3614497" y="24008"/>
                          <a:pt x="3473808" y="-12908"/>
                          <a:pt x="3201909" y="18288"/>
                        </a:cubicBezTo>
                        <a:cubicBezTo>
                          <a:pt x="2930010" y="49484"/>
                          <a:pt x="2728175" y="-3430"/>
                          <a:pt x="2604943" y="18288"/>
                        </a:cubicBezTo>
                        <a:cubicBezTo>
                          <a:pt x="2481711" y="40006"/>
                          <a:pt x="2004334" y="26952"/>
                          <a:pt x="1845168" y="18288"/>
                        </a:cubicBezTo>
                        <a:cubicBezTo>
                          <a:pt x="1686003" y="9624"/>
                          <a:pt x="1375070" y="37580"/>
                          <a:pt x="1166797" y="18288"/>
                        </a:cubicBezTo>
                        <a:cubicBezTo>
                          <a:pt x="958524" y="-1004"/>
                          <a:pt x="342846" y="8880"/>
                          <a:pt x="0" y="18288"/>
                        </a:cubicBezTo>
                        <a:cubicBezTo>
                          <a:pt x="129" y="13298"/>
                          <a:pt x="-675" y="6857"/>
                          <a:pt x="0" y="0"/>
                        </a:cubicBezTo>
                        <a:close/>
                      </a:path>
                      <a:path w="8140446" h="18288" stroke="0" extrusionOk="0">
                        <a:moveTo>
                          <a:pt x="0" y="0"/>
                        </a:moveTo>
                        <a:cubicBezTo>
                          <a:pt x="142435" y="-24533"/>
                          <a:pt x="380026" y="17447"/>
                          <a:pt x="596966" y="0"/>
                        </a:cubicBezTo>
                        <a:cubicBezTo>
                          <a:pt x="813906" y="-17447"/>
                          <a:pt x="830530" y="13462"/>
                          <a:pt x="1031123" y="0"/>
                        </a:cubicBezTo>
                        <a:cubicBezTo>
                          <a:pt x="1231716" y="-13462"/>
                          <a:pt x="1634038" y="0"/>
                          <a:pt x="1872303" y="0"/>
                        </a:cubicBezTo>
                        <a:cubicBezTo>
                          <a:pt x="2110568" y="0"/>
                          <a:pt x="2261934" y="-25727"/>
                          <a:pt x="2469269" y="0"/>
                        </a:cubicBezTo>
                        <a:cubicBezTo>
                          <a:pt x="2676604" y="25727"/>
                          <a:pt x="2790440" y="16284"/>
                          <a:pt x="3066235" y="0"/>
                        </a:cubicBezTo>
                        <a:cubicBezTo>
                          <a:pt x="3342030" y="-16284"/>
                          <a:pt x="3685603" y="41976"/>
                          <a:pt x="3907414" y="0"/>
                        </a:cubicBezTo>
                        <a:cubicBezTo>
                          <a:pt x="4129225" y="-41976"/>
                          <a:pt x="4177416" y="-7598"/>
                          <a:pt x="4422976" y="0"/>
                        </a:cubicBezTo>
                        <a:cubicBezTo>
                          <a:pt x="4668536" y="7598"/>
                          <a:pt x="5023499" y="-28058"/>
                          <a:pt x="5264155" y="0"/>
                        </a:cubicBezTo>
                        <a:cubicBezTo>
                          <a:pt x="5504811" y="28058"/>
                          <a:pt x="5703675" y="13288"/>
                          <a:pt x="6105335" y="0"/>
                        </a:cubicBezTo>
                        <a:cubicBezTo>
                          <a:pt x="6506995" y="-13288"/>
                          <a:pt x="6455516" y="-5124"/>
                          <a:pt x="6783705" y="0"/>
                        </a:cubicBezTo>
                        <a:cubicBezTo>
                          <a:pt x="7111894" y="5124"/>
                          <a:pt x="7512856" y="10604"/>
                          <a:pt x="8140446" y="0"/>
                        </a:cubicBezTo>
                        <a:cubicBezTo>
                          <a:pt x="8140458" y="8833"/>
                          <a:pt x="8140986" y="9830"/>
                          <a:pt x="8140446" y="18288"/>
                        </a:cubicBezTo>
                        <a:cubicBezTo>
                          <a:pt x="7959314" y="3345"/>
                          <a:pt x="7870113" y="10437"/>
                          <a:pt x="7706289" y="18288"/>
                        </a:cubicBezTo>
                        <a:cubicBezTo>
                          <a:pt x="7542465" y="26139"/>
                          <a:pt x="7157940" y="17482"/>
                          <a:pt x="6865109" y="18288"/>
                        </a:cubicBezTo>
                        <a:cubicBezTo>
                          <a:pt x="6572278" y="19094"/>
                          <a:pt x="6524256" y="38051"/>
                          <a:pt x="6349548" y="18288"/>
                        </a:cubicBezTo>
                        <a:cubicBezTo>
                          <a:pt x="6174840" y="-1475"/>
                          <a:pt x="5951624" y="174"/>
                          <a:pt x="5671177" y="18288"/>
                        </a:cubicBezTo>
                        <a:cubicBezTo>
                          <a:pt x="5390730" y="36402"/>
                          <a:pt x="5222992" y="60058"/>
                          <a:pt x="4829998" y="18288"/>
                        </a:cubicBezTo>
                        <a:cubicBezTo>
                          <a:pt x="4437004" y="-23482"/>
                          <a:pt x="4344181" y="39087"/>
                          <a:pt x="4151627" y="18288"/>
                        </a:cubicBezTo>
                        <a:cubicBezTo>
                          <a:pt x="3959073" y="-2511"/>
                          <a:pt x="3886970" y="32875"/>
                          <a:pt x="3717470" y="18288"/>
                        </a:cubicBezTo>
                        <a:cubicBezTo>
                          <a:pt x="3547970" y="3701"/>
                          <a:pt x="3451521" y="31872"/>
                          <a:pt x="3201909" y="18288"/>
                        </a:cubicBezTo>
                        <a:cubicBezTo>
                          <a:pt x="2952297" y="4704"/>
                          <a:pt x="2543413" y="6029"/>
                          <a:pt x="2360729" y="18288"/>
                        </a:cubicBezTo>
                        <a:cubicBezTo>
                          <a:pt x="2178045" y="30547"/>
                          <a:pt x="1906056" y="25847"/>
                          <a:pt x="1682359" y="18288"/>
                        </a:cubicBezTo>
                        <a:cubicBezTo>
                          <a:pt x="1458662" y="10730"/>
                          <a:pt x="1330405" y="8046"/>
                          <a:pt x="1166797" y="18288"/>
                        </a:cubicBezTo>
                        <a:cubicBezTo>
                          <a:pt x="1003189" y="28530"/>
                          <a:pt x="278098" y="19533"/>
                          <a:pt x="0" y="18288"/>
                        </a:cubicBezTo>
                        <a:cubicBezTo>
                          <a:pt x="74" y="14054"/>
                          <a:pt x="-46" y="699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31ECCC-2255-43BF-BA57-086DD05AC3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929384"/>
            <a:ext cx="7886700" cy="4251960"/>
          </a:xfrm>
        </p:spPr>
        <p:txBody>
          <a:bodyPr>
            <a:normAutofit/>
          </a:bodyPr>
          <a:lstStyle/>
          <a:p>
            <a:r>
              <a:rPr lang="en-US" sz="1900" dirty="0"/>
              <a:t>Create networks with practitioners (key individuals, key </a:t>
            </a:r>
            <a:r>
              <a:rPr lang="en-US" sz="1900" dirty="0" err="1"/>
              <a:t>organisations</a:t>
            </a:r>
            <a:r>
              <a:rPr lang="en-US" sz="1900" dirty="0"/>
              <a:t>)</a:t>
            </a:r>
          </a:p>
          <a:p>
            <a:r>
              <a:rPr lang="en-US" sz="1900" dirty="0"/>
              <a:t>Build the principle of partnership into your research</a:t>
            </a:r>
          </a:p>
          <a:p>
            <a:r>
              <a:rPr lang="en-US" sz="1900" dirty="0"/>
              <a:t>Just as your doctoral journey is about creating relationships for future research and publication, create relationships with end-users</a:t>
            </a:r>
          </a:p>
          <a:p>
            <a:r>
              <a:rPr lang="en-US" sz="1900" dirty="0"/>
              <a:t>Co-production of research</a:t>
            </a:r>
          </a:p>
          <a:p>
            <a:r>
              <a:rPr lang="en-US" sz="1900" dirty="0"/>
              <a:t>Co-funding if possible</a:t>
            </a:r>
          </a:p>
          <a:p>
            <a:r>
              <a:rPr lang="en-US" sz="1900" dirty="0"/>
              <a:t>Social capital, communication &amp; long-term relationships</a:t>
            </a:r>
          </a:p>
          <a:p>
            <a:r>
              <a:rPr lang="en-US" sz="1900" dirty="0"/>
              <a:t>Co-publication? (Practitioner journals, </a:t>
            </a:r>
            <a:r>
              <a:rPr lang="en-US" sz="1900" i="1" dirty="0"/>
              <a:t>Harvard Business Review</a:t>
            </a:r>
            <a:r>
              <a:rPr lang="en-US" sz="1900" dirty="0"/>
              <a:t>) </a:t>
            </a:r>
          </a:p>
          <a:p>
            <a:endParaRPr lang="en-US" sz="1900" dirty="0"/>
          </a:p>
        </p:txBody>
      </p:sp>
    </p:spTree>
    <p:extLst>
      <p:ext uri="{BB962C8B-B14F-4D97-AF65-F5344CB8AC3E}">
        <p14:creationId xmlns:p14="http://schemas.microsoft.com/office/powerpoint/2010/main" val="8967135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6" name="Rectangle 135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56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pPr eaLnBrk="1" hangingPunct="1"/>
            <a:r>
              <a:rPr lang="en-GB" altLang="en-US" sz="4300" dirty="0"/>
              <a:t>Generating impact</a:t>
            </a:r>
          </a:p>
        </p:txBody>
      </p:sp>
      <p:sp>
        <p:nvSpPr>
          <p:cNvPr id="138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677373"/>
            <a:ext cx="8140446" cy="18288"/>
          </a:xfrm>
          <a:custGeom>
            <a:avLst/>
            <a:gdLst>
              <a:gd name="csX0" fmla="*/ 0 w 8140446"/>
              <a:gd name="csY0" fmla="*/ 0 h 18288"/>
              <a:gd name="csX1" fmla="*/ 434157 w 8140446"/>
              <a:gd name="csY1" fmla="*/ 0 h 18288"/>
              <a:gd name="csX2" fmla="*/ 1193932 w 8140446"/>
              <a:gd name="csY2" fmla="*/ 0 h 18288"/>
              <a:gd name="csX3" fmla="*/ 1628089 w 8140446"/>
              <a:gd name="csY3" fmla="*/ 0 h 18288"/>
              <a:gd name="csX4" fmla="*/ 2225055 w 8140446"/>
              <a:gd name="csY4" fmla="*/ 0 h 18288"/>
              <a:gd name="csX5" fmla="*/ 3066235 w 8140446"/>
              <a:gd name="csY5" fmla="*/ 0 h 18288"/>
              <a:gd name="csX6" fmla="*/ 3744605 w 8140446"/>
              <a:gd name="csY6" fmla="*/ 0 h 18288"/>
              <a:gd name="csX7" fmla="*/ 4504380 w 8140446"/>
              <a:gd name="csY7" fmla="*/ 0 h 18288"/>
              <a:gd name="csX8" fmla="*/ 5101346 w 8140446"/>
              <a:gd name="csY8" fmla="*/ 0 h 18288"/>
              <a:gd name="csX9" fmla="*/ 5779717 w 8140446"/>
              <a:gd name="csY9" fmla="*/ 0 h 18288"/>
              <a:gd name="csX10" fmla="*/ 6620896 w 8140446"/>
              <a:gd name="csY10" fmla="*/ 0 h 18288"/>
              <a:gd name="csX11" fmla="*/ 7136458 w 8140446"/>
              <a:gd name="csY11" fmla="*/ 0 h 18288"/>
              <a:gd name="csX12" fmla="*/ 8140446 w 8140446"/>
              <a:gd name="csY12" fmla="*/ 0 h 18288"/>
              <a:gd name="csX13" fmla="*/ 8140446 w 8140446"/>
              <a:gd name="csY13" fmla="*/ 18288 h 18288"/>
              <a:gd name="csX14" fmla="*/ 7543480 w 8140446"/>
              <a:gd name="csY14" fmla="*/ 18288 h 18288"/>
              <a:gd name="csX15" fmla="*/ 7109323 w 8140446"/>
              <a:gd name="csY15" fmla="*/ 18288 h 18288"/>
              <a:gd name="csX16" fmla="*/ 6430952 w 8140446"/>
              <a:gd name="csY16" fmla="*/ 18288 h 18288"/>
              <a:gd name="csX17" fmla="*/ 5915391 w 8140446"/>
              <a:gd name="csY17" fmla="*/ 18288 h 18288"/>
              <a:gd name="csX18" fmla="*/ 5237020 w 8140446"/>
              <a:gd name="csY18" fmla="*/ 18288 h 18288"/>
              <a:gd name="csX19" fmla="*/ 4558650 w 8140446"/>
              <a:gd name="csY19" fmla="*/ 18288 h 18288"/>
              <a:gd name="csX20" fmla="*/ 3880279 w 8140446"/>
              <a:gd name="csY20" fmla="*/ 18288 h 18288"/>
              <a:gd name="csX21" fmla="*/ 3201909 w 8140446"/>
              <a:gd name="csY21" fmla="*/ 18288 h 18288"/>
              <a:gd name="csX22" fmla="*/ 2604943 w 8140446"/>
              <a:gd name="csY22" fmla="*/ 18288 h 18288"/>
              <a:gd name="csX23" fmla="*/ 1845168 w 8140446"/>
              <a:gd name="csY23" fmla="*/ 18288 h 18288"/>
              <a:gd name="csX24" fmla="*/ 1166797 w 8140446"/>
              <a:gd name="csY24" fmla="*/ 18288 h 18288"/>
              <a:gd name="csX25" fmla="*/ 0 w 8140446"/>
              <a:gd name="csY25" fmla="*/ 18288 h 18288"/>
              <a:gd name="csX26" fmla="*/ 0 w 8140446"/>
              <a:gd name="csY26" fmla="*/ 0 h 18288"/>
              <a:gd name="csX0" fmla="*/ 0 w 8140446"/>
              <a:gd name="csY0" fmla="*/ 0 h 18288"/>
              <a:gd name="csX1" fmla="*/ 596966 w 8140446"/>
              <a:gd name="csY1" fmla="*/ 0 h 18288"/>
              <a:gd name="csX2" fmla="*/ 1031123 w 8140446"/>
              <a:gd name="csY2" fmla="*/ 0 h 18288"/>
              <a:gd name="csX3" fmla="*/ 1872303 w 8140446"/>
              <a:gd name="csY3" fmla="*/ 0 h 18288"/>
              <a:gd name="csX4" fmla="*/ 2469269 w 8140446"/>
              <a:gd name="csY4" fmla="*/ 0 h 18288"/>
              <a:gd name="csX5" fmla="*/ 3066235 w 8140446"/>
              <a:gd name="csY5" fmla="*/ 0 h 18288"/>
              <a:gd name="csX6" fmla="*/ 3907414 w 8140446"/>
              <a:gd name="csY6" fmla="*/ 0 h 18288"/>
              <a:gd name="csX7" fmla="*/ 4422976 w 8140446"/>
              <a:gd name="csY7" fmla="*/ 0 h 18288"/>
              <a:gd name="csX8" fmla="*/ 5264155 w 8140446"/>
              <a:gd name="csY8" fmla="*/ 0 h 18288"/>
              <a:gd name="csX9" fmla="*/ 6105335 w 8140446"/>
              <a:gd name="csY9" fmla="*/ 0 h 18288"/>
              <a:gd name="csX10" fmla="*/ 6783705 w 8140446"/>
              <a:gd name="csY10" fmla="*/ 0 h 18288"/>
              <a:gd name="csX11" fmla="*/ 8140446 w 8140446"/>
              <a:gd name="csY11" fmla="*/ 0 h 18288"/>
              <a:gd name="csX12" fmla="*/ 8140446 w 8140446"/>
              <a:gd name="csY12" fmla="*/ 18288 h 18288"/>
              <a:gd name="csX13" fmla="*/ 7706289 w 8140446"/>
              <a:gd name="csY13" fmla="*/ 18288 h 18288"/>
              <a:gd name="csX14" fmla="*/ 6865109 w 8140446"/>
              <a:gd name="csY14" fmla="*/ 18288 h 18288"/>
              <a:gd name="csX15" fmla="*/ 6349548 w 8140446"/>
              <a:gd name="csY15" fmla="*/ 18288 h 18288"/>
              <a:gd name="csX16" fmla="*/ 5671177 w 8140446"/>
              <a:gd name="csY16" fmla="*/ 18288 h 18288"/>
              <a:gd name="csX17" fmla="*/ 4829998 w 8140446"/>
              <a:gd name="csY17" fmla="*/ 18288 h 18288"/>
              <a:gd name="csX18" fmla="*/ 4151627 w 8140446"/>
              <a:gd name="csY18" fmla="*/ 18288 h 18288"/>
              <a:gd name="csX19" fmla="*/ 3717470 w 8140446"/>
              <a:gd name="csY19" fmla="*/ 18288 h 18288"/>
              <a:gd name="csX20" fmla="*/ 3201909 w 8140446"/>
              <a:gd name="csY20" fmla="*/ 18288 h 18288"/>
              <a:gd name="csX21" fmla="*/ 2360729 w 8140446"/>
              <a:gd name="csY21" fmla="*/ 18288 h 18288"/>
              <a:gd name="csX22" fmla="*/ 1682359 w 8140446"/>
              <a:gd name="csY22" fmla="*/ 18288 h 18288"/>
              <a:gd name="csX23" fmla="*/ 1166797 w 8140446"/>
              <a:gd name="csY23" fmla="*/ 18288 h 18288"/>
              <a:gd name="csX24" fmla="*/ 0 w 8140446"/>
              <a:gd name="csY24" fmla="*/ 18288 h 18288"/>
              <a:gd name="csX25" fmla="*/ 0 w 8140446"/>
              <a:gd name="csY2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87427" y="6231"/>
                  <a:pt x="309612" y="-26324"/>
                  <a:pt x="434157" y="0"/>
                </a:cubicBezTo>
                <a:cubicBezTo>
                  <a:pt x="536972" y="29330"/>
                  <a:pt x="959392" y="28619"/>
                  <a:pt x="1193932" y="0"/>
                </a:cubicBezTo>
                <a:cubicBezTo>
                  <a:pt x="1446097" y="13819"/>
                  <a:pt x="1471680" y="7203"/>
                  <a:pt x="1628089" y="0"/>
                </a:cubicBezTo>
                <a:cubicBezTo>
                  <a:pt x="1817415" y="4047"/>
                  <a:pt x="1949536" y="-59324"/>
                  <a:pt x="2225055" y="0"/>
                </a:cubicBezTo>
                <a:cubicBezTo>
                  <a:pt x="2520490" y="18365"/>
                  <a:pt x="2717469" y="18707"/>
                  <a:pt x="3066235" y="0"/>
                </a:cubicBezTo>
                <a:cubicBezTo>
                  <a:pt x="3437075" y="3751"/>
                  <a:pt x="3408347" y="31644"/>
                  <a:pt x="3744605" y="0"/>
                </a:cubicBezTo>
                <a:cubicBezTo>
                  <a:pt x="4097249" y="-11527"/>
                  <a:pt x="4249699" y="-32555"/>
                  <a:pt x="4504380" y="0"/>
                </a:cubicBezTo>
                <a:cubicBezTo>
                  <a:pt x="4737570" y="17980"/>
                  <a:pt x="4877497" y="1006"/>
                  <a:pt x="5101346" y="0"/>
                </a:cubicBezTo>
                <a:cubicBezTo>
                  <a:pt x="5359305" y="-15330"/>
                  <a:pt x="5447195" y="7257"/>
                  <a:pt x="5779717" y="0"/>
                </a:cubicBezTo>
                <a:cubicBezTo>
                  <a:pt x="6090019" y="-17621"/>
                  <a:pt x="6273151" y="4279"/>
                  <a:pt x="6620896" y="0"/>
                </a:cubicBezTo>
                <a:cubicBezTo>
                  <a:pt x="6968586" y="34056"/>
                  <a:pt x="6990073" y="23587"/>
                  <a:pt x="7136458" y="0"/>
                </a:cubicBezTo>
                <a:cubicBezTo>
                  <a:pt x="7320575" y="20480"/>
                  <a:pt x="7847401" y="-6173"/>
                  <a:pt x="8140446" y="0"/>
                </a:cubicBezTo>
                <a:cubicBezTo>
                  <a:pt x="8139878" y="7862"/>
                  <a:pt x="8140227" y="13269"/>
                  <a:pt x="8140446" y="18288"/>
                </a:cubicBezTo>
                <a:cubicBezTo>
                  <a:pt x="7908069" y="-20636"/>
                  <a:pt x="7683037" y="21977"/>
                  <a:pt x="7543480" y="18288"/>
                </a:cubicBezTo>
                <a:cubicBezTo>
                  <a:pt x="7393752" y="10050"/>
                  <a:pt x="7221032" y="-3229"/>
                  <a:pt x="7109323" y="18288"/>
                </a:cubicBezTo>
                <a:cubicBezTo>
                  <a:pt x="7015297" y="22483"/>
                  <a:pt x="6599332" y="40899"/>
                  <a:pt x="6430952" y="18288"/>
                </a:cubicBezTo>
                <a:cubicBezTo>
                  <a:pt x="6292915" y="-34150"/>
                  <a:pt x="6142305" y="21507"/>
                  <a:pt x="5915391" y="18288"/>
                </a:cubicBezTo>
                <a:cubicBezTo>
                  <a:pt x="5682725" y="47843"/>
                  <a:pt x="5440566" y="31420"/>
                  <a:pt x="5237020" y="18288"/>
                </a:cubicBezTo>
                <a:cubicBezTo>
                  <a:pt x="5046456" y="10577"/>
                  <a:pt x="4706449" y="51976"/>
                  <a:pt x="4558650" y="18288"/>
                </a:cubicBezTo>
                <a:cubicBezTo>
                  <a:pt x="4361396" y="-987"/>
                  <a:pt x="4145362" y="-22303"/>
                  <a:pt x="3880279" y="18288"/>
                </a:cubicBezTo>
                <a:cubicBezTo>
                  <a:pt x="3610716" y="25411"/>
                  <a:pt x="3472690" y="4008"/>
                  <a:pt x="3201909" y="18288"/>
                </a:cubicBezTo>
                <a:cubicBezTo>
                  <a:pt x="2913595" y="35097"/>
                  <a:pt x="2753317" y="-1149"/>
                  <a:pt x="2604943" y="18288"/>
                </a:cubicBezTo>
                <a:cubicBezTo>
                  <a:pt x="2450130" y="36989"/>
                  <a:pt x="1974183" y="40159"/>
                  <a:pt x="1845168" y="18288"/>
                </a:cubicBezTo>
                <a:cubicBezTo>
                  <a:pt x="1677929" y="220"/>
                  <a:pt x="1378098" y="-772"/>
                  <a:pt x="1166797" y="18288"/>
                </a:cubicBezTo>
                <a:cubicBezTo>
                  <a:pt x="921150" y="53277"/>
                  <a:pt x="327457" y="47297"/>
                  <a:pt x="0" y="18288"/>
                </a:cubicBezTo>
                <a:cubicBezTo>
                  <a:pt x="-589" y="13471"/>
                  <a:pt x="-474" y="7409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36968" y="-25482"/>
                  <a:pt x="379786" y="11224"/>
                  <a:pt x="596966" y="0"/>
                </a:cubicBezTo>
                <a:cubicBezTo>
                  <a:pt x="815878" y="-21223"/>
                  <a:pt x="832062" y="11868"/>
                  <a:pt x="1031123" y="0"/>
                </a:cubicBezTo>
                <a:cubicBezTo>
                  <a:pt x="1256800" y="-30738"/>
                  <a:pt x="1658090" y="-20345"/>
                  <a:pt x="1872303" y="0"/>
                </a:cubicBezTo>
                <a:cubicBezTo>
                  <a:pt x="2115604" y="28431"/>
                  <a:pt x="2277865" y="-40642"/>
                  <a:pt x="2469269" y="0"/>
                </a:cubicBezTo>
                <a:cubicBezTo>
                  <a:pt x="2679731" y="25919"/>
                  <a:pt x="2788602" y="-6498"/>
                  <a:pt x="3066235" y="0"/>
                </a:cubicBezTo>
                <a:cubicBezTo>
                  <a:pt x="3325663" y="-14487"/>
                  <a:pt x="3706561" y="67517"/>
                  <a:pt x="3907414" y="0"/>
                </a:cubicBezTo>
                <a:cubicBezTo>
                  <a:pt x="4127229" y="-37113"/>
                  <a:pt x="4179037" y="-8167"/>
                  <a:pt x="4422976" y="0"/>
                </a:cubicBezTo>
                <a:cubicBezTo>
                  <a:pt x="4683575" y="-28486"/>
                  <a:pt x="5055803" y="-13799"/>
                  <a:pt x="5264155" y="0"/>
                </a:cubicBezTo>
                <a:cubicBezTo>
                  <a:pt x="5513566" y="14315"/>
                  <a:pt x="5735215" y="2768"/>
                  <a:pt x="6105335" y="0"/>
                </a:cubicBezTo>
                <a:cubicBezTo>
                  <a:pt x="6510913" y="-12587"/>
                  <a:pt x="6456171" y="3247"/>
                  <a:pt x="6783705" y="0"/>
                </a:cubicBezTo>
                <a:cubicBezTo>
                  <a:pt x="7057099" y="-15461"/>
                  <a:pt x="7592067" y="5384"/>
                  <a:pt x="8140446" y="0"/>
                </a:cubicBezTo>
                <a:cubicBezTo>
                  <a:pt x="8140452" y="8597"/>
                  <a:pt x="8141122" y="9732"/>
                  <a:pt x="8140446" y="18288"/>
                </a:cubicBezTo>
                <a:cubicBezTo>
                  <a:pt x="7961834" y="8406"/>
                  <a:pt x="7874097" y="10350"/>
                  <a:pt x="7706289" y="18288"/>
                </a:cubicBezTo>
                <a:cubicBezTo>
                  <a:pt x="7582508" y="-14920"/>
                  <a:pt x="7179551" y="-33111"/>
                  <a:pt x="6865109" y="18288"/>
                </a:cubicBezTo>
                <a:cubicBezTo>
                  <a:pt x="6583382" y="24117"/>
                  <a:pt x="6525821" y="36696"/>
                  <a:pt x="6349548" y="18288"/>
                </a:cubicBezTo>
                <a:cubicBezTo>
                  <a:pt x="6209953" y="10881"/>
                  <a:pt x="5959707" y="-47828"/>
                  <a:pt x="5671177" y="18288"/>
                </a:cubicBezTo>
                <a:cubicBezTo>
                  <a:pt x="5387744" y="29809"/>
                  <a:pt x="5228514" y="101507"/>
                  <a:pt x="4829998" y="18288"/>
                </a:cubicBezTo>
                <a:cubicBezTo>
                  <a:pt x="4415646" y="-28596"/>
                  <a:pt x="4343809" y="28954"/>
                  <a:pt x="4151627" y="18288"/>
                </a:cubicBezTo>
                <a:cubicBezTo>
                  <a:pt x="3950673" y="-9796"/>
                  <a:pt x="3879947" y="41143"/>
                  <a:pt x="3717470" y="18288"/>
                </a:cubicBezTo>
                <a:cubicBezTo>
                  <a:pt x="3558660" y="10110"/>
                  <a:pt x="3468854" y="29375"/>
                  <a:pt x="3201909" y="18288"/>
                </a:cubicBezTo>
                <a:cubicBezTo>
                  <a:pt x="2965673" y="10505"/>
                  <a:pt x="2568327" y="22116"/>
                  <a:pt x="2360729" y="18288"/>
                </a:cubicBezTo>
                <a:cubicBezTo>
                  <a:pt x="2171885" y="49144"/>
                  <a:pt x="1923258" y="16020"/>
                  <a:pt x="1682359" y="18288"/>
                </a:cubicBezTo>
                <a:cubicBezTo>
                  <a:pt x="1430698" y="-2378"/>
                  <a:pt x="1324229" y="-1751"/>
                  <a:pt x="1166797" y="18288"/>
                </a:cubicBezTo>
                <a:cubicBezTo>
                  <a:pt x="1001390" y="41795"/>
                  <a:pt x="324313" y="57964"/>
                  <a:pt x="0" y="18288"/>
                </a:cubicBezTo>
                <a:cubicBezTo>
                  <a:pt x="285" y="13135"/>
                  <a:pt x="532" y="5956"/>
                  <a:pt x="0" y="0"/>
                </a:cubicBezTo>
                <a:close/>
              </a:path>
              <a:path w="8140446" h="18288" fill="none" stroke="0" extrusionOk="0">
                <a:moveTo>
                  <a:pt x="0" y="0"/>
                </a:moveTo>
                <a:cubicBezTo>
                  <a:pt x="69532" y="-6557"/>
                  <a:pt x="264219" y="3919"/>
                  <a:pt x="434157" y="0"/>
                </a:cubicBezTo>
                <a:cubicBezTo>
                  <a:pt x="600013" y="9090"/>
                  <a:pt x="921449" y="-13478"/>
                  <a:pt x="1193932" y="0"/>
                </a:cubicBezTo>
                <a:cubicBezTo>
                  <a:pt x="1443592" y="14844"/>
                  <a:pt x="1471188" y="10722"/>
                  <a:pt x="1628089" y="0"/>
                </a:cubicBezTo>
                <a:cubicBezTo>
                  <a:pt x="1750006" y="-24149"/>
                  <a:pt x="1967480" y="-14904"/>
                  <a:pt x="2225055" y="0"/>
                </a:cubicBezTo>
                <a:cubicBezTo>
                  <a:pt x="2503918" y="19247"/>
                  <a:pt x="2709263" y="-16351"/>
                  <a:pt x="3066235" y="0"/>
                </a:cubicBezTo>
                <a:cubicBezTo>
                  <a:pt x="3429723" y="-1627"/>
                  <a:pt x="3399401" y="30976"/>
                  <a:pt x="3744605" y="0"/>
                </a:cubicBezTo>
                <a:cubicBezTo>
                  <a:pt x="4081920" y="-40602"/>
                  <a:pt x="4258272" y="-2441"/>
                  <a:pt x="4504380" y="0"/>
                </a:cubicBezTo>
                <a:cubicBezTo>
                  <a:pt x="4760039" y="21121"/>
                  <a:pt x="4866555" y="-1351"/>
                  <a:pt x="5101346" y="0"/>
                </a:cubicBezTo>
                <a:cubicBezTo>
                  <a:pt x="5336279" y="1859"/>
                  <a:pt x="5465100" y="30801"/>
                  <a:pt x="5779717" y="0"/>
                </a:cubicBezTo>
                <a:cubicBezTo>
                  <a:pt x="6117018" y="-2879"/>
                  <a:pt x="6273497" y="-5002"/>
                  <a:pt x="6620896" y="0"/>
                </a:cubicBezTo>
                <a:cubicBezTo>
                  <a:pt x="6972306" y="38666"/>
                  <a:pt x="6992056" y="28334"/>
                  <a:pt x="7136458" y="0"/>
                </a:cubicBezTo>
                <a:cubicBezTo>
                  <a:pt x="7325567" y="-61201"/>
                  <a:pt x="7766555" y="-88399"/>
                  <a:pt x="8140446" y="0"/>
                </a:cubicBezTo>
                <a:cubicBezTo>
                  <a:pt x="8140031" y="7748"/>
                  <a:pt x="8139515" y="13015"/>
                  <a:pt x="8140446" y="18288"/>
                </a:cubicBezTo>
                <a:cubicBezTo>
                  <a:pt x="7892673" y="-4012"/>
                  <a:pt x="7668025" y="650"/>
                  <a:pt x="7543480" y="18288"/>
                </a:cubicBezTo>
                <a:cubicBezTo>
                  <a:pt x="7406710" y="-3467"/>
                  <a:pt x="7207646" y="8893"/>
                  <a:pt x="7109323" y="18288"/>
                </a:cubicBezTo>
                <a:cubicBezTo>
                  <a:pt x="6993037" y="49011"/>
                  <a:pt x="6598723" y="59405"/>
                  <a:pt x="6430952" y="18288"/>
                </a:cubicBezTo>
                <a:cubicBezTo>
                  <a:pt x="6284771" y="15315"/>
                  <a:pt x="6162730" y="20350"/>
                  <a:pt x="5915391" y="18288"/>
                </a:cubicBezTo>
                <a:cubicBezTo>
                  <a:pt x="5684668" y="13603"/>
                  <a:pt x="5422852" y="53618"/>
                  <a:pt x="5237020" y="18288"/>
                </a:cubicBezTo>
                <a:cubicBezTo>
                  <a:pt x="5035482" y="26296"/>
                  <a:pt x="4719808" y="55145"/>
                  <a:pt x="4558650" y="18288"/>
                </a:cubicBezTo>
                <a:cubicBezTo>
                  <a:pt x="4375169" y="-35587"/>
                  <a:pt x="4137553" y="12086"/>
                  <a:pt x="3880279" y="18288"/>
                </a:cubicBezTo>
                <a:cubicBezTo>
                  <a:pt x="3624533" y="32648"/>
                  <a:pt x="3467387" y="6480"/>
                  <a:pt x="3201909" y="18288"/>
                </a:cubicBezTo>
                <a:cubicBezTo>
                  <a:pt x="2918126" y="73342"/>
                  <a:pt x="2717830" y="-17156"/>
                  <a:pt x="2604943" y="18288"/>
                </a:cubicBezTo>
                <a:cubicBezTo>
                  <a:pt x="2496133" y="44525"/>
                  <a:pt x="2003915" y="18254"/>
                  <a:pt x="1845168" y="18288"/>
                </a:cubicBezTo>
                <a:cubicBezTo>
                  <a:pt x="1694518" y="14989"/>
                  <a:pt x="1344959" y="44188"/>
                  <a:pt x="1166797" y="18288"/>
                </a:cubicBezTo>
                <a:cubicBezTo>
                  <a:pt x="935925" y="69451"/>
                  <a:pt x="319712" y="-63972"/>
                  <a:pt x="0" y="18288"/>
                </a:cubicBezTo>
                <a:cubicBezTo>
                  <a:pt x="1307" y="12414"/>
                  <a:pt x="-32" y="574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8140446"/>
                      <a:gd name="connsiteY0" fmla="*/ 0 h 18288"/>
                      <a:gd name="connsiteX1" fmla="*/ 434157 w 8140446"/>
                      <a:gd name="connsiteY1" fmla="*/ 0 h 18288"/>
                      <a:gd name="connsiteX2" fmla="*/ 1193932 w 8140446"/>
                      <a:gd name="connsiteY2" fmla="*/ 0 h 18288"/>
                      <a:gd name="connsiteX3" fmla="*/ 1628089 w 8140446"/>
                      <a:gd name="connsiteY3" fmla="*/ 0 h 18288"/>
                      <a:gd name="connsiteX4" fmla="*/ 2225055 w 8140446"/>
                      <a:gd name="connsiteY4" fmla="*/ 0 h 18288"/>
                      <a:gd name="connsiteX5" fmla="*/ 3066235 w 8140446"/>
                      <a:gd name="connsiteY5" fmla="*/ 0 h 18288"/>
                      <a:gd name="connsiteX6" fmla="*/ 3744605 w 8140446"/>
                      <a:gd name="connsiteY6" fmla="*/ 0 h 18288"/>
                      <a:gd name="connsiteX7" fmla="*/ 4504380 w 8140446"/>
                      <a:gd name="connsiteY7" fmla="*/ 0 h 18288"/>
                      <a:gd name="connsiteX8" fmla="*/ 5101346 w 8140446"/>
                      <a:gd name="connsiteY8" fmla="*/ 0 h 18288"/>
                      <a:gd name="connsiteX9" fmla="*/ 5779717 w 8140446"/>
                      <a:gd name="connsiteY9" fmla="*/ 0 h 18288"/>
                      <a:gd name="connsiteX10" fmla="*/ 6620896 w 8140446"/>
                      <a:gd name="connsiteY10" fmla="*/ 0 h 18288"/>
                      <a:gd name="connsiteX11" fmla="*/ 7136458 w 8140446"/>
                      <a:gd name="connsiteY11" fmla="*/ 0 h 18288"/>
                      <a:gd name="connsiteX12" fmla="*/ 8140446 w 8140446"/>
                      <a:gd name="connsiteY12" fmla="*/ 0 h 18288"/>
                      <a:gd name="connsiteX13" fmla="*/ 8140446 w 8140446"/>
                      <a:gd name="connsiteY13" fmla="*/ 18288 h 18288"/>
                      <a:gd name="connsiteX14" fmla="*/ 7543480 w 8140446"/>
                      <a:gd name="connsiteY14" fmla="*/ 18288 h 18288"/>
                      <a:gd name="connsiteX15" fmla="*/ 7109323 w 8140446"/>
                      <a:gd name="connsiteY15" fmla="*/ 18288 h 18288"/>
                      <a:gd name="connsiteX16" fmla="*/ 6430952 w 8140446"/>
                      <a:gd name="connsiteY16" fmla="*/ 18288 h 18288"/>
                      <a:gd name="connsiteX17" fmla="*/ 5915391 w 8140446"/>
                      <a:gd name="connsiteY17" fmla="*/ 18288 h 18288"/>
                      <a:gd name="connsiteX18" fmla="*/ 5237020 w 8140446"/>
                      <a:gd name="connsiteY18" fmla="*/ 18288 h 18288"/>
                      <a:gd name="connsiteX19" fmla="*/ 4558650 w 8140446"/>
                      <a:gd name="connsiteY19" fmla="*/ 18288 h 18288"/>
                      <a:gd name="connsiteX20" fmla="*/ 3880279 w 8140446"/>
                      <a:gd name="connsiteY20" fmla="*/ 18288 h 18288"/>
                      <a:gd name="connsiteX21" fmla="*/ 3201909 w 8140446"/>
                      <a:gd name="connsiteY21" fmla="*/ 18288 h 18288"/>
                      <a:gd name="connsiteX22" fmla="*/ 2604943 w 8140446"/>
                      <a:gd name="connsiteY22" fmla="*/ 18288 h 18288"/>
                      <a:gd name="connsiteX23" fmla="*/ 1845168 w 8140446"/>
                      <a:gd name="connsiteY23" fmla="*/ 18288 h 18288"/>
                      <a:gd name="connsiteX24" fmla="*/ 1166797 w 8140446"/>
                      <a:gd name="connsiteY24" fmla="*/ 18288 h 18288"/>
                      <a:gd name="connsiteX25" fmla="*/ 0 w 8140446"/>
                      <a:gd name="connsiteY25" fmla="*/ 18288 h 18288"/>
                      <a:gd name="connsiteX26" fmla="*/ 0 w 8140446"/>
                      <a:gd name="connsiteY26" fmla="*/ 0 h 182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</a:cxnLst>
                    <a:rect l="l" t="t" r="r" b="b"/>
                    <a:pathLst>
                      <a:path w="8140446" h="18288" fill="none" extrusionOk="0">
                        <a:moveTo>
                          <a:pt x="0" y="0"/>
                        </a:moveTo>
                        <a:cubicBezTo>
                          <a:pt x="94920" y="9103"/>
                          <a:pt x="287892" y="-4966"/>
                          <a:pt x="434157" y="0"/>
                        </a:cubicBezTo>
                        <a:cubicBezTo>
                          <a:pt x="580422" y="4966"/>
                          <a:pt x="943595" y="-14182"/>
                          <a:pt x="1193932" y="0"/>
                        </a:cubicBezTo>
                        <a:cubicBezTo>
                          <a:pt x="1444270" y="14182"/>
                          <a:pt x="1472129" y="5523"/>
                          <a:pt x="1628089" y="0"/>
                        </a:cubicBezTo>
                        <a:cubicBezTo>
                          <a:pt x="1784049" y="-5523"/>
                          <a:pt x="1962419" y="-17322"/>
                          <a:pt x="2225055" y="0"/>
                        </a:cubicBezTo>
                        <a:cubicBezTo>
                          <a:pt x="2487691" y="17322"/>
                          <a:pt x="2700681" y="1311"/>
                          <a:pt x="3066235" y="0"/>
                        </a:cubicBezTo>
                        <a:cubicBezTo>
                          <a:pt x="3431789" y="-1311"/>
                          <a:pt x="3405662" y="25081"/>
                          <a:pt x="3744605" y="0"/>
                        </a:cubicBezTo>
                        <a:cubicBezTo>
                          <a:pt x="4083548" y="-25081"/>
                          <a:pt x="4265111" y="-11945"/>
                          <a:pt x="4504380" y="0"/>
                        </a:cubicBezTo>
                        <a:cubicBezTo>
                          <a:pt x="4743649" y="11945"/>
                          <a:pt x="4860394" y="-2832"/>
                          <a:pt x="5101346" y="0"/>
                        </a:cubicBezTo>
                        <a:cubicBezTo>
                          <a:pt x="5342298" y="2832"/>
                          <a:pt x="5456387" y="23676"/>
                          <a:pt x="5779717" y="0"/>
                        </a:cubicBezTo>
                        <a:cubicBezTo>
                          <a:pt x="6103047" y="-23676"/>
                          <a:pt x="6270379" y="-37291"/>
                          <a:pt x="6620896" y="0"/>
                        </a:cubicBezTo>
                        <a:cubicBezTo>
                          <a:pt x="6971413" y="37291"/>
                          <a:pt x="6989068" y="24674"/>
                          <a:pt x="7136458" y="0"/>
                        </a:cubicBezTo>
                        <a:cubicBezTo>
                          <a:pt x="7283848" y="-24674"/>
                          <a:pt x="7752532" y="-22436"/>
                          <a:pt x="8140446" y="0"/>
                        </a:cubicBezTo>
                        <a:cubicBezTo>
                          <a:pt x="8140314" y="7702"/>
                          <a:pt x="8140234" y="13511"/>
                          <a:pt x="8140446" y="18288"/>
                        </a:cubicBezTo>
                        <a:cubicBezTo>
                          <a:pt x="7906329" y="-3043"/>
                          <a:pt x="7681180" y="27465"/>
                          <a:pt x="7543480" y="18288"/>
                        </a:cubicBezTo>
                        <a:cubicBezTo>
                          <a:pt x="7405780" y="9111"/>
                          <a:pt x="7216607" y="3660"/>
                          <a:pt x="7109323" y="18288"/>
                        </a:cubicBezTo>
                        <a:cubicBezTo>
                          <a:pt x="7002039" y="32916"/>
                          <a:pt x="6576231" y="42692"/>
                          <a:pt x="6430952" y="18288"/>
                        </a:cubicBezTo>
                        <a:cubicBezTo>
                          <a:pt x="6285673" y="-6116"/>
                          <a:pt x="6138840" y="34521"/>
                          <a:pt x="5915391" y="18288"/>
                        </a:cubicBezTo>
                        <a:cubicBezTo>
                          <a:pt x="5691942" y="2055"/>
                          <a:pt x="5459460" y="51666"/>
                          <a:pt x="5237020" y="18288"/>
                        </a:cubicBezTo>
                        <a:cubicBezTo>
                          <a:pt x="5014580" y="-15090"/>
                          <a:pt x="4747677" y="40449"/>
                          <a:pt x="4558650" y="18288"/>
                        </a:cubicBezTo>
                        <a:cubicBezTo>
                          <a:pt x="4369623" y="-3873"/>
                          <a:pt x="4146061" y="12568"/>
                          <a:pt x="3880279" y="18288"/>
                        </a:cubicBezTo>
                        <a:cubicBezTo>
                          <a:pt x="3614497" y="24008"/>
                          <a:pt x="3473808" y="-12908"/>
                          <a:pt x="3201909" y="18288"/>
                        </a:cubicBezTo>
                        <a:cubicBezTo>
                          <a:pt x="2930010" y="49484"/>
                          <a:pt x="2728175" y="-3430"/>
                          <a:pt x="2604943" y="18288"/>
                        </a:cubicBezTo>
                        <a:cubicBezTo>
                          <a:pt x="2481711" y="40006"/>
                          <a:pt x="2004334" y="26952"/>
                          <a:pt x="1845168" y="18288"/>
                        </a:cubicBezTo>
                        <a:cubicBezTo>
                          <a:pt x="1686003" y="9624"/>
                          <a:pt x="1375070" y="37580"/>
                          <a:pt x="1166797" y="18288"/>
                        </a:cubicBezTo>
                        <a:cubicBezTo>
                          <a:pt x="958524" y="-1004"/>
                          <a:pt x="342846" y="8880"/>
                          <a:pt x="0" y="18288"/>
                        </a:cubicBezTo>
                        <a:cubicBezTo>
                          <a:pt x="129" y="13298"/>
                          <a:pt x="-675" y="6857"/>
                          <a:pt x="0" y="0"/>
                        </a:cubicBezTo>
                        <a:close/>
                      </a:path>
                      <a:path w="8140446" h="18288" stroke="0" extrusionOk="0">
                        <a:moveTo>
                          <a:pt x="0" y="0"/>
                        </a:moveTo>
                        <a:cubicBezTo>
                          <a:pt x="142435" y="-24533"/>
                          <a:pt x="380026" y="17447"/>
                          <a:pt x="596966" y="0"/>
                        </a:cubicBezTo>
                        <a:cubicBezTo>
                          <a:pt x="813906" y="-17447"/>
                          <a:pt x="830530" y="13462"/>
                          <a:pt x="1031123" y="0"/>
                        </a:cubicBezTo>
                        <a:cubicBezTo>
                          <a:pt x="1231716" y="-13462"/>
                          <a:pt x="1634038" y="0"/>
                          <a:pt x="1872303" y="0"/>
                        </a:cubicBezTo>
                        <a:cubicBezTo>
                          <a:pt x="2110568" y="0"/>
                          <a:pt x="2261934" y="-25727"/>
                          <a:pt x="2469269" y="0"/>
                        </a:cubicBezTo>
                        <a:cubicBezTo>
                          <a:pt x="2676604" y="25727"/>
                          <a:pt x="2790440" y="16284"/>
                          <a:pt x="3066235" y="0"/>
                        </a:cubicBezTo>
                        <a:cubicBezTo>
                          <a:pt x="3342030" y="-16284"/>
                          <a:pt x="3685603" y="41976"/>
                          <a:pt x="3907414" y="0"/>
                        </a:cubicBezTo>
                        <a:cubicBezTo>
                          <a:pt x="4129225" y="-41976"/>
                          <a:pt x="4177416" y="-7598"/>
                          <a:pt x="4422976" y="0"/>
                        </a:cubicBezTo>
                        <a:cubicBezTo>
                          <a:pt x="4668536" y="7598"/>
                          <a:pt x="5023499" y="-28058"/>
                          <a:pt x="5264155" y="0"/>
                        </a:cubicBezTo>
                        <a:cubicBezTo>
                          <a:pt x="5504811" y="28058"/>
                          <a:pt x="5703675" y="13288"/>
                          <a:pt x="6105335" y="0"/>
                        </a:cubicBezTo>
                        <a:cubicBezTo>
                          <a:pt x="6506995" y="-13288"/>
                          <a:pt x="6455516" y="-5124"/>
                          <a:pt x="6783705" y="0"/>
                        </a:cubicBezTo>
                        <a:cubicBezTo>
                          <a:pt x="7111894" y="5124"/>
                          <a:pt x="7512856" y="10604"/>
                          <a:pt x="8140446" y="0"/>
                        </a:cubicBezTo>
                        <a:cubicBezTo>
                          <a:pt x="8140458" y="8833"/>
                          <a:pt x="8140986" y="9830"/>
                          <a:pt x="8140446" y="18288"/>
                        </a:cubicBezTo>
                        <a:cubicBezTo>
                          <a:pt x="7959314" y="3345"/>
                          <a:pt x="7870113" y="10437"/>
                          <a:pt x="7706289" y="18288"/>
                        </a:cubicBezTo>
                        <a:cubicBezTo>
                          <a:pt x="7542465" y="26139"/>
                          <a:pt x="7157940" y="17482"/>
                          <a:pt x="6865109" y="18288"/>
                        </a:cubicBezTo>
                        <a:cubicBezTo>
                          <a:pt x="6572278" y="19094"/>
                          <a:pt x="6524256" y="38051"/>
                          <a:pt x="6349548" y="18288"/>
                        </a:cubicBezTo>
                        <a:cubicBezTo>
                          <a:pt x="6174840" y="-1475"/>
                          <a:pt x="5951624" y="174"/>
                          <a:pt x="5671177" y="18288"/>
                        </a:cubicBezTo>
                        <a:cubicBezTo>
                          <a:pt x="5390730" y="36402"/>
                          <a:pt x="5222992" y="60058"/>
                          <a:pt x="4829998" y="18288"/>
                        </a:cubicBezTo>
                        <a:cubicBezTo>
                          <a:pt x="4437004" y="-23482"/>
                          <a:pt x="4344181" y="39087"/>
                          <a:pt x="4151627" y="18288"/>
                        </a:cubicBezTo>
                        <a:cubicBezTo>
                          <a:pt x="3959073" y="-2511"/>
                          <a:pt x="3886970" y="32875"/>
                          <a:pt x="3717470" y="18288"/>
                        </a:cubicBezTo>
                        <a:cubicBezTo>
                          <a:pt x="3547970" y="3701"/>
                          <a:pt x="3451521" y="31872"/>
                          <a:pt x="3201909" y="18288"/>
                        </a:cubicBezTo>
                        <a:cubicBezTo>
                          <a:pt x="2952297" y="4704"/>
                          <a:pt x="2543413" y="6029"/>
                          <a:pt x="2360729" y="18288"/>
                        </a:cubicBezTo>
                        <a:cubicBezTo>
                          <a:pt x="2178045" y="30547"/>
                          <a:pt x="1906056" y="25847"/>
                          <a:pt x="1682359" y="18288"/>
                        </a:cubicBezTo>
                        <a:cubicBezTo>
                          <a:pt x="1458662" y="10730"/>
                          <a:pt x="1330405" y="8046"/>
                          <a:pt x="1166797" y="18288"/>
                        </a:cubicBezTo>
                        <a:cubicBezTo>
                          <a:pt x="1003189" y="28530"/>
                          <a:pt x="278098" y="19533"/>
                          <a:pt x="0" y="18288"/>
                        </a:cubicBezTo>
                        <a:cubicBezTo>
                          <a:pt x="74" y="14054"/>
                          <a:pt x="-46" y="699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563" name="Content Placeholder 2"/>
          <p:cNvSpPr>
            <a:spLocks noGrp="1"/>
          </p:cNvSpPr>
          <p:nvPr>
            <p:ph idx="1"/>
          </p:nvPr>
        </p:nvSpPr>
        <p:spPr>
          <a:xfrm>
            <a:off x="628650" y="1929384"/>
            <a:ext cx="7886700" cy="4251960"/>
          </a:xfrm>
        </p:spPr>
        <p:txBody>
          <a:bodyPr>
            <a:normAutofit/>
          </a:bodyPr>
          <a:lstStyle/>
          <a:p>
            <a:pPr marL="0" indent="0" eaLnBrk="1" hangingPunct="1">
              <a:buNone/>
            </a:pPr>
            <a:r>
              <a:rPr lang="en-GB" altLang="en-US" sz="1900" b="1" dirty="0"/>
              <a:t>Co-production:</a:t>
            </a:r>
          </a:p>
          <a:p>
            <a:pPr eaLnBrk="1" hangingPunct="1"/>
            <a:r>
              <a:rPr lang="en-GB" altLang="en-US" sz="1900" dirty="0"/>
              <a:t>Involving users at all stages of the research</a:t>
            </a:r>
          </a:p>
          <a:p>
            <a:pPr eaLnBrk="1" hangingPunct="1"/>
            <a:r>
              <a:rPr lang="en-GB" altLang="en-US" sz="1900" dirty="0"/>
              <a:t>Well-planned user-engagement and knowledge exchange strategies</a:t>
            </a:r>
          </a:p>
          <a:p>
            <a:pPr eaLnBrk="1" hangingPunct="1"/>
            <a:r>
              <a:rPr lang="en-GB" altLang="en-US" sz="1900" dirty="0"/>
              <a:t>Co-production of knowledge – scope for generating higher impact</a:t>
            </a:r>
          </a:p>
          <a:p>
            <a:pPr eaLnBrk="1" hangingPunct="1"/>
            <a:r>
              <a:rPr lang="en-GB" altLang="en-US" sz="1900" dirty="0"/>
              <a:t>Portfolios of research activity that build reputations with research users</a:t>
            </a:r>
          </a:p>
          <a:p>
            <a:pPr eaLnBrk="1" hangingPunct="1"/>
            <a:endParaRPr lang="en-GB" altLang="en-US" sz="1900" dirty="0"/>
          </a:p>
          <a:p>
            <a:pPr marL="0" indent="0" eaLnBrk="1" hangingPunct="1">
              <a:buNone/>
            </a:pPr>
            <a:r>
              <a:rPr lang="en-GB" altLang="en-US" sz="1900" b="1" dirty="0"/>
              <a:t>Relationships:</a:t>
            </a:r>
          </a:p>
          <a:p>
            <a:pPr eaLnBrk="1" hangingPunct="1"/>
            <a:r>
              <a:rPr lang="en-GB" altLang="en-US" sz="1900" dirty="0"/>
              <a:t>Established relationships and networks with user communities</a:t>
            </a:r>
          </a:p>
          <a:p>
            <a:pPr eaLnBrk="1" hangingPunct="1"/>
            <a:r>
              <a:rPr lang="en-GB" altLang="en-US" sz="1900" dirty="0"/>
              <a:t>Where appropriate, the involvement of intermediaries and knowledge brokers as translators, amplifiers, network providers, etc.</a:t>
            </a:r>
          </a:p>
          <a:p>
            <a:pPr eaLnBrk="1" hangingPunct="1"/>
            <a:r>
              <a:rPr lang="en-GB" altLang="en-US" sz="1900" dirty="0"/>
              <a:t>Good infrastructure and management support</a:t>
            </a:r>
          </a:p>
          <a:p>
            <a:pPr eaLnBrk="1" hangingPunct="1"/>
            <a:endParaRPr lang="en-GB" altLang="en-US" sz="1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6" name="Rectangle 135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058" name="Rectangle 1026"/>
          <p:cNvSpPr>
            <a:spLocks noGrp="1" noChangeArrowheads="1"/>
          </p:cNvSpPr>
          <p:nvPr>
            <p:ph type="title"/>
          </p:nvPr>
        </p:nvSpPr>
        <p:spPr>
          <a:xfrm>
            <a:off x="251520" y="548640"/>
            <a:ext cx="3080061" cy="5431536"/>
          </a:xfrm>
        </p:spPr>
        <p:txBody>
          <a:bodyPr lIns="90488" tIns="44450" rIns="90488" bIns="44450">
            <a:normAutofit/>
          </a:bodyPr>
          <a:lstStyle/>
          <a:p>
            <a:r>
              <a:rPr lang="en-GB" altLang="en-US" sz="3600" i="1" dirty="0"/>
              <a:t>Danger!!!</a:t>
            </a:r>
            <a:br>
              <a:rPr lang="en-GB" altLang="en-US" sz="3600" i="1" dirty="0"/>
            </a:br>
            <a:r>
              <a:rPr lang="en-GB" altLang="en-US" sz="3600" i="1" dirty="0"/>
              <a:t>Engagement or Irrelevance?</a:t>
            </a:r>
          </a:p>
        </p:txBody>
      </p:sp>
      <p:sp>
        <p:nvSpPr>
          <p:cNvPr id="138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347917" y="3261001"/>
            <a:ext cx="4480560" cy="13716"/>
          </a:xfrm>
          <a:custGeom>
            <a:avLst/>
            <a:gdLst>
              <a:gd name="csX0" fmla="*/ 0 w 4480560"/>
              <a:gd name="csY0" fmla="*/ 0 h 13716"/>
              <a:gd name="csX1" fmla="*/ 595274 w 4480560"/>
              <a:gd name="csY1" fmla="*/ 0 h 13716"/>
              <a:gd name="csX2" fmla="*/ 1100938 w 4480560"/>
              <a:gd name="csY2" fmla="*/ 0 h 13716"/>
              <a:gd name="csX3" fmla="*/ 1651406 w 4480560"/>
              <a:gd name="csY3" fmla="*/ 0 h 13716"/>
              <a:gd name="csX4" fmla="*/ 2336292 w 4480560"/>
              <a:gd name="csY4" fmla="*/ 0 h 13716"/>
              <a:gd name="csX5" fmla="*/ 2931566 w 4480560"/>
              <a:gd name="csY5" fmla="*/ 0 h 13716"/>
              <a:gd name="csX6" fmla="*/ 3482035 w 4480560"/>
              <a:gd name="csY6" fmla="*/ 0 h 13716"/>
              <a:gd name="csX7" fmla="*/ 4480560 w 4480560"/>
              <a:gd name="csY7" fmla="*/ 0 h 13716"/>
              <a:gd name="csX8" fmla="*/ 4480560 w 4480560"/>
              <a:gd name="csY8" fmla="*/ 13716 h 13716"/>
              <a:gd name="csX9" fmla="*/ 3840480 w 4480560"/>
              <a:gd name="csY9" fmla="*/ 13716 h 13716"/>
              <a:gd name="csX10" fmla="*/ 3290011 w 4480560"/>
              <a:gd name="csY10" fmla="*/ 13716 h 13716"/>
              <a:gd name="csX11" fmla="*/ 2560320 w 4480560"/>
              <a:gd name="csY11" fmla="*/ 13716 h 13716"/>
              <a:gd name="csX12" fmla="*/ 1965046 w 4480560"/>
              <a:gd name="csY12" fmla="*/ 13716 h 13716"/>
              <a:gd name="csX13" fmla="*/ 1459382 w 4480560"/>
              <a:gd name="csY13" fmla="*/ 13716 h 13716"/>
              <a:gd name="csX14" fmla="*/ 774497 w 4480560"/>
              <a:gd name="csY14" fmla="*/ 13716 h 13716"/>
              <a:gd name="csX15" fmla="*/ 0 w 4480560"/>
              <a:gd name="csY15" fmla="*/ 13716 h 13716"/>
              <a:gd name="csX16" fmla="*/ 0 w 4480560"/>
              <a:gd name="csY16" fmla="*/ 0 h 13716"/>
              <a:gd name="csX0" fmla="*/ 0 w 4480560"/>
              <a:gd name="csY0" fmla="*/ 0 h 13716"/>
              <a:gd name="csX1" fmla="*/ 595274 w 4480560"/>
              <a:gd name="csY1" fmla="*/ 0 h 13716"/>
              <a:gd name="csX2" fmla="*/ 1100938 w 4480560"/>
              <a:gd name="csY2" fmla="*/ 0 h 13716"/>
              <a:gd name="csX3" fmla="*/ 1830629 w 4480560"/>
              <a:gd name="csY3" fmla="*/ 0 h 13716"/>
              <a:gd name="csX4" fmla="*/ 2425903 w 4480560"/>
              <a:gd name="csY4" fmla="*/ 0 h 13716"/>
              <a:gd name="csX5" fmla="*/ 3021178 w 4480560"/>
              <a:gd name="csY5" fmla="*/ 0 h 13716"/>
              <a:gd name="csX6" fmla="*/ 3750869 w 4480560"/>
              <a:gd name="csY6" fmla="*/ 0 h 13716"/>
              <a:gd name="csX7" fmla="*/ 4480560 w 4480560"/>
              <a:gd name="csY7" fmla="*/ 0 h 13716"/>
              <a:gd name="csX8" fmla="*/ 4480560 w 4480560"/>
              <a:gd name="csY8" fmla="*/ 13716 h 13716"/>
              <a:gd name="csX9" fmla="*/ 3930091 w 4480560"/>
              <a:gd name="csY9" fmla="*/ 13716 h 13716"/>
              <a:gd name="csX10" fmla="*/ 3290011 w 4480560"/>
              <a:gd name="csY10" fmla="*/ 13716 h 13716"/>
              <a:gd name="csX11" fmla="*/ 2649931 w 4480560"/>
              <a:gd name="csY11" fmla="*/ 13716 h 13716"/>
              <a:gd name="csX12" fmla="*/ 2054657 w 4480560"/>
              <a:gd name="csY12" fmla="*/ 13716 h 13716"/>
              <a:gd name="csX13" fmla="*/ 1324966 w 4480560"/>
              <a:gd name="csY13" fmla="*/ 13716 h 13716"/>
              <a:gd name="csX14" fmla="*/ 595274 w 4480560"/>
              <a:gd name="csY14" fmla="*/ 13716 h 13716"/>
              <a:gd name="csX15" fmla="*/ 0 w 4480560"/>
              <a:gd name="csY15" fmla="*/ 13716 h 13716"/>
              <a:gd name="csX16" fmla="*/ 0 w 4480560"/>
              <a:gd name="csY16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13716" fill="none" extrusionOk="0">
                <a:moveTo>
                  <a:pt x="0" y="0"/>
                </a:moveTo>
                <a:cubicBezTo>
                  <a:pt x="267574" y="14606"/>
                  <a:pt x="338605" y="-40"/>
                  <a:pt x="595274" y="0"/>
                </a:cubicBezTo>
                <a:cubicBezTo>
                  <a:pt x="856171" y="-2198"/>
                  <a:pt x="863435" y="-13333"/>
                  <a:pt x="1100938" y="0"/>
                </a:cubicBezTo>
                <a:cubicBezTo>
                  <a:pt x="1340270" y="17713"/>
                  <a:pt x="1418448" y="-18893"/>
                  <a:pt x="1651406" y="0"/>
                </a:cubicBezTo>
                <a:cubicBezTo>
                  <a:pt x="1875387" y="1627"/>
                  <a:pt x="2153037" y="22688"/>
                  <a:pt x="2336292" y="0"/>
                </a:cubicBezTo>
                <a:cubicBezTo>
                  <a:pt x="2522206" y="-4211"/>
                  <a:pt x="2718333" y="34959"/>
                  <a:pt x="2931566" y="0"/>
                </a:cubicBezTo>
                <a:cubicBezTo>
                  <a:pt x="3137043" y="-17106"/>
                  <a:pt x="3304331" y="1415"/>
                  <a:pt x="3482035" y="0"/>
                </a:cubicBezTo>
                <a:cubicBezTo>
                  <a:pt x="3649837" y="-24078"/>
                  <a:pt x="4010577" y="-51921"/>
                  <a:pt x="4480560" y="0"/>
                </a:cubicBezTo>
                <a:cubicBezTo>
                  <a:pt x="4480642" y="3611"/>
                  <a:pt x="4480510" y="9346"/>
                  <a:pt x="4480560" y="13716"/>
                </a:cubicBezTo>
                <a:cubicBezTo>
                  <a:pt x="4305601" y="36948"/>
                  <a:pt x="4025154" y="21890"/>
                  <a:pt x="3840480" y="13716"/>
                </a:cubicBezTo>
                <a:cubicBezTo>
                  <a:pt x="3668919" y="-16903"/>
                  <a:pt x="3556555" y="-17246"/>
                  <a:pt x="3290011" y="13716"/>
                </a:cubicBezTo>
                <a:cubicBezTo>
                  <a:pt x="2991827" y="13600"/>
                  <a:pt x="2862038" y="-27094"/>
                  <a:pt x="2560320" y="13716"/>
                </a:cubicBezTo>
                <a:cubicBezTo>
                  <a:pt x="2273396" y="32804"/>
                  <a:pt x="2159701" y="35426"/>
                  <a:pt x="1965046" y="13716"/>
                </a:cubicBezTo>
                <a:cubicBezTo>
                  <a:pt x="1785994" y="24616"/>
                  <a:pt x="1686680" y="47748"/>
                  <a:pt x="1459382" y="13716"/>
                </a:cubicBezTo>
                <a:cubicBezTo>
                  <a:pt x="1260610" y="398"/>
                  <a:pt x="913962" y="26960"/>
                  <a:pt x="774497" y="13716"/>
                </a:cubicBezTo>
                <a:cubicBezTo>
                  <a:pt x="689426" y="-2719"/>
                  <a:pt x="378264" y="1751"/>
                  <a:pt x="0" y="13716"/>
                </a:cubicBezTo>
                <a:cubicBezTo>
                  <a:pt x="-173" y="8371"/>
                  <a:pt x="-387" y="6213"/>
                  <a:pt x="0" y="0"/>
                </a:cubicBezTo>
                <a:close/>
              </a:path>
              <a:path w="4480560" h="13716" stroke="0" extrusionOk="0">
                <a:moveTo>
                  <a:pt x="0" y="0"/>
                </a:moveTo>
                <a:cubicBezTo>
                  <a:pt x="290844" y="5546"/>
                  <a:pt x="318443" y="10543"/>
                  <a:pt x="595274" y="0"/>
                </a:cubicBezTo>
                <a:cubicBezTo>
                  <a:pt x="862223" y="-10630"/>
                  <a:pt x="1008164" y="-6970"/>
                  <a:pt x="1100938" y="0"/>
                </a:cubicBezTo>
                <a:cubicBezTo>
                  <a:pt x="1231751" y="-9052"/>
                  <a:pt x="1563421" y="-55931"/>
                  <a:pt x="1830629" y="0"/>
                </a:cubicBezTo>
                <a:cubicBezTo>
                  <a:pt x="2081843" y="38764"/>
                  <a:pt x="2181743" y="16966"/>
                  <a:pt x="2425903" y="0"/>
                </a:cubicBezTo>
                <a:cubicBezTo>
                  <a:pt x="2657412" y="-20059"/>
                  <a:pt x="2795431" y="8423"/>
                  <a:pt x="3021178" y="0"/>
                </a:cubicBezTo>
                <a:cubicBezTo>
                  <a:pt x="3275119" y="-4749"/>
                  <a:pt x="3480943" y="2522"/>
                  <a:pt x="3750869" y="0"/>
                </a:cubicBezTo>
                <a:cubicBezTo>
                  <a:pt x="4005211" y="16055"/>
                  <a:pt x="4302144" y="-2969"/>
                  <a:pt x="4480560" y="0"/>
                </a:cubicBezTo>
                <a:cubicBezTo>
                  <a:pt x="4480397" y="3458"/>
                  <a:pt x="4481383" y="8632"/>
                  <a:pt x="4480560" y="13716"/>
                </a:cubicBezTo>
                <a:cubicBezTo>
                  <a:pt x="4261480" y="-10003"/>
                  <a:pt x="4206199" y="28529"/>
                  <a:pt x="3930091" y="13716"/>
                </a:cubicBezTo>
                <a:cubicBezTo>
                  <a:pt x="3666932" y="-15474"/>
                  <a:pt x="3493645" y="14804"/>
                  <a:pt x="3290011" y="13716"/>
                </a:cubicBezTo>
                <a:cubicBezTo>
                  <a:pt x="3137078" y="-41032"/>
                  <a:pt x="2894690" y="-17948"/>
                  <a:pt x="2649931" y="13716"/>
                </a:cubicBezTo>
                <a:cubicBezTo>
                  <a:pt x="2413020" y="21294"/>
                  <a:pt x="2225991" y="-10559"/>
                  <a:pt x="2054657" y="13716"/>
                </a:cubicBezTo>
                <a:cubicBezTo>
                  <a:pt x="1886877" y="37541"/>
                  <a:pt x="1548763" y="45390"/>
                  <a:pt x="1324966" y="13716"/>
                </a:cubicBezTo>
                <a:cubicBezTo>
                  <a:pt x="1040995" y="1897"/>
                  <a:pt x="786929" y="-17655"/>
                  <a:pt x="595274" y="13716"/>
                </a:cubicBezTo>
                <a:cubicBezTo>
                  <a:pt x="371401" y="32831"/>
                  <a:pt x="168483" y="23167"/>
                  <a:pt x="0" y="13716"/>
                </a:cubicBezTo>
                <a:cubicBezTo>
                  <a:pt x="-740" y="8467"/>
                  <a:pt x="-279" y="4434"/>
                  <a:pt x="0" y="0"/>
                </a:cubicBezTo>
                <a:close/>
              </a:path>
              <a:path w="4480560" h="13716" fill="none" stroke="0" extrusionOk="0">
                <a:moveTo>
                  <a:pt x="0" y="0"/>
                </a:moveTo>
                <a:cubicBezTo>
                  <a:pt x="254633" y="596"/>
                  <a:pt x="318854" y="8353"/>
                  <a:pt x="595274" y="0"/>
                </a:cubicBezTo>
                <a:cubicBezTo>
                  <a:pt x="857042" y="-2503"/>
                  <a:pt x="863005" y="-13327"/>
                  <a:pt x="1100938" y="0"/>
                </a:cubicBezTo>
                <a:cubicBezTo>
                  <a:pt x="1322315" y="28736"/>
                  <a:pt x="1429801" y="-15572"/>
                  <a:pt x="1651406" y="0"/>
                </a:cubicBezTo>
                <a:cubicBezTo>
                  <a:pt x="1861310" y="20479"/>
                  <a:pt x="2199002" y="36173"/>
                  <a:pt x="2336292" y="0"/>
                </a:cubicBezTo>
                <a:cubicBezTo>
                  <a:pt x="2504451" y="-23230"/>
                  <a:pt x="2735943" y="-3451"/>
                  <a:pt x="2931566" y="0"/>
                </a:cubicBezTo>
                <a:cubicBezTo>
                  <a:pt x="3109081" y="-33272"/>
                  <a:pt x="3310374" y="39503"/>
                  <a:pt x="3482035" y="0"/>
                </a:cubicBezTo>
                <a:cubicBezTo>
                  <a:pt x="3630968" y="-117346"/>
                  <a:pt x="3975789" y="30358"/>
                  <a:pt x="4480560" y="0"/>
                </a:cubicBezTo>
                <a:cubicBezTo>
                  <a:pt x="4480546" y="3532"/>
                  <a:pt x="4481771" y="9530"/>
                  <a:pt x="4480560" y="13716"/>
                </a:cubicBezTo>
                <a:cubicBezTo>
                  <a:pt x="4299745" y="8025"/>
                  <a:pt x="4055484" y="54224"/>
                  <a:pt x="3840480" y="13716"/>
                </a:cubicBezTo>
                <a:cubicBezTo>
                  <a:pt x="3665362" y="14404"/>
                  <a:pt x="3548412" y="6532"/>
                  <a:pt x="3290011" y="13716"/>
                </a:cubicBezTo>
                <a:cubicBezTo>
                  <a:pt x="3037450" y="36923"/>
                  <a:pt x="2862123" y="43167"/>
                  <a:pt x="2560320" y="13716"/>
                </a:cubicBezTo>
                <a:cubicBezTo>
                  <a:pt x="2308793" y="7156"/>
                  <a:pt x="2153402" y="-25971"/>
                  <a:pt x="1965046" y="13716"/>
                </a:cubicBezTo>
                <a:cubicBezTo>
                  <a:pt x="1778601" y="25944"/>
                  <a:pt x="1672011" y="23840"/>
                  <a:pt x="1459382" y="13716"/>
                </a:cubicBezTo>
                <a:cubicBezTo>
                  <a:pt x="1212351" y="-9856"/>
                  <a:pt x="906131" y="12859"/>
                  <a:pt x="774497" y="13716"/>
                </a:cubicBezTo>
                <a:cubicBezTo>
                  <a:pt x="636671" y="-47283"/>
                  <a:pt x="331670" y="1705"/>
                  <a:pt x="0" y="13716"/>
                </a:cubicBezTo>
                <a:cubicBezTo>
                  <a:pt x="-561" y="8546"/>
                  <a:pt x="-377" y="614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4480560"/>
                      <a:gd name="connsiteY0" fmla="*/ 0 h 13716"/>
                      <a:gd name="connsiteX1" fmla="*/ 595274 w 4480560"/>
                      <a:gd name="connsiteY1" fmla="*/ 0 h 13716"/>
                      <a:gd name="connsiteX2" fmla="*/ 1100938 w 4480560"/>
                      <a:gd name="connsiteY2" fmla="*/ 0 h 13716"/>
                      <a:gd name="connsiteX3" fmla="*/ 1651406 w 4480560"/>
                      <a:gd name="connsiteY3" fmla="*/ 0 h 13716"/>
                      <a:gd name="connsiteX4" fmla="*/ 2336292 w 4480560"/>
                      <a:gd name="connsiteY4" fmla="*/ 0 h 13716"/>
                      <a:gd name="connsiteX5" fmla="*/ 2931566 w 4480560"/>
                      <a:gd name="connsiteY5" fmla="*/ 0 h 13716"/>
                      <a:gd name="connsiteX6" fmla="*/ 3482035 w 4480560"/>
                      <a:gd name="connsiteY6" fmla="*/ 0 h 13716"/>
                      <a:gd name="connsiteX7" fmla="*/ 4480560 w 4480560"/>
                      <a:gd name="connsiteY7" fmla="*/ 0 h 13716"/>
                      <a:gd name="connsiteX8" fmla="*/ 4480560 w 4480560"/>
                      <a:gd name="connsiteY8" fmla="*/ 13716 h 13716"/>
                      <a:gd name="connsiteX9" fmla="*/ 3840480 w 4480560"/>
                      <a:gd name="connsiteY9" fmla="*/ 13716 h 13716"/>
                      <a:gd name="connsiteX10" fmla="*/ 3290011 w 4480560"/>
                      <a:gd name="connsiteY10" fmla="*/ 13716 h 13716"/>
                      <a:gd name="connsiteX11" fmla="*/ 2560320 w 4480560"/>
                      <a:gd name="connsiteY11" fmla="*/ 13716 h 13716"/>
                      <a:gd name="connsiteX12" fmla="*/ 1965046 w 4480560"/>
                      <a:gd name="connsiteY12" fmla="*/ 13716 h 13716"/>
                      <a:gd name="connsiteX13" fmla="*/ 1459382 w 4480560"/>
                      <a:gd name="connsiteY13" fmla="*/ 13716 h 13716"/>
                      <a:gd name="connsiteX14" fmla="*/ 774497 w 4480560"/>
                      <a:gd name="connsiteY14" fmla="*/ 13716 h 13716"/>
                      <a:gd name="connsiteX15" fmla="*/ 0 w 4480560"/>
                      <a:gd name="connsiteY15" fmla="*/ 13716 h 13716"/>
                      <a:gd name="connsiteX16" fmla="*/ 0 w 4480560"/>
                      <a:gd name="connsiteY16" fmla="*/ 0 h 1371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</a:cxnLst>
                    <a:rect l="l" t="t" r="r" b="b"/>
                    <a:pathLst>
                      <a:path w="4480560" h="13716" fill="none" extrusionOk="0">
                        <a:moveTo>
                          <a:pt x="0" y="0"/>
                        </a:moveTo>
                        <a:cubicBezTo>
                          <a:pt x="267821" y="8731"/>
                          <a:pt x="334105" y="2629"/>
                          <a:pt x="595274" y="0"/>
                        </a:cubicBezTo>
                        <a:cubicBezTo>
                          <a:pt x="856443" y="-2629"/>
                          <a:pt x="863808" y="-13353"/>
                          <a:pt x="1100938" y="0"/>
                        </a:cubicBezTo>
                        <a:cubicBezTo>
                          <a:pt x="1338068" y="13353"/>
                          <a:pt x="1431663" y="-25862"/>
                          <a:pt x="1651406" y="0"/>
                        </a:cubicBezTo>
                        <a:cubicBezTo>
                          <a:pt x="1871149" y="25862"/>
                          <a:pt x="2173163" y="23827"/>
                          <a:pt x="2336292" y="0"/>
                        </a:cubicBezTo>
                        <a:cubicBezTo>
                          <a:pt x="2499421" y="-23827"/>
                          <a:pt x="2720589" y="28148"/>
                          <a:pt x="2931566" y="0"/>
                        </a:cubicBezTo>
                        <a:cubicBezTo>
                          <a:pt x="3142543" y="-28148"/>
                          <a:pt x="3323630" y="27022"/>
                          <a:pt x="3482035" y="0"/>
                        </a:cubicBezTo>
                        <a:cubicBezTo>
                          <a:pt x="3640440" y="-27022"/>
                          <a:pt x="4012110" y="-20118"/>
                          <a:pt x="4480560" y="0"/>
                        </a:cubicBezTo>
                        <a:cubicBezTo>
                          <a:pt x="4480273" y="3379"/>
                          <a:pt x="4480768" y="9289"/>
                          <a:pt x="4480560" y="13716"/>
                        </a:cubicBezTo>
                        <a:cubicBezTo>
                          <a:pt x="4314132" y="10352"/>
                          <a:pt x="4028383" y="32060"/>
                          <a:pt x="3840480" y="13716"/>
                        </a:cubicBezTo>
                        <a:cubicBezTo>
                          <a:pt x="3652577" y="-4628"/>
                          <a:pt x="3547615" y="-1724"/>
                          <a:pt x="3290011" y="13716"/>
                        </a:cubicBezTo>
                        <a:cubicBezTo>
                          <a:pt x="3032407" y="29156"/>
                          <a:pt x="2830268" y="4147"/>
                          <a:pt x="2560320" y="13716"/>
                        </a:cubicBezTo>
                        <a:cubicBezTo>
                          <a:pt x="2290372" y="23285"/>
                          <a:pt x="2147422" y="2156"/>
                          <a:pt x="1965046" y="13716"/>
                        </a:cubicBezTo>
                        <a:cubicBezTo>
                          <a:pt x="1782670" y="25276"/>
                          <a:pt x="1689791" y="36108"/>
                          <a:pt x="1459382" y="13716"/>
                        </a:cubicBezTo>
                        <a:cubicBezTo>
                          <a:pt x="1228973" y="-8676"/>
                          <a:pt x="915486" y="31929"/>
                          <a:pt x="774497" y="13716"/>
                        </a:cubicBezTo>
                        <a:cubicBezTo>
                          <a:pt x="633508" y="-4497"/>
                          <a:pt x="361442" y="-15679"/>
                          <a:pt x="0" y="13716"/>
                        </a:cubicBezTo>
                        <a:cubicBezTo>
                          <a:pt x="-362" y="8190"/>
                          <a:pt x="-434" y="6098"/>
                          <a:pt x="0" y="0"/>
                        </a:cubicBezTo>
                        <a:close/>
                      </a:path>
                      <a:path w="4480560" h="13716" stroke="0" extrusionOk="0">
                        <a:moveTo>
                          <a:pt x="0" y="0"/>
                        </a:moveTo>
                        <a:cubicBezTo>
                          <a:pt x="285465" y="225"/>
                          <a:pt x="322691" y="16223"/>
                          <a:pt x="595274" y="0"/>
                        </a:cubicBezTo>
                        <a:cubicBezTo>
                          <a:pt x="867857" y="-16223"/>
                          <a:pt x="989129" y="-11242"/>
                          <a:pt x="1100938" y="0"/>
                        </a:cubicBezTo>
                        <a:cubicBezTo>
                          <a:pt x="1212747" y="11242"/>
                          <a:pt x="1574350" y="-36410"/>
                          <a:pt x="1830629" y="0"/>
                        </a:cubicBezTo>
                        <a:cubicBezTo>
                          <a:pt x="2086908" y="36410"/>
                          <a:pt x="2180922" y="4645"/>
                          <a:pt x="2425903" y="0"/>
                        </a:cubicBezTo>
                        <a:cubicBezTo>
                          <a:pt x="2670884" y="-4645"/>
                          <a:pt x="2782024" y="22929"/>
                          <a:pt x="3021178" y="0"/>
                        </a:cubicBezTo>
                        <a:cubicBezTo>
                          <a:pt x="3260332" y="-22929"/>
                          <a:pt x="3456982" y="-1586"/>
                          <a:pt x="3750869" y="0"/>
                        </a:cubicBezTo>
                        <a:cubicBezTo>
                          <a:pt x="4044756" y="1586"/>
                          <a:pt x="4302726" y="17043"/>
                          <a:pt x="4480560" y="0"/>
                        </a:cubicBezTo>
                        <a:cubicBezTo>
                          <a:pt x="4480360" y="3832"/>
                          <a:pt x="4481152" y="9314"/>
                          <a:pt x="4480560" y="13716"/>
                        </a:cubicBezTo>
                        <a:cubicBezTo>
                          <a:pt x="4279652" y="-11422"/>
                          <a:pt x="4200762" y="36994"/>
                          <a:pt x="3930091" y="13716"/>
                        </a:cubicBezTo>
                        <a:cubicBezTo>
                          <a:pt x="3659420" y="-9562"/>
                          <a:pt x="3456052" y="17722"/>
                          <a:pt x="3290011" y="13716"/>
                        </a:cubicBezTo>
                        <a:cubicBezTo>
                          <a:pt x="3123970" y="9710"/>
                          <a:pt x="2882392" y="28246"/>
                          <a:pt x="2649931" y="13716"/>
                        </a:cubicBezTo>
                        <a:cubicBezTo>
                          <a:pt x="2417470" y="-814"/>
                          <a:pt x="2238426" y="2765"/>
                          <a:pt x="2054657" y="13716"/>
                        </a:cubicBezTo>
                        <a:cubicBezTo>
                          <a:pt x="1870888" y="24667"/>
                          <a:pt x="1566368" y="40468"/>
                          <a:pt x="1324966" y="13716"/>
                        </a:cubicBezTo>
                        <a:cubicBezTo>
                          <a:pt x="1083564" y="-13036"/>
                          <a:pt x="787410" y="6374"/>
                          <a:pt x="595274" y="13716"/>
                        </a:cubicBezTo>
                        <a:cubicBezTo>
                          <a:pt x="403138" y="21058"/>
                          <a:pt x="169622" y="5927"/>
                          <a:pt x="0" y="13716"/>
                        </a:cubicBezTo>
                        <a:cubicBezTo>
                          <a:pt x="-475" y="8699"/>
                          <a:pt x="-565" y="4408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059" name="Rectangle 1027"/>
          <p:cNvSpPr>
            <a:spLocks noGrp="1" noChangeArrowheads="1"/>
          </p:cNvSpPr>
          <p:nvPr>
            <p:ph idx="1"/>
          </p:nvPr>
        </p:nvSpPr>
        <p:spPr>
          <a:xfrm>
            <a:off x="3844813" y="552091"/>
            <a:ext cx="4668251" cy="5431536"/>
          </a:xfrm>
        </p:spPr>
        <p:txBody>
          <a:bodyPr lIns="90488" tIns="44450" rIns="90488" bIns="44450" anchor="ctr">
            <a:normAutofit/>
          </a:bodyPr>
          <a:lstStyle/>
          <a:p>
            <a:r>
              <a:rPr lang="en-GB" altLang="en-US" sz="1900" dirty="0"/>
              <a:t>Danger of marginalisation of the research role</a:t>
            </a:r>
          </a:p>
          <a:p>
            <a:endParaRPr lang="en-GB" altLang="en-US" sz="1900" dirty="0"/>
          </a:p>
          <a:p>
            <a:r>
              <a:rPr lang="en-GB" altLang="en-US" sz="1900" dirty="0"/>
              <a:t>More impact or more emphasis on teaching and marginalisation </a:t>
            </a:r>
          </a:p>
          <a:p>
            <a:endParaRPr lang="en-GB" altLang="en-US" sz="1900" dirty="0"/>
          </a:p>
          <a:p>
            <a:r>
              <a:rPr lang="en-GB" altLang="en-US" sz="1900" dirty="0"/>
              <a:t>Private universities, corporate universities and consulting firms could displace business schools</a:t>
            </a:r>
          </a:p>
          <a:p>
            <a:endParaRPr lang="en-GB" altLang="en-US" sz="1900" dirty="0"/>
          </a:p>
          <a:p>
            <a:r>
              <a:rPr lang="en-GB" altLang="en-US" sz="1900" dirty="0"/>
              <a:t>Danger of “disruptive innovation” (Clayton Christensen)- online providers? </a:t>
            </a:r>
            <a:r>
              <a:rPr lang="en-GB" altLang="en-US" sz="1900" dirty="0">
                <a:hlinkClick r:id="rId2"/>
              </a:rPr>
              <a:t>http://www.economistinsights.com/content/disruption-higher-education</a:t>
            </a:r>
            <a:endParaRPr lang="en-GB" altLang="en-US" sz="1900" dirty="0"/>
          </a:p>
        </p:txBody>
      </p: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GB" sz="4700" dirty="0"/>
              <a:t>Pathways to Impact</a:t>
            </a:r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677373"/>
            <a:ext cx="8140446" cy="18288"/>
          </a:xfrm>
          <a:custGeom>
            <a:avLst/>
            <a:gdLst>
              <a:gd name="csX0" fmla="*/ 0 w 8140446"/>
              <a:gd name="csY0" fmla="*/ 0 h 18288"/>
              <a:gd name="csX1" fmla="*/ 434157 w 8140446"/>
              <a:gd name="csY1" fmla="*/ 0 h 18288"/>
              <a:gd name="csX2" fmla="*/ 1193932 w 8140446"/>
              <a:gd name="csY2" fmla="*/ 0 h 18288"/>
              <a:gd name="csX3" fmla="*/ 1628089 w 8140446"/>
              <a:gd name="csY3" fmla="*/ 0 h 18288"/>
              <a:gd name="csX4" fmla="*/ 2225055 w 8140446"/>
              <a:gd name="csY4" fmla="*/ 0 h 18288"/>
              <a:gd name="csX5" fmla="*/ 3066235 w 8140446"/>
              <a:gd name="csY5" fmla="*/ 0 h 18288"/>
              <a:gd name="csX6" fmla="*/ 3744605 w 8140446"/>
              <a:gd name="csY6" fmla="*/ 0 h 18288"/>
              <a:gd name="csX7" fmla="*/ 4504380 w 8140446"/>
              <a:gd name="csY7" fmla="*/ 0 h 18288"/>
              <a:gd name="csX8" fmla="*/ 5101346 w 8140446"/>
              <a:gd name="csY8" fmla="*/ 0 h 18288"/>
              <a:gd name="csX9" fmla="*/ 5779717 w 8140446"/>
              <a:gd name="csY9" fmla="*/ 0 h 18288"/>
              <a:gd name="csX10" fmla="*/ 6620896 w 8140446"/>
              <a:gd name="csY10" fmla="*/ 0 h 18288"/>
              <a:gd name="csX11" fmla="*/ 7136458 w 8140446"/>
              <a:gd name="csY11" fmla="*/ 0 h 18288"/>
              <a:gd name="csX12" fmla="*/ 8140446 w 8140446"/>
              <a:gd name="csY12" fmla="*/ 0 h 18288"/>
              <a:gd name="csX13" fmla="*/ 8140446 w 8140446"/>
              <a:gd name="csY13" fmla="*/ 18288 h 18288"/>
              <a:gd name="csX14" fmla="*/ 7543480 w 8140446"/>
              <a:gd name="csY14" fmla="*/ 18288 h 18288"/>
              <a:gd name="csX15" fmla="*/ 7109323 w 8140446"/>
              <a:gd name="csY15" fmla="*/ 18288 h 18288"/>
              <a:gd name="csX16" fmla="*/ 6430952 w 8140446"/>
              <a:gd name="csY16" fmla="*/ 18288 h 18288"/>
              <a:gd name="csX17" fmla="*/ 5915391 w 8140446"/>
              <a:gd name="csY17" fmla="*/ 18288 h 18288"/>
              <a:gd name="csX18" fmla="*/ 5237020 w 8140446"/>
              <a:gd name="csY18" fmla="*/ 18288 h 18288"/>
              <a:gd name="csX19" fmla="*/ 4558650 w 8140446"/>
              <a:gd name="csY19" fmla="*/ 18288 h 18288"/>
              <a:gd name="csX20" fmla="*/ 3880279 w 8140446"/>
              <a:gd name="csY20" fmla="*/ 18288 h 18288"/>
              <a:gd name="csX21" fmla="*/ 3201909 w 8140446"/>
              <a:gd name="csY21" fmla="*/ 18288 h 18288"/>
              <a:gd name="csX22" fmla="*/ 2604943 w 8140446"/>
              <a:gd name="csY22" fmla="*/ 18288 h 18288"/>
              <a:gd name="csX23" fmla="*/ 1845168 w 8140446"/>
              <a:gd name="csY23" fmla="*/ 18288 h 18288"/>
              <a:gd name="csX24" fmla="*/ 1166797 w 8140446"/>
              <a:gd name="csY24" fmla="*/ 18288 h 18288"/>
              <a:gd name="csX25" fmla="*/ 0 w 8140446"/>
              <a:gd name="csY25" fmla="*/ 18288 h 18288"/>
              <a:gd name="csX26" fmla="*/ 0 w 8140446"/>
              <a:gd name="csY26" fmla="*/ 0 h 18288"/>
              <a:gd name="csX0" fmla="*/ 0 w 8140446"/>
              <a:gd name="csY0" fmla="*/ 0 h 18288"/>
              <a:gd name="csX1" fmla="*/ 596966 w 8140446"/>
              <a:gd name="csY1" fmla="*/ 0 h 18288"/>
              <a:gd name="csX2" fmla="*/ 1031123 w 8140446"/>
              <a:gd name="csY2" fmla="*/ 0 h 18288"/>
              <a:gd name="csX3" fmla="*/ 1872303 w 8140446"/>
              <a:gd name="csY3" fmla="*/ 0 h 18288"/>
              <a:gd name="csX4" fmla="*/ 2469269 w 8140446"/>
              <a:gd name="csY4" fmla="*/ 0 h 18288"/>
              <a:gd name="csX5" fmla="*/ 3066235 w 8140446"/>
              <a:gd name="csY5" fmla="*/ 0 h 18288"/>
              <a:gd name="csX6" fmla="*/ 3907414 w 8140446"/>
              <a:gd name="csY6" fmla="*/ 0 h 18288"/>
              <a:gd name="csX7" fmla="*/ 4422976 w 8140446"/>
              <a:gd name="csY7" fmla="*/ 0 h 18288"/>
              <a:gd name="csX8" fmla="*/ 5264155 w 8140446"/>
              <a:gd name="csY8" fmla="*/ 0 h 18288"/>
              <a:gd name="csX9" fmla="*/ 6105335 w 8140446"/>
              <a:gd name="csY9" fmla="*/ 0 h 18288"/>
              <a:gd name="csX10" fmla="*/ 6783705 w 8140446"/>
              <a:gd name="csY10" fmla="*/ 0 h 18288"/>
              <a:gd name="csX11" fmla="*/ 8140446 w 8140446"/>
              <a:gd name="csY11" fmla="*/ 0 h 18288"/>
              <a:gd name="csX12" fmla="*/ 8140446 w 8140446"/>
              <a:gd name="csY12" fmla="*/ 18288 h 18288"/>
              <a:gd name="csX13" fmla="*/ 7706289 w 8140446"/>
              <a:gd name="csY13" fmla="*/ 18288 h 18288"/>
              <a:gd name="csX14" fmla="*/ 6865109 w 8140446"/>
              <a:gd name="csY14" fmla="*/ 18288 h 18288"/>
              <a:gd name="csX15" fmla="*/ 6349548 w 8140446"/>
              <a:gd name="csY15" fmla="*/ 18288 h 18288"/>
              <a:gd name="csX16" fmla="*/ 5671177 w 8140446"/>
              <a:gd name="csY16" fmla="*/ 18288 h 18288"/>
              <a:gd name="csX17" fmla="*/ 4829998 w 8140446"/>
              <a:gd name="csY17" fmla="*/ 18288 h 18288"/>
              <a:gd name="csX18" fmla="*/ 4151627 w 8140446"/>
              <a:gd name="csY18" fmla="*/ 18288 h 18288"/>
              <a:gd name="csX19" fmla="*/ 3717470 w 8140446"/>
              <a:gd name="csY19" fmla="*/ 18288 h 18288"/>
              <a:gd name="csX20" fmla="*/ 3201909 w 8140446"/>
              <a:gd name="csY20" fmla="*/ 18288 h 18288"/>
              <a:gd name="csX21" fmla="*/ 2360729 w 8140446"/>
              <a:gd name="csY21" fmla="*/ 18288 h 18288"/>
              <a:gd name="csX22" fmla="*/ 1682359 w 8140446"/>
              <a:gd name="csY22" fmla="*/ 18288 h 18288"/>
              <a:gd name="csX23" fmla="*/ 1166797 w 8140446"/>
              <a:gd name="csY23" fmla="*/ 18288 h 18288"/>
              <a:gd name="csX24" fmla="*/ 0 w 8140446"/>
              <a:gd name="csY24" fmla="*/ 18288 h 18288"/>
              <a:gd name="csX25" fmla="*/ 0 w 8140446"/>
              <a:gd name="csY2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87427" y="6231"/>
                  <a:pt x="309612" y="-26324"/>
                  <a:pt x="434157" y="0"/>
                </a:cubicBezTo>
                <a:cubicBezTo>
                  <a:pt x="536972" y="29330"/>
                  <a:pt x="959392" y="28619"/>
                  <a:pt x="1193932" y="0"/>
                </a:cubicBezTo>
                <a:cubicBezTo>
                  <a:pt x="1446097" y="13819"/>
                  <a:pt x="1471680" y="7203"/>
                  <a:pt x="1628089" y="0"/>
                </a:cubicBezTo>
                <a:cubicBezTo>
                  <a:pt x="1817415" y="4047"/>
                  <a:pt x="1949536" y="-59324"/>
                  <a:pt x="2225055" y="0"/>
                </a:cubicBezTo>
                <a:cubicBezTo>
                  <a:pt x="2520490" y="18365"/>
                  <a:pt x="2717469" y="18707"/>
                  <a:pt x="3066235" y="0"/>
                </a:cubicBezTo>
                <a:cubicBezTo>
                  <a:pt x="3437075" y="3751"/>
                  <a:pt x="3408347" y="31644"/>
                  <a:pt x="3744605" y="0"/>
                </a:cubicBezTo>
                <a:cubicBezTo>
                  <a:pt x="4097249" y="-11527"/>
                  <a:pt x="4249699" y="-32555"/>
                  <a:pt x="4504380" y="0"/>
                </a:cubicBezTo>
                <a:cubicBezTo>
                  <a:pt x="4737570" y="17980"/>
                  <a:pt x="4877497" y="1006"/>
                  <a:pt x="5101346" y="0"/>
                </a:cubicBezTo>
                <a:cubicBezTo>
                  <a:pt x="5359305" y="-15330"/>
                  <a:pt x="5447195" y="7257"/>
                  <a:pt x="5779717" y="0"/>
                </a:cubicBezTo>
                <a:cubicBezTo>
                  <a:pt x="6090019" y="-17621"/>
                  <a:pt x="6273151" y="4279"/>
                  <a:pt x="6620896" y="0"/>
                </a:cubicBezTo>
                <a:cubicBezTo>
                  <a:pt x="6968586" y="34056"/>
                  <a:pt x="6990073" y="23587"/>
                  <a:pt x="7136458" y="0"/>
                </a:cubicBezTo>
                <a:cubicBezTo>
                  <a:pt x="7320575" y="20480"/>
                  <a:pt x="7847401" y="-6173"/>
                  <a:pt x="8140446" y="0"/>
                </a:cubicBezTo>
                <a:cubicBezTo>
                  <a:pt x="8139878" y="7862"/>
                  <a:pt x="8140227" y="13269"/>
                  <a:pt x="8140446" y="18288"/>
                </a:cubicBezTo>
                <a:cubicBezTo>
                  <a:pt x="7908069" y="-20636"/>
                  <a:pt x="7683037" y="21977"/>
                  <a:pt x="7543480" y="18288"/>
                </a:cubicBezTo>
                <a:cubicBezTo>
                  <a:pt x="7393752" y="10050"/>
                  <a:pt x="7221032" y="-3229"/>
                  <a:pt x="7109323" y="18288"/>
                </a:cubicBezTo>
                <a:cubicBezTo>
                  <a:pt x="7015297" y="22483"/>
                  <a:pt x="6599332" y="40899"/>
                  <a:pt x="6430952" y="18288"/>
                </a:cubicBezTo>
                <a:cubicBezTo>
                  <a:pt x="6292915" y="-34150"/>
                  <a:pt x="6142305" y="21507"/>
                  <a:pt x="5915391" y="18288"/>
                </a:cubicBezTo>
                <a:cubicBezTo>
                  <a:pt x="5682725" y="47843"/>
                  <a:pt x="5440566" y="31420"/>
                  <a:pt x="5237020" y="18288"/>
                </a:cubicBezTo>
                <a:cubicBezTo>
                  <a:pt x="5046456" y="10577"/>
                  <a:pt x="4706449" y="51976"/>
                  <a:pt x="4558650" y="18288"/>
                </a:cubicBezTo>
                <a:cubicBezTo>
                  <a:pt x="4361396" y="-987"/>
                  <a:pt x="4145362" y="-22303"/>
                  <a:pt x="3880279" y="18288"/>
                </a:cubicBezTo>
                <a:cubicBezTo>
                  <a:pt x="3610716" y="25411"/>
                  <a:pt x="3472690" y="4008"/>
                  <a:pt x="3201909" y="18288"/>
                </a:cubicBezTo>
                <a:cubicBezTo>
                  <a:pt x="2913595" y="35097"/>
                  <a:pt x="2753317" y="-1149"/>
                  <a:pt x="2604943" y="18288"/>
                </a:cubicBezTo>
                <a:cubicBezTo>
                  <a:pt x="2450130" y="36989"/>
                  <a:pt x="1974183" y="40159"/>
                  <a:pt x="1845168" y="18288"/>
                </a:cubicBezTo>
                <a:cubicBezTo>
                  <a:pt x="1677929" y="220"/>
                  <a:pt x="1378098" y="-772"/>
                  <a:pt x="1166797" y="18288"/>
                </a:cubicBezTo>
                <a:cubicBezTo>
                  <a:pt x="921150" y="53277"/>
                  <a:pt x="327457" y="47297"/>
                  <a:pt x="0" y="18288"/>
                </a:cubicBezTo>
                <a:cubicBezTo>
                  <a:pt x="-589" y="13471"/>
                  <a:pt x="-474" y="7409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36968" y="-25482"/>
                  <a:pt x="379786" y="11224"/>
                  <a:pt x="596966" y="0"/>
                </a:cubicBezTo>
                <a:cubicBezTo>
                  <a:pt x="815878" y="-21223"/>
                  <a:pt x="832062" y="11868"/>
                  <a:pt x="1031123" y="0"/>
                </a:cubicBezTo>
                <a:cubicBezTo>
                  <a:pt x="1256800" y="-30738"/>
                  <a:pt x="1658090" y="-20345"/>
                  <a:pt x="1872303" y="0"/>
                </a:cubicBezTo>
                <a:cubicBezTo>
                  <a:pt x="2115604" y="28431"/>
                  <a:pt x="2277865" y="-40642"/>
                  <a:pt x="2469269" y="0"/>
                </a:cubicBezTo>
                <a:cubicBezTo>
                  <a:pt x="2679731" y="25919"/>
                  <a:pt x="2788602" y="-6498"/>
                  <a:pt x="3066235" y="0"/>
                </a:cubicBezTo>
                <a:cubicBezTo>
                  <a:pt x="3325663" y="-14487"/>
                  <a:pt x="3706561" y="67517"/>
                  <a:pt x="3907414" y="0"/>
                </a:cubicBezTo>
                <a:cubicBezTo>
                  <a:pt x="4127229" y="-37113"/>
                  <a:pt x="4179037" y="-8167"/>
                  <a:pt x="4422976" y="0"/>
                </a:cubicBezTo>
                <a:cubicBezTo>
                  <a:pt x="4683575" y="-28486"/>
                  <a:pt x="5055803" y="-13799"/>
                  <a:pt x="5264155" y="0"/>
                </a:cubicBezTo>
                <a:cubicBezTo>
                  <a:pt x="5513566" y="14315"/>
                  <a:pt x="5735215" y="2768"/>
                  <a:pt x="6105335" y="0"/>
                </a:cubicBezTo>
                <a:cubicBezTo>
                  <a:pt x="6510913" y="-12587"/>
                  <a:pt x="6456171" y="3247"/>
                  <a:pt x="6783705" y="0"/>
                </a:cubicBezTo>
                <a:cubicBezTo>
                  <a:pt x="7057099" y="-15461"/>
                  <a:pt x="7592067" y="5384"/>
                  <a:pt x="8140446" y="0"/>
                </a:cubicBezTo>
                <a:cubicBezTo>
                  <a:pt x="8140452" y="8597"/>
                  <a:pt x="8141122" y="9732"/>
                  <a:pt x="8140446" y="18288"/>
                </a:cubicBezTo>
                <a:cubicBezTo>
                  <a:pt x="7961834" y="8406"/>
                  <a:pt x="7874097" y="10350"/>
                  <a:pt x="7706289" y="18288"/>
                </a:cubicBezTo>
                <a:cubicBezTo>
                  <a:pt x="7582508" y="-14920"/>
                  <a:pt x="7179551" y="-33111"/>
                  <a:pt x="6865109" y="18288"/>
                </a:cubicBezTo>
                <a:cubicBezTo>
                  <a:pt x="6583382" y="24117"/>
                  <a:pt x="6525821" y="36696"/>
                  <a:pt x="6349548" y="18288"/>
                </a:cubicBezTo>
                <a:cubicBezTo>
                  <a:pt x="6209953" y="10881"/>
                  <a:pt x="5959707" y="-47828"/>
                  <a:pt x="5671177" y="18288"/>
                </a:cubicBezTo>
                <a:cubicBezTo>
                  <a:pt x="5387744" y="29809"/>
                  <a:pt x="5228514" y="101507"/>
                  <a:pt x="4829998" y="18288"/>
                </a:cubicBezTo>
                <a:cubicBezTo>
                  <a:pt x="4415646" y="-28596"/>
                  <a:pt x="4343809" y="28954"/>
                  <a:pt x="4151627" y="18288"/>
                </a:cubicBezTo>
                <a:cubicBezTo>
                  <a:pt x="3950673" y="-9796"/>
                  <a:pt x="3879947" y="41143"/>
                  <a:pt x="3717470" y="18288"/>
                </a:cubicBezTo>
                <a:cubicBezTo>
                  <a:pt x="3558660" y="10110"/>
                  <a:pt x="3468854" y="29375"/>
                  <a:pt x="3201909" y="18288"/>
                </a:cubicBezTo>
                <a:cubicBezTo>
                  <a:pt x="2965673" y="10505"/>
                  <a:pt x="2568327" y="22116"/>
                  <a:pt x="2360729" y="18288"/>
                </a:cubicBezTo>
                <a:cubicBezTo>
                  <a:pt x="2171885" y="49144"/>
                  <a:pt x="1923258" y="16020"/>
                  <a:pt x="1682359" y="18288"/>
                </a:cubicBezTo>
                <a:cubicBezTo>
                  <a:pt x="1430698" y="-2378"/>
                  <a:pt x="1324229" y="-1751"/>
                  <a:pt x="1166797" y="18288"/>
                </a:cubicBezTo>
                <a:cubicBezTo>
                  <a:pt x="1001390" y="41795"/>
                  <a:pt x="324313" y="57964"/>
                  <a:pt x="0" y="18288"/>
                </a:cubicBezTo>
                <a:cubicBezTo>
                  <a:pt x="285" y="13135"/>
                  <a:pt x="532" y="5956"/>
                  <a:pt x="0" y="0"/>
                </a:cubicBezTo>
                <a:close/>
              </a:path>
              <a:path w="8140446" h="18288" fill="none" stroke="0" extrusionOk="0">
                <a:moveTo>
                  <a:pt x="0" y="0"/>
                </a:moveTo>
                <a:cubicBezTo>
                  <a:pt x="69532" y="-6557"/>
                  <a:pt x="264219" y="3919"/>
                  <a:pt x="434157" y="0"/>
                </a:cubicBezTo>
                <a:cubicBezTo>
                  <a:pt x="600013" y="9090"/>
                  <a:pt x="921449" y="-13478"/>
                  <a:pt x="1193932" y="0"/>
                </a:cubicBezTo>
                <a:cubicBezTo>
                  <a:pt x="1443592" y="14844"/>
                  <a:pt x="1471188" y="10722"/>
                  <a:pt x="1628089" y="0"/>
                </a:cubicBezTo>
                <a:cubicBezTo>
                  <a:pt x="1750006" y="-24149"/>
                  <a:pt x="1967480" y="-14904"/>
                  <a:pt x="2225055" y="0"/>
                </a:cubicBezTo>
                <a:cubicBezTo>
                  <a:pt x="2503918" y="19247"/>
                  <a:pt x="2709263" y="-16351"/>
                  <a:pt x="3066235" y="0"/>
                </a:cubicBezTo>
                <a:cubicBezTo>
                  <a:pt x="3429723" y="-1627"/>
                  <a:pt x="3399401" y="30976"/>
                  <a:pt x="3744605" y="0"/>
                </a:cubicBezTo>
                <a:cubicBezTo>
                  <a:pt x="4081920" y="-40602"/>
                  <a:pt x="4258272" y="-2441"/>
                  <a:pt x="4504380" y="0"/>
                </a:cubicBezTo>
                <a:cubicBezTo>
                  <a:pt x="4760039" y="21121"/>
                  <a:pt x="4866555" y="-1351"/>
                  <a:pt x="5101346" y="0"/>
                </a:cubicBezTo>
                <a:cubicBezTo>
                  <a:pt x="5336279" y="1859"/>
                  <a:pt x="5465100" y="30801"/>
                  <a:pt x="5779717" y="0"/>
                </a:cubicBezTo>
                <a:cubicBezTo>
                  <a:pt x="6117018" y="-2879"/>
                  <a:pt x="6273497" y="-5002"/>
                  <a:pt x="6620896" y="0"/>
                </a:cubicBezTo>
                <a:cubicBezTo>
                  <a:pt x="6972306" y="38666"/>
                  <a:pt x="6992056" y="28334"/>
                  <a:pt x="7136458" y="0"/>
                </a:cubicBezTo>
                <a:cubicBezTo>
                  <a:pt x="7325567" y="-61201"/>
                  <a:pt x="7766555" y="-88399"/>
                  <a:pt x="8140446" y="0"/>
                </a:cubicBezTo>
                <a:cubicBezTo>
                  <a:pt x="8140031" y="7748"/>
                  <a:pt x="8139515" y="13015"/>
                  <a:pt x="8140446" y="18288"/>
                </a:cubicBezTo>
                <a:cubicBezTo>
                  <a:pt x="7892673" y="-4012"/>
                  <a:pt x="7668025" y="650"/>
                  <a:pt x="7543480" y="18288"/>
                </a:cubicBezTo>
                <a:cubicBezTo>
                  <a:pt x="7406710" y="-3467"/>
                  <a:pt x="7207646" y="8893"/>
                  <a:pt x="7109323" y="18288"/>
                </a:cubicBezTo>
                <a:cubicBezTo>
                  <a:pt x="6993037" y="49011"/>
                  <a:pt x="6598723" y="59405"/>
                  <a:pt x="6430952" y="18288"/>
                </a:cubicBezTo>
                <a:cubicBezTo>
                  <a:pt x="6284771" y="15315"/>
                  <a:pt x="6162730" y="20350"/>
                  <a:pt x="5915391" y="18288"/>
                </a:cubicBezTo>
                <a:cubicBezTo>
                  <a:pt x="5684668" y="13603"/>
                  <a:pt x="5422852" y="53618"/>
                  <a:pt x="5237020" y="18288"/>
                </a:cubicBezTo>
                <a:cubicBezTo>
                  <a:pt x="5035482" y="26296"/>
                  <a:pt x="4719808" y="55145"/>
                  <a:pt x="4558650" y="18288"/>
                </a:cubicBezTo>
                <a:cubicBezTo>
                  <a:pt x="4375169" y="-35587"/>
                  <a:pt x="4137553" y="12086"/>
                  <a:pt x="3880279" y="18288"/>
                </a:cubicBezTo>
                <a:cubicBezTo>
                  <a:pt x="3624533" y="32648"/>
                  <a:pt x="3467387" y="6480"/>
                  <a:pt x="3201909" y="18288"/>
                </a:cubicBezTo>
                <a:cubicBezTo>
                  <a:pt x="2918126" y="73342"/>
                  <a:pt x="2717830" y="-17156"/>
                  <a:pt x="2604943" y="18288"/>
                </a:cubicBezTo>
                <a:cubicBezTo>
                  <a:pt x="2496133" y="44525"/>
                  <a:pt x="2003915" y="18254"/>
                  <a:pt x="1845168" y="18288"/>
                </a:cubicBezTo>
                <a:cubicBezTo>
                  <a:pt x="1694518" y="14989"/>
                  <a:pt x="1344959" y="44188"/>
                  <a:pt x="1166797" y="18288"/>
                </a:cubicBezTo>
                <a:cubicBezTo>
                  <a:pt x="935925" y="69451"/>
                  <a:pt x="319712" y="-63972"/>
                  <a:pt x="0" y="18288"/>
                </a:cubicBezTo>
                <a:cubicBezTo>
                  <a:pt x="1307" y="12414"/>
                  <a:pt x="-32" y="574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8140446"/>
                      <a:gd name="connsiteY0" fmla="*/ 0 h 18288"/>
                      <a:gd name="connsiteX1" fmla="*/ 434157 w 8140446"/>
                      <a:gd name="connsiteY1" fmla="*/ 0 h 18288"/>
                      <a:gd name="connsiteX2" fmla="*/ 1193932 w 8140446"/>
                      <a:gd name="connsiteY2" fmla="*/ 0 h 18288"/>
                      <a:gd name="connsiteX3" fmla="*/ 1628089 w 8140446"/>
                      <a:gd name="connsiteY3" fmla="*/ 0 h 18288"/>
                      <a:gd name="connsiteX4" fmla="*/ 2225055 w 8140446"/>
                      <a:gd name="connsiteY4" fmla="*/ 0 h 18288"/>
                      <a:gd name="connsiteX5" fmla="*/ 3066235 w 8140446"/>
                      <a:gd name="connsiteY5" fmla="*/ 0 h 18288"/>
                      <a:gd name="connsiteX6" fmla="*/ 3744605 w 8140446"/>
                      <a:gd name="connsiteY6" fmla="*/ 0 h 18288"/>
                      <a:gd name="connsiteX7" fmla="*/ 4504380 w 8140446"/>
                      <a:gd name="connsiteY7" fmla="*/ 0 h 18288"/>
                      <a:gd name="connsiteX8" fmla="*/ 5101346 w 8140446"/>
                      <a:gd name="connsiteY8" fmla="*/ 0 h 18288"/>
                      <a:gd name="connsiteX9" fmla="*/ 5779717 w 8140446"/>
                      <a:gd name="connsiteY9" fmla="*/ 0 h 18288"/>
                      <a:gd name="connsiteX10" fmla="*/ 6620896 w 8140446"/>
                      <a:gd name="connsiteY10" fmla="*/ 0 h 18288"/>
                      <a:gd name="connsiteX11" fmla="*/ 7136458 w 8140446"/>
                      <a:gd name="connsiteY11" fmla="*/ 0 h 18288"/>
                      <a:gd name="connsiteX12" fmla="*/ 8140446 w 8140446"/>
                      <a:gd name="connsiteY12" fmla="*/ 0 h 18288"/>
                      <a:gd name="connsiteX13" fmla="*/ 8140446 w 8140446"/>
                      <a:gd name="connsiteY13" fmla="*/ 18288 h 18288"/>
                      <a:gd name="connsiteX14" fmla="*/ 7543480 w 8140446"/>
                      <a:gd name="connsiteY14" fmla="*/ 18288 h 18288"/>
                      <a:gd name="connsiteX15" fmla="*/ 7109323 w 8140446"/>
                      <a:gd name="connsiteY15" fmla="*/ 18288 h 18288"/>
                      <a:gd name="connsiteX16" fmla="*/ 6430952 w 8140446"/>
                      <a:gd name="connsiteY16" fmla="*/ 18288 h 18288"/>
                      <a:gd name="connsiteX17" fmla="*/ 5915391 w 8140446"/>
                      <a:gd name="connsiteY17" fmla="*/ 18288 h 18288"/>
                      <a:gd name="connsiteX18" fmla="*/ 5237020 w 8140446"/>
                      <a:gd name="connsiteY18" fmla="*/ 18288 h 18288"/>
                      <a:gd name="connsiteX19" fmla="*/ 4558650 w 8140446"/>
                      <a:gd name="connsiteY19" fmla="*/ 18288 h 18288"/>
                      <a:gd name="connsiteX20" fmla="*/ 3880279 w 8140446"/>
                      <a:gd name="connsiteY20" fmla="*/ 18288 h 18288"/>
                      <a:gd name="connsiteX21" fmla="*/ 3201909 w 8140446"/>
                      <a:gd name="connsiteY21" fmla="*/ 18288 h 18288"/>
                      <a:gd name="connsiteX22" fmla="*/ 2604943 w 8140446"/>
                      <a:gd name="connsiteY22" fmla="*/ 18288 h 18288"/>
                      <a:gd name="connsiteX23" fmla="*/ 1845168 w 8140446"/>
                      <a:gd name="connsiteY23" fmla="*/ 18288 h 18288"/>
                      <a:gd name="connsiteX24" fmla="*/ 1166797 w 8140446"/>
                      <a:gd name="connsiteY24" fmla="*/ 18288 h 18288"/>
                      <a:gd name="connsiteX25" fmla="*/ 0 w 8140446"/>
                      <a:gd name="connsiteY25" fmla="*/ 18288 h 18288"/>
                      <a:gd name="connsiteX26" fmla="*/ 0 w 8140446"/>
                      <a:gd name="connsiteY26" fmla="*/ 0 h 182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</a:cxnLst>
                    <a:rect l="l" t="t" r="r" b="b"/>
                    <a:pathLst>
                      <a:path w="8140446" h="18288" fill="none" extrusionOk="0">
                        <a:moveTo>
                          <a:pt x="0" y="0"/>
                        </a:moveTo>
                        <a:cubicBezTo>
                          <a:pt x="94920" y="9103"/>
                          <a:pt x="287892" y="-4966"/>
                          <a:pt x="434157" y="0"/>
                        </a:cubicBezTo>
                        <a:cubicBezTo>
                          <a:pt x="580422" y="4966"/>
                          <a:pt x="943595" y="-14182"/>
                          <a:pt x="1193932" y="0"/>
                        </a:cubicBezTo>
                        <a:cubicBezTo>
                          <a:pt x="1444270" y="14182"/>
                          <a:pt x="1472129" y="5523"/>
                          <a:pt x="1628089" y="0"/>
                        </a:cubicBezTo>
                        <a:cubicBezTo>
                          <a:pt x="1784049" y="-5523"/>
                          <a:pt x="1962419" y="-17322"/>
                          <a:pt x="2225055" y="0"/>
                        </a:cubicBezTo>
                        <a:cubicBezTo>
                          <a:pt x="2487691" y="17322"/>
                          <a:pt x="2700681" y="1311"/>
                          <a:pt x="3066235" y="0"/>
                        </a:cubicBezTo>
                        <a:cubicBezTo>
                          <a:pt x="3431789" y="-1311"/>
                          <a:pt x="3405662" y="25081"/>
                          <a:pt x="3744605" y="0"/>
                        </a:cubicBezTo>
                        <a:cubicBezTo>
                          <a:pt x="4083548" y="-25081"/>
                          <a:pt x="4265111" y="-11945"/>
                          <a:pt x="4504380" y="0"/>
                        </a:cubicBezTo>
                        <a:cubicBezTo>
                          <a:pt x="4743649" y="11945"/>
                          <a:pt x="4860394" y="-2832"/>
                          <a:pt x="5101346" y="0"/>
                        </a:cubicBezTo>
                        <a:cubicBezTo>
                          <a:pt x="5342298" y="2832"/>
                          <a:pt x="5456387" y="23676"/>
                          <a:pt x="5779717" y="0"/>
                        </a:cubicBezTo>
                        <a:cubicBezTo>
                          <a:pt x="6103047" y="-23676"/>
                          <a:pt x="6270379" y="-37291"/>
                          <a:pt x="6620896" y="0"/>
                        </a:cubicBezTo>
                        <a:cubicBezTo>
                          <a:pt x="6971413" y="37291"/>
                          <a:pt x="6989068" y="24674"/>
                          <a:pt x="7136458" y="0"/>
                        </a:cubicBezTo>
                        <a:cubicBezTo>
                          <a:pt x="7283848" y="-24674"/>
                          <a:pt x="7752532" y="-22436"/>
                          <a:pt x="8140446" y="0"/>
                        </a:cubicBezTo>
                        <a:cubicBezTo>
                          <a:pt x="8140314" y="7702"/>
                          <a:pt x="8140234" y="13511"/>
                          <a:pt x="8140446" y="18288"/>
                        </a:cubicBezTo>
                        <a:cubicBezTo>
                          <a:pt x="7906329" y="-3043"/>
                          <a:pt x="7681180" y="27465"/>
                          <a:pt x="7543480" y="18288"/>
                        </a:cubicBezTo>
                        <a:cubicBezTo>
                          <a:pt x="7405780" y="9111"/>
                          <a:pt x="7216607" y="3660"/>
                          <a:pt x="7109323" y="18288"/>
                        </a:cubicBezTo>
                        <a:cubicBezTo>
                          <a:pt x="7002039" y="32916"/>
                          <a:pt x="6576231" y="42692"/>
                          <a:pt x="6430952" y="18288"/>
                        </a:cubicBezTo>
                        <a:cubicBezTo>
                          <a:pt x="6285673" y="-6116"/>
                          <a:pt x="6138840" y="34521"/>
                          <a:pt x="5915391" y="18288"/>
                        </a:cubicBezTo>
                        <a:cubicBezTo>
                          <a:pt x="5691942" y="2055"/>
                          <a:pt x="5459460" y="51666"/>
                          <a:pt x="5237020" y="18288"/>
                        </a:cubicBezTo>
                        <a:cubicBezTo>
                          <a:pt x="5014580" y="-15090"/>
                          <a:pt x="4747677" y="40449"/>
                          <a:pt x="4558650" y="18288"/>
                        </a:cubicBezTo>
                        <a:cubicBezTo>
                          <a:pt x="4369623" y="-3873"/>
                          <a:pt x="4146061" y="12568"/>
                          <a:pt x="3880279" y="18288"/>
                        </a:cubicBezTo>
                        <a:cubicBezTo>
                          <a:pt x="3614497" y="24008"/>
                          <a:pt x="3473808" y="-12908"/>
                          <a:pt x="3201909" y="18288"/>
                        </a:cubicBezTo>
                        <a:cubicBezTo>
                          <a:pt x="2930010" y="49484"/>
                          <a:pt x="2728175" y="-3430"/>
                          <a:pt x="2604943" y="18288"/>
                        </a:cubicBezTo>
                        <a:cubicBezTo>
                          <a:pt x="2481711" y="40006"/>
                          <a:pt x="2004334" y="26952"/>
                          <a:pt x="1845168" y="18288"/>
                        </a:cubicBezTo>
                        <a:cubicBezTo>
                          <a:pt x="1686003" y="9624"/>
                          <a:pt x="1375070" y="37580"/>
                          <a:pt x="1166797" y="18288"/>
                        </a:cubicBezTo>
                        <a:cubicBezTo>
                          <a:pt x="958524" y="-1004"/>
                          <a:pt x="342846" y="8880"/>
                          <a:pt x="0" y="18288"/>
                        </a:cubicBezTo>
                        <a:cubicBezTo>
                          <a:pt x="129" y="13298"/>
                          <a:pt x="-675" y="6857"/>
                          <a:pt x="0" y="0"/>
                        </a:cubicBezTo>
                        <a:close/>
                      </a:path>
                      <a:path w="8140446" h="18288" stroke="0" extrusionOk="0">
                        <a:moveTo>
                          <a:pt x="0" y="0"/>
                        </a:moveTo>
                        <a:cubicBezTo>
                          <a:pt x="142435" y="-24533"/>
                          <a:pt x="380026" y="17447"/>
                          <a:pt x="596966" y="0"/>
                        </a:cubicBezTo>
                        <a:cubicBezTo>
                          <a:pt x="813906" y="-17447"/>
                          <a:pt x="830530" y="13462"/>
                          <a:pt x="1031123" y="0"/>
                        </a:cubicBezTo>
                        <a:cubicBezTo>
                          <a:pt x="1231716" y="-13462"/>
                          <a:pt x="1634038" y="0"/>
                          <a:pt x="1872303" y="0"/>
                        </a:cubicBezTo>
                        <a:cubicBezTo>
                          <a:pt x="2110568" y="0"/>
                          <a:pt x="2261934" y="-25727"/>
                          <a:pt x="2469269" y="0"/>
                        </a:cubicBezTo>
                        <a:cubicBezTo>
                          <a:pt x="2676604" y="25727"/>
                          <a:pt x="2790440" y="16284"/>
                          <a:pt x="3066235" y="0"/>
                        </a:cubicBezTo>
                        <a:cubicBezTo>
                          <a:pt x="3342030" y="-16284"/>
                          <a:pt x="3685603" y="41976"/>
                          <a:pt x="3907414" y="0"/>
                        </a:cubicBezTo>
                        <a:cubicBezTo>
                          <a:pt x="4129225" y="-41976"/>
                          <a:pt x="4177416" y="-7598"/>
                          <a:pt x="4422976" y="0"/>
                        </a:cubicBezTo>
                        <a:cubicBezTo>
                          <a:pt x="4668536" y="7598"/>
                          <a:pt x="5023499" y="-28058"/>
                          <a:pt x="5264155" y="0"/>
                        </a:cubicBezTo>
                        <a:cubicBezTo>
                          <a:pt x="5504811" y="28058"/>
                          <a:pt x="5703675" y="13288"/>
                          <a:pt x="6105335" y="0"/>
                        </a:cubicBezTo>
                        <a:cubicBezTo>
                          <a:pt x="6506995" y="-13288"/>
                          <a:pt x="6455516" y="-5124"/>
                          <a:pt x="6783705" y="0"/>
                        </a:cubicBezTo>
                        <a:cubicBezTo>
                          <a:pt x="7111894" y="5124"/>
                          <a:pt x="7512856" y="10604"/>
                          <a:pt x="8140446" y="0"/>
                        </a:cubicBezTo>
                        <a:cubicBezTo>
                          <a:pt x="8140458" y="8833"/>
                          <a:pt x="8140986" y="9830"/>
                          <a:pt x="8140446" y="18288"/>
                        </a:cubicBezTo>
                        <a:cubicBezTo>
                          <a:pt x="7959314" y="3345"/>
                          <a:pt x="7870113" y="10437"/>
                          <a:pt x="7706289" y="18288"/>
                        </a:cubicBezTo>
                        <a:cubicBezTo>
                          <a:pt x="7542465" y="26139"/>
                          <a:pt x="7157940" y="17482"/>
                          <a:pt x="6865109" y="18288"/>
                        </a:cubicBezTo>
                        <a:cubicBezTo>
                          <a:pt x="6572278" y="19094"/>
                          <a:pt x="6524256" y="38051"/>
                          <a:pt x="6349548" y="18288"/>
                        </a:cubicBezTo>
                        <a:cubicBezTo>
                          <a:pt x="6174840" y="-1475"/>
                          <a:pt x="5951624" y="174"/>
                          <a:pt x="5671177" y="18288"/>
                        </a:cubicBezTo>
                        <a:cubicBezTo>
                          <a:pt x="5390730" y="36402"/>
                          <a:pt x="5222992" y="60058"/>
                          <a:pt x="4829998" y="18288"/>
                        </a:cubicBezTo>
                        <a:cubicBezTo>
                          <a:pt x="4437004" y="-23482"/>
                          <a:pt x="4344181" y="39087"/>
                          <a:pt x="4151627" y="18288"/>
                        </a:cubicBezTo>
                        <a:cubicBezTo>
                          <a:pt x="3959073" y="-2511"/>
                          <a:pt x="3886970" y="32875"/>
                          <a:pt x="3717470" y="18288"/>
                        </a:cubicBezTo>
                        <a:cubicBezTo>
                          <a:pt x="3547970" y="3701"/>
                          <a:pt x="3451521" y="31872"/>
                          <a:pt x="3201909" y="18288"/>
                        </a:cubicBezTo>
                        <a:cubicBezTo>
                          <a:pt x="2952297" y="4704"/>
                          <a:pt x="2543413" y="6029"/>
                          <a:pt x="2360729" y="18288"/>
                        </a:cubicBezTo>
                        <a:cubicBezTo>
                          <a:pt x="2178045" y="30547"/>
                          <a:pt x="1906056" y="25847"/>
                          <a:pt x="1682359" y="18288"/>
                        </a:cubicBezTo>
                        <a:cubicBezTo>
                          <a:pt x="1458662" y="10730"/>
                          <a:pt x="1330405" y="8046"/>
                          <a:pt x="1166797" y="18288"/>
                        </a:cubicBezTo>
                        <a:cubicBezTo>
                          <a:pt x="1003189" y="28530"/>
                          <a:pt x="278098" y="19533"/>
                          <a:pt x="0" y="18288"/>
                        </a:cubicBezTo>
                        <a:cubicBezTo>
                          <a:pt x="74" y="14054"/>
                          <a:pt x="-46" y="699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929384"/>
            <a:ext cx="7886700" cy="4251960"/>
          </a:xfrm>
        </p:spPr>
        <p:txBody>
          <a:bodyPr>
            <a:normAutofit/>
          </a:bodyPr>
          <a:lstStyle/>
          <a:p>
            <a:r>
              <a:rPr lang="en-GB" sz="2000" dirty="0"/>
              <a:t>What is your research purpose?</a:t>
            </a:r>
          </a:p>
          <a:p>
            <a:r>
              <a:rPr lang="en-GB" sz="2000" dirty="0"/>
              <a:t>What is the research context?</a:t>
            </a:r>
          </a:p>
          <a:p>
            <a:r>
              <a:rPr lang="en-GB" sz="2000" dirty="0"/>
              <a:t>How can I best satisfy stakeholders?</a:t>
            </a:r>
          </a:p>
          <a:p>
            <a:r>
              <a:rPr lang="en-GB" sz="2000" dirty="0"/>
              <a:t>What opportunities will I provide for them to benefit from research?</a:t>
            </a:r>
          </a:p>
          <a:p>
            <a:endParaRPr lang="en-GB" sz="2000" dirty="0"/>
          </a:p>
          <a:p>
            <a:r>
              <a:rPr lang="en-GB" sz="2000" dirty="0"/>
              <a:t>Answer = produce good, impactful research that is publishable in good journals and interest stakeholders beyond academia</a:t>
            </a:r>
          </a:p>
          <a:p>
            <a:r>
              <a:rPr lang="en-GB" sz="2000" dirty="0"/>
              <a:t>Challenge = develop a multi-dimensional research strategy for the future</a:t>
            </a:r>
          </a:p>
          <a:p>
            <a:pPr marL="0" indent="0">
              <a:buNone/>
            </a:pPr>
            <a:endParaRPr lang="en-GB" sz="1900" dirty="0"/>
          </a:p>
        </p:txBody>
      </p:sp>
    </p:spTree>
    <p:extLst>
      <p:ext uri="{BB962C8B-B14F-4D97-AF65-F5344CB8AC3E}">
        <p14:creationId xmlns:p14="http://schemas.microsoft.com/office/powerpoint/2010/main" val="3463963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1" name="Rectangle 80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364679" y="548640"/>
            <a:ext cx="2966902" cy="5431536"/>
          </a:xfrm>
        </p:spPr>
        <p:txBody>
          <a:bodyPr lIns="90488" tIns="44450" rIns="90488" bIns="44450">
            <a:normAutofit/>
          </a:bodyPr>
          <a:lstStyle/>
          <a:p>
            <a:pPr eaLnBrk="1" hangingPunct="1"/>
            <a:r>
              <a:rPr lang="en-GB" altLang="en-US" sz="4400" i="1" dirty="0"/>
              <a:t>The future of research? </a:t>
            </a:r>
          </a:p>
        </p:txBody>
      </p:sp>
      <p:sp>
        <p:nvSpPr>
          <p:cNvPr id="83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347917" y="3261001"/>
            <a:ext cx="4480560" cy="13716"/>
          </a:xfrm>
          <a:custGeom>
            <a:avLst/>
            <a:gdLst>
              <a:gd name="csX0" fmla="*/ 0 w 4480560"/>
              <a:gd name="csY0" fmla="*/ 0 h 13716"/>
              <a:gd name="csX1" fmla="*/ 595274 w 4480560"/>
              <a:gd name="csY1" fmla="*/ 0 h 13716"/>
              <a:gd name="csX2" fmla="*/ 1100938 w 4480560"/>
              <a:gd name="csY2" fmla="*/ 0 h 13716"/>
              <a:gd name="csX3" fmla="*/ 1651406 w 4480560"/>
              <a:gd name="csY3" fmla="*/ 0 h 13716"/>
              <a:gd name="csX4" fmla="*/ 2336292 w 4480560"/>
              <a:gd name="csY4" fmla="*/ 0 h 13716"/>
              <a:gd name="csX5" fmla="*/ 2931566 w 4480560"/>
              <a:gd name="csY5" fmla="*/ 0 h 13716"/>
              <a:gd name="csX6" fmla="*/ 3482035 w 4480560"/>
              <a:gd name="csY6" fmla="*/ 0 h 13716"/>
              <a:gd name="csX7" fmla="*/ 4480560 w 4480560"/>
              <a:gd name="csY7" fmla="*/ 0 h 13716"/>
              <a:gd name="csX8" fmla="*/ 4480560 w 4480560"/>
              <a:gd name="csY8" fmla="*/ 13716 h 13716"/>
              <a:gd name="csX9" fmla="*/ 3840480 w 4480560"/>
              <a:gd name="csY9" fmla="*/ 13716 h 13716"/>
              <a:gd name="csX10" fmla="*/ 3290011 w 4480560"/>
              <a:gd name="csY10" fmla="*/ 13716 h 13716"/>
              <a:gd name="csX11" fmla="*/ 2560320 w 4480560"/>
              <a:gd name="csY11" fmla="*/ 13716 h 13716"/>
              <a:gd name="csX12" fmla="*/ 1965046 w 4480560"/>
              <a:gd name="csY12" fmla="*/ 13716 h 13716"/>
              <a:gd name="csX13" fmla="*/ 1459382 w 4480560"/>
              <a:gd name="csY13" fmla="*/ 13716 h 13716"/>
              <a:gd name="csX14" fmla="*/ 774497 w 4480560"/>
              <a:gd name="csY14" fmla="*/ 13716 h 13716"/>
              <a:gd name="csX15" fmla="*/ 0 w 4480560"/>
              <a:gd name="csY15" fmla="*/ 13716 h 13716"/>
              <a:gd name="csX16" fmla="*/ 0 w 4480560"/>
              <a:gd name="csY16" fmla="*/ 0 h 13716"/>
              <a:gd name="csX0" fmla="*/ 0 w 4480560"/>
              <a:gd name="csY0" fmla="*/ 0 h 13716"/>
              <a:gd name="csX1" fmla="*/ 595274 w 4480560"/>
              <a:gd name="csY1" fmla="*/ 0 h 13716"/>
              <a:gd name="csX2" fmla="*/ 1100938 w 4480560"/>
              <a:gd name="csY2" fmla="*/ 0 h 13716"/>
              <a:gd name="csX3" fmla="*/ 1830629 w 4480560"/>
              <a:gd name="csY3" fmla="*/ 0 h 13716"/>
              <a:gd name="csX4" fmla="*/ 2425903 w 4480560"/>
              <a:gd name="csY4" fmla="*/ 0 h 13716"/>
              <a:gd name="csX5" fmla="*/ 3021178 w 4480560"/>
              <a:gd name="csY5" fmla="*/ 0 h 13716"/>
              <a:gd name="csX6" fmla="*/ 3750869 w 4480560"/>
              <a:gd name="csY6" fmla="*/ 0 h 13716"/>
              <a:gd name="csX7" fmla="*/ 4480560 w 4480560"/>
              <a:gd name="csY7" fmla="*/ 0 h 13716"/>
              <a:gd name="csX8" fmla="*/ 4480560 w 4480560"/>
              <a:gd name="csY8" fmla="*/ 13716 h 13716"/>
              <a:gd name="csX9" fmla="*/ 3930091 w 4480560"/>
              <a:gd name="csY9" fmla="*/ 13716 h 13716"/>
              <a:gd name="csX10" fmla="*/ 3290011 w 4480560"/>
              <a:gd name="csY10" fmla="*/ 13716 h 13716"/>
              <a:gd name="csX11" fmla="*/ 2649931 w 4480560"/>
              <a:gd name="csY11" fmla="*/ 13716 h 13716"/>
              <a:gd name="csX12" fmla="*/ 2054657 w 4480560"/>
              <a:gd name="csY12" fmla="*/ 13716 h 13716"/>
              <a:gd name="csX13" fmla="*/ 1324966 w 4480560"/>
              <a:gd name="csY13" fmla="*/ 13716 h 13716"/>
              <a:gd name="csX14" fmla="*/ 595274 w 4480560"/>
              <a:gd name="csY14" fmla="*/ 13716 h 13716"/>
              <a:gd name="csX15" fmla="*/ 0 w 4480560"/>
              <a:gd name="csY15" fmla="*/ 13716 h 13716"/>
              <a:gd name="csX16" fmla="*/ 0 w 4480560"/>
              <a:gd name="csY16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13716" fill="none" extrusionOk="0">
                <a:moveTo>
                  <a:pt x="0" y="0"/>
                </a:moveTo>
                <a:cubicBezTo>
                  <a:pt x="267574" y="14606"/>
                  <a:pt x="338605" y="-40"/>
                  <a:pt x="595274" y="0"/>
                </a:cubicBezTo>
                <a:cubicBezTo>
                  <a:pt x="856171" y="-2198"/>
                  <a:pt x="863435" y="-13333"/>
                  <a:pt x="1100938" y="0"/>
                </a:cubicBezTo>
                <a:cubicBezTo>
                  <a:pt x="1340270" y="17713"/>
                  <a:pt x="1418448" y="-18893"/>
                  <a:pt x="1651406" y="0"/>
                </a:cubicBezTo>
                <a:cubicBezTo>
                  <a:pt x="1875387" y="1627"/>
                  <a:pt x="2153037" y="22688"/>
                  <a:pt x="2336292" y="0"/>
                </a:cubicBezTo>
                <a:cubicBezTo>
                  <a:pt x="2522206" y="-4211"/>
                  <a:pt x="2718333" y="34959"/>
                  <a:pt x="2931566" y="0"/>
                </a:cubicBezTo>
                <a:cubicBezTo>
                  <a:pt x="3137043" y="-17106"/>
                  <a:pt x="3304331" y="1415"/>
                  <a:pt x="3482035" y="0"/>
                </a:cubicBezTo>
                <a:cubicBezTo>
                  <a:pt x="3649837" y="-24078"/>
                  <a:pt x="4010577" y="-51921"/>
                  <a:pt x="4480560" y="0"/>
                </a:cubicBezTo>
                <a:cubicBezTo>
                  <a:pt x="4480642" y="3611"/>
                  <a:pt x="4480510" y="9346"/>
                  <a:pt x="4480560" y="13716"/>
                </a:cubicBezTo>
                <a:cubicBezTo>
                  <a:pt x="4305601" y="36948"/>
                  <a:pt x="4025154" y="21890"/>
                  <a:pt x="3840480" y="13716"/>
                </a:cubicBezTo>
                <a:cubicBezTo>
                  <a:pt x="3668919" y="-16903"/>
                  <a:pt x="3556555" y="-17246"/>
                  <a:pt x="3290011" y="13716"/>
                </a:cubicBezTo>
                <a:cubicBezTo>
                  <a:pt x="2991827" y="13600"/>
                  <a:pt x="2862038" y="-27094"/>
                  <a:pt x="2560320" y="13716"/>
                </a:cubicBezTo>
                <a:cubicBezTo>
                  <a:pt x="2273396" y="32804"/>
                  <a:pt x="2159701" y="35426"/>
                  <a:pt x="1965046" y="13716"/>
                </a:cubicBezTo>
                <a:cubicBezTo>
                  <a:pt x="1785994" y="24616"/>
                  <a:pt x="1686680" y="47748"/>
                  <a:pt x="1459382" y="13716"/>
                </a:cubicBezTo>
                <a:cubicBezTo>
                  <a:pt x="1260610" y="398"/>
                  <a:pt x="913962" y="26960"/>
                  <a:pt x="774497" y="13716"/>
                </a:cubicBezTo>
                <a:cubicBezTo>
                  <a:pt x="689426" y="-2719"/>
                  <a:pt x="378264" y="1751"/>
                  <a:pt x="0" y="13716"/>
                </a:cubicBezTo>
                <a:cubicBezTo>
                  <a:pt x="-173" y="8371"/>
                  <a:pt x="-387" y="6213"/>
                  <a:pt x="0" y="0"/>
                </a:cubicBezTo>
                <a:close/>
              </a:path>
              <a:path w="4480560" h="13716" stroke="0" extrusionOk="0">
                <a:moveTo>
                  <a:pt x="0" y="0"/>
                </a:moveTo>
                <a:cubicBezTo>
                  <a:pt x="290844" y="5546"/>
                  <a:pt x="318443" y="10543"/>
                  <a:pt x="595274" y="0"/>
                </a:cubicBezTo>
                <a:cubicBezTo>
                  <a:pt x="862223" y="-10630"/>
                  <a:pt x="1008164" y="-6970"/>
                  <a:pt x="1100938" y="0"/>
                </a:cubicBezTo>
                <a:cubicBezTo>
                  <a:pt x="1231751" y="-9052"/>
                  <a:pt x="1563421" y="-55931"/>
                  <a:pt x="1830629" y="0"/>
                </a:cubicBezTo>
                <a:cubicBezTo>
                  <a:pt x="2081843" y="38764"/>
                  <a:pt x="2181743" y="16966"/>
                  <a:pt x="2425903" y="0"/>
                </a:cubicBezTo>
                <a:cubicBezTo>
                  <a:pt x="2657412" y="-20059"/>
                  <a:pt x="2795431" y="8423"/>
                  <a:pt x="3021178" y="0"/>
                </a:cubicBezTo>
                <a:cubicBezTo>
                  <a:pt x="3275119" y="-4749"/>
                  <a:pt x="3480943" y="2522"/>
                  <a:pt x="3750869" y="0"/>
                </a:cubicBezTo>
                <a:cubicBezTo>
                  <a:pt x="4005211" y="16055"/>
                  <a:pt x="4302144" y="-2969"/>
                  <a:pt x="4480560" y="0"/>
                </a:cubicBezTo>
                <a:cubicBezTo>
                  <a:pt x="4480397" y="3458"/>
                  <a:pt x="4481383" y="8632"/>
                  <a:pt x="4480560" y="13716"/>
                </a:cubicBezTo>
                <a:cubicBezTo>
                  <a:pt x="4261480" y="-10003"/>
                  <a:pt x="4206199" y="28529"/>
                  <a:pt x="3930091" y="13716"/>
                </a:cubicBezTo>
                <a:cubicBezTo>
                  <a:pt x="3666932" y="-15474"/>
                  <a:pt x="3493645" y="14804"/>
                  <a:pt x="3290011" y="13716"/>
                </a:cubicBezTo>
                <a:cubicBezTo>
                  <a:pt x="3137078" y="-41032"/>
                  <a:pt x="2894690" y="-17948"/>
                  <a:pt x="2649931" y="13716"/>
                </a:cubicBezTo>
                <a:cubicBezTo>
                  <a:pt x="2413020" y="21294"/>
                  <a:pt x="2225991" y="-10559"/>
                  <a:pt x="2054657" y="13716"/>
                </a:cubicBezTo>
                <a:cubicBezTo>
                  <a:pt x="1886877" y="37541"/>
                  <a:pt x="1548763" y="45390"/>
                  <a:pt x="1324966" y="13716"/>
                </a:cubicBezTo>
                <a:cubicBezTo>
                  <a:pt x="1040995" y="1897"/>
                  <a:pt x="786929" y="-17655"/>
                  <a:pt x="595274" y="13716"/>
                </a:cubicBezTo>
                <a:cubicBezTo>
                  <a:pt x="371401" y="32831"/>
                  <a:pt x="168483" y="23167"/>
                  <a:pt x="0" y="13716"/>
                </a:cubicBezTo>
                <a:cubicBezTo>
                  <a:pt x="-740" y="8467"/>
                  <a:pt x="-279" y="4434"/>
                  <a:pt x="0" y="0"/>
                </a:cubicBezTo>
                <a:close/>
              </a:path>
              <a:path w="4480560" h="13716" fill="none" stroke="0" extrusionOk="0">
                <a:moveTo>
                  <a:pt x="0" y="0"/>
                </a:moveTo>
                <a:cubicBezTo>
                  <a:pt x="254633" y="596"/>
                  <a:pt x="318854" y="8353"/>
                  <a:pt x="595274" y="0"/>
                </a:cubicBezTo>
                <a:cubicBezTo>
                  <a:pt x="857042" y="-2503"/>
                  <a:pt x="863005" y="-13327"/>
                  <a:pt x="1100938" y="0"/>
                </a:cubicBezTo>
                <a:cubicBezTo>
                  <a:pt x="1322315" y="28736"/>
                  <a:pt x="1429801" y="-15572"/>
                  <a:pt x="1651406" y="0"/>
                </a:cubicBezTo>
                <a:cubicBezTo>
                  <a:pt x="1861310" y="20479"/>
                  <a:pt x="2199002" y="36173"/>
                  <a:pt x="2336292" y="0"/>
                </a:cubicBezTo>
                <a:cubicBezTo>
                  <a:pt x="2504451" y="-23230"/>
                  <a:pt x="2735943" y="-3451"/>
                  <a:pt x="2931566" y="0"/>
                </a:cubicBezTo>
                <a:cubicBezTo>
                  <a:pt x="3109081" y="-33272"/>
                  <a:pt x="3310374" y="39503"/>
                  <a:pt x="3482035" y="0"/>
                </a:cubicBezTo>
                <a:cubicBezTo>
                  <a:pt x="3630968" y="-117346"/>
                  <a:pt x="3975789" y="30358"/>
                  <a:pt x="4480560" y="0"/>
                </a:cubicBezTo>
                <a:cubicBezTo>
                  <a:pt x="4480546" y="3532"/>
                  <a:pt x="4481771" y="9530"/>
                  <a:pt x="4480560" y="13716"/>
                </a:cubicBezTo>
                <a:cubicBezTo>
                  <a:pt x="4299745" y="8025"/>
                  <a:pt x="4055484" y="54224"/>
                  <a:pt x="3840480" y="13716"/>
                </a:cubicBezTo>
                <a:cubicBezTo>
                  <a:pt x="3665362" y="14404"/>
                  <a:pt x="3548412" y="6532"/>
                  <a:pt x="3290011" y="13716"/>
                </a:cubicBezTo>
                <a:cubicBezTo>
                  <a:pt x="3037450" y="36923"/>
                  <a:pt x="2862123" y="43167"/>
                  <a:pt x="2560320" y="13716"/>
                </a:cubicBezTo>
                <a:cubicBezTo>
                  <a:pt x="2308793" y="7156"/>
                  <a:pt x="2153402" y="-25971"/>
                  <a:pt x="1965046" y="13716"/>
                </a:cubicBezTo>
                <a:cubicBezTo>
                  <a:pt x="1778601" y="25944"/>
                  <a:pt x="1672011" y="23840"/>
                  <a:pt x="1459382" y="13716"/>
                </a:cubicBezTo>
                <a:cubicBezTo>
                  <a:pt x="1212351" y="-9856"/>
                  <a:pt x="906131" y="12859"/>
                  <a:pt x="774497" y="13716"/>
                </a:cubicBezTo>
                <a:cubicBezTo>
                  <a:pt x="636671" y="-47283"/>
                  <a:pt x="331670" y="1705"/>
                  <a:pt x="0" y="13716"/>
                </a:cubicBezTo>
                <a:cubicBezTo>
                  <a:pt x="-561" y="8546"/>
                  <a:pt x="-377" y="614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4480560"/>
                      <a:gd name="connsiteY0" fmla="*/ 0 h 13716"/>
                      <a:gd name="connsiteX1" fmla="*/ 595274 w 4480560"/>
                      <a:gd name="connsiteY1" fmla="*/ 0 h 13716"/>
                      <a:gd name="connsiteX2" fmla="*/ 1100938 w 4480560"/>
                      <a:gd name="connsiteY2" fmla="*/ 0 h 13716"/>
                      <a:gd name="connsiteX3" fmla="*/ 1651406 w 4480560"/>
                      <a:gd name="connsiteY3" fmla="*/ 0 h 13716"/>
                      <a:gd name="connsiteX4" fmla="*/ 2336292 w 4480560"/>
                      <a:gd name="connsiteY4" fmla="*/ 0 h 13716"/>
                      <a:gd name="connsiteX5" fmla="*/ 2931566 w 4480560"/>
                      <a:gd name="connsiteY5" fmla="*/ 0 h 13716"/>
                      <a:gd name="connsiteX6" fmla="*/ 3482035 w 4480560"/>
                      <a:gd name="connsiteY6" fmla="*/ 0 h 13716"/>
                      <a:gd name="connsiteX7" fmla="*/ 4480560 w 4480560"/>
                      <a:gd name="connsiteY7" fmla="*/ 0 h 13716"/>
                      <a:gd name="connsiteX8" fmla="*/ 4480560 w 4480560"/>
                      <a:gd name="connsiteY8" fmla="*/ 13716 h 13716"/>
                      <a:gd name="connsiteX9" fmla="*/ 3840480 w 4480560"/>
                      <a:gd name="connsiteY9" fmla="*/ 13716 h 13716"/>
                      <a:gd name="connsiteX10" fmla="*/ 3290011 w 4480560"/>
                      <a:gd name="connsiteY10" fmla="*/ 13716 h 13716"/>
                      <a:gd name="connsiteX11" fmla="*/ 2560320 w 4480560"/>
                      <a:gd name="connsiteY11" fmla="*/ 13716 h 13716"/>
                      <a:gd name="connsiteX12" fmla="*/ 1965046 w 4480560"/>
                      <a:gd name="connsiteY12" fmla="*/ 13716 h 13716"/>
                      <a:gd name="connsiteX13" fmla="*/ 1459382 w 4480560"/>
                      <a:gd name="connsiteY13" fmla="*/ 13716 h 13716"/>
                      <a:gd name="connsiteX14" fmla="*/ 774497 w 4480560"/>
                      <a:gd name="connsiteY14" fmla="*/ 13716 h 13716"/>
                      <a:gd name="connsiteX15" fmla="*/ 0 w 4480560"/>
                      <a:gd name="connsiteY15" fmla="*/ 13716 h 13716"/>
                      <a:gd name="connsiteX16" fmla="*/ 0 w 4480560"/>
                      <a:gd name="connsiteY16" fmla="*/ 0 h 1371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</a:cxnLst>
                    <a:rect l="l" t="t" r="r" b="b"/>
                    <a:pathLst>
                      <a:path w="4480560" h="13716" fill="none" extrusionOk="0">
                        <a:moveTo>
                          <a:pt x="0" y="0"/>
                        </a:moveTo>
                        <a:cubicBezTo>
                          <a:pt x="267821" y="8731"/>
                          <a:pt x="334105" y="2629"/>
                          <a:pt x="595274" y="0"/>
                        </a:cubicBezTo>
                        <a:cubicBezTo>
                          <a:pt x="856443" y="-2629"/>
                          <a:pt x="863808" y="-13353"/>
                          <a:pt x="1100938" y="0"/>
                        </a:cubicBezTo>
                        <a:cubicBezTo>
                          <a:pt x="1338068" y="13353"/>
                          <a:pt x="1431663" y="-25862"/>
                          <a:pt x="1651406" y="0"/>
                        </a:cubicBezTo>
                        <a:cubicBezTo>
                          <a:pt x="1871149" y="25862"/>
                          <a:pt x="2173163" y="23827"/>
                          <a:pt x="2336292" y="0"/>
                        </a:cubicBezTo>
                        <a:cubicBezTo>
                          <a:pt x="2499421" y="-23827"/>
                          <a:pt x="2720589" y="28148"/>
                          <a:pt x="2931566" y="0"/>
                        </a:cubicBezTo>
                        <a:cubicBezTo>
                          <a:pt x="3142543" y="-28148"/>
                          <a:pt x="3323630" y="27022"/>
                          <a:pt x="3482035" y="0"/>
                        </a:cubicBezTo>
                        <a:cubicBezTo>
                          <a:pt x="3640440" y="-27022"/>
                          <a:pt x="4012110" y="-20118"/>
                          <a:pt x="4480560" y="0"/>
                        </a:cubicBezTo>
                        <a:cubicBezTo>
                          <a:pt x="4480273" y="3379"/>
                          <a:pt x="4480768" y="9289"/>
                          <a:pt x="4480560" y="13716"/>
                        </a:cubicBezTo>
                        <a:cubicBezTo>
                          <a:pt x="4314132" y="10352"/>
                          <a:pt x="4028383" y="32060"/>
                          <a:pt x="3840480" y="13716"/>
                        </a:cubicBezTo>
                        <a:cubicBezTo>
                          <a:pt x="3652577" y="-4628"/>
                          <a:pt x="3547615" y="-1724"/>
                          <a:pt x="3290011" y="13716"/>
                        </a:cubicBezTo>
                        <a:cubicBezTo>
                          <a:pt x="3032407" y="29156"/>
                          <a:pt x="2830268" y="4147"/>
                          <a:pt x="2560320" y="13716"/>
                        </a:cubicBezTo>
                        <a:cubicBezTo>
                          <a:pt x="2290372" y="23285"/>
                          <a:pt x="2147422" y="2156"/>
                          <a:pt x="1965046" y="13716"/>
                        </a:cubicBezTo>
                        <a:cubicBezTo>
                          <a:pt x="1782670" y="25276"/>
                          <a:pt x="1689791" y="36108"/>
                          <a:pt x="1459382" y="13716"/>
                        </a:cubicBezTo>
                        <a:cubicBezTo>
                          <a:pt x="1228973" y="-8676"/>
                          <a:pt x="915486" y="31929"/>
                          <a:pt x="774497" y="13716"/>
                        </a:cubicBezTo>
                        <a:cubicBezTo>
                          <a:pt x="633508" y="-4497"/>
                          <a:pt x="361442" y="-15679"/>
                          <a:pt x="0" y="13716"/>
                        </a:cubicBezTo>
                        <a:cubicBezTo>
                          <a:pt x="-362" y="8190"/>
                          <a:pt x="-434" y="6098"/>
                          <a:pt x="0" y="0"/>
                        </a:cubicBezTo>
                        <a:close/>
                      </a:path>
                      <a:path w="4480560" h="13716" stroke="0" extrusionOk="0">
                        <a:moveTo>
                          <a:pt x="0" y="0"/>
                        </a:moveTo>
                        <a:cubicBezTo>
                          <a:pt x="285465" y="225"/>
                          <a:pt x="322691" y="16223"/>
                          <a:pt x="595274" y="0"/>
                        </a:cubicBezTo>
                        <a:cubicBezTo>
                          <a:pt x="867857" y="-16223"/>
                          <a:pt x="989129" y="-11242"/>
                          <a:pt x="1100938" y="0"/>
                        </a:cubicBezTo>
                        <a:cubicBezTo>
                          <a:pt x="1212747" y="11242"/>
                          <a:pt x="1574350" y="-36410"/>
                          <a:pt x="1830629" y="0"/>
                        </a:cubicBezTo>
                        <a:cubicBezTo>
                          <a:pt x="2086908" y="36410"/>
                          <a:pt x="2180922" y="4645"/>
                          <a:pt x="2425903" y="0"/>
                        </a:cubicBezTo>
                        <a:cubicBezTo>
                          <a:pt x="2670884" y="-4645"/>
                          <a:pt x="2782024" y="22929"/>
                          <a:pt x="3021178" y="0"/>
                        </a:cubicBezTo>
                        <a:cubicBezTo>
                          <a:pt x="3260332" y="-22929"/>
                          <a:pt x="3456982" y="-1586"/>
                          <a:pt x="3750869" y="0"/>
                        </a:cubicBezTo>
                        <a:cubicBezTo>
                          <a:pt x="4044756" y="1586"/>
                          <a:pt x="4302726" y="17043"/>
                          <a:pt x="4480560" y="0"/>
                        </a:cubicBezTo>
                        <a:cubicBezTo>
                          <a:pt x="4480360" y="3832"/>
                          <a:pt x="4481152" y="9314"/>
                          <a:pt x="4480560" y="13716"/>
                        </a:cubicBezTo>
                        <a:cubicBezTo>
                          <a:pt x="4279652" y="-11422"/>
                          <a:pt x="4200762" y="36994"/>
                          <a:pt x="3930091" y="13716"/>
                        </a:cubicBezTo>
                        <a:cubicBezTo>
                          <a:pt x="3659420" y="-9562"/>
                          <a:pt x="3456052" y="17722"/>
                          <a:pt x="3290011" y="13716"/>
                        </a:cubicBezTo>
                        <a:cubicBezTo>
                          <a:pt x="3123970" y="9710"/>
                          <a:pt x="2882392" y="28246"/>
                          <a:pt x="2649931" y="13716"/>
                        </a:cubicBezTo>
                        <a:cubicBezTo>
                          <a:pt x="2417470" y="-814"/>
                          <a:pt x="2238426" y="2765"/>
                          <a:pt x="2054657" y="13716"/>
                        </a:cubicBezTo>
                        <a:cubicBezTo>
                          <a:pt x="1870888" y="24667"/>
                          <a:pt x="1566368" y="40468"/>
                          <a:pt x="1324966" y="13716"/>
                        </a:cubicBezTo>
                        <a:cubicBezTo>
                          <a:pt x="1083564" y="-13036"/>
                          <a:pt x="787410" y="6374"/>
                          <a:pt x="595274" y="13716"/>
                        </a:cubicBezTo>
                        <a:cubicBezTo>
                          <a:pt x="403138" y="21058"/>
                          <a:pt x="169622" y="5927"/>
                          <a:pt x="0" y="13716"/>
                        </a:cubicBezTo>
                        <a:cubicBezTo>
                          <a:pt x="-475" y="8699"/>
                          <a:pt x="-565" y="4408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507" name="Rectangle 3"/>
          <p:cNvSpPr>
            <a:spLocks noGrp="1" noChangeArrowheads="1"/>
          </p:cNvSpPr>
          <p:nvPr>
            <p:ph idx="1"/>
          </p:nvPr>
        </p:nvSpPr>
        <p:spPr>
          <a:xfrm>
            <a:off x="3844813" y="552091"/>
            <a:ext cx="4668251" cy="5431536"/>
          </a:xfrm>
        </p:spPr>
        <p:txBody>
          <a:bodyPr lIns="90488" tIns="44450" rIns="90488" bIns="44450" anchor="ctr">
            <a:normAutofit/>
          </a:bodyPr>
          <a:lstStyle/>
          <a:p>
            <a:pPr eaLnBrk="1" hangingPunct="1"/>
            <a:r>
              <a:rPr lang="en-GB" altLang="en-US" sz="1900" dirty="0"/>
              <a:t>Future will not support present focus on pure research to the neglect of relevance</a:t>
            </a:r>
          </a:p>
          <a:p>
            <a:pPr eaLnBrk="1" hangingPunct="1"/>
            <a:r>
              <a:rPr lang="en-GB" altLang="en-US" sz="1900" dirty="0"/>
              <a:t>Shift in nature of teaching market toward professional &amp; executive education</a:t>
            </a:r>
          </a:p>
          <a:p>
            <a:pPr eaLnBrk="1" hangingPunct="1"/>
            <a:r>
              <a:rPr lang="en-GB" altLang="en-US" sz="1900" dirty="0"/>
              <a:t>Research needs to be aligned with practice &amp; impact</a:t>
            </a:r>
          </a:p>
          <a:p>
            <a:r>
              <a:rPr lang="en-GB" sz="1900" dirty="0"/>
              <a:t>Impact justifies research funding</a:t>
            </a:r>
            <a:endParaRPr lang="en-GB" altLang="en-US" sz="1900" dirty="0"/>
          </a:p>
          <a:p>
            <a:pPr marL="0" indent="0" eaLnBrk="1" hangingPunct="1">
              <a:buNone/>
            </a:pPr>
            <a:endParaRPr lang="en-GB" altLang="en-US" sz="1900" dirty="0"/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57573F99DE79145B2C4B20841E12603" ma:contentTypeVersion="5" ma:contentTypeDescription="Create a new document." ma:contentTypeScope="" ma:versionID="37cc05702fc2615a5c16fb18f55222e4">
  <xsd:schema xmlns:xsd="http://www.w3.org/2001/XMLSchema" xmlns:xs="http://www.w3.org/2001/XMLSchema" xmlns:p="http://schemas.microsoft.com/office/2006/metadata/properties" xmlns:ns3="0c1e910d-4918-42f1-af2c-ed1101d63abc" targetNamespace="http://schemas.microsoft.com/office/2006/metadata/properties" ma:root="true" ma:fieldsID="16b4a27f550e63ee16a2c70d2a251dc8" ns3:_="">
    <xsd:import namespace="0c1e910d-4918-42f1-af2c-ed1101d63abc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c1e910d-4918-42f1-af2c-ed1101d63ab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BBC28E8-0044-46D4-A017-F8A321ED6250}">
  <ds:schemaRefs>
    <ds:schemaRef ds:uri="http://purl.org/dc/terms/"/>
    <ds:schemaRef ds:uri="http://schemas.microsoft.com/office/2006/documentManagement/types"/>
    <ds:schemaRef ds:uri="http://schemas.openxmlformats.org/package/2006/metadata/core-properties"/>
    <ds:schemaRef ds:uri="http://purl.org/dc/elements/1.1/"/>
    <ds:schemaRef ds:uri="http://purl.org/dc/dcmitype/"/>
    <ds:schemaRef ds:uri="http://schemas.microsoft.com/office/infopath/2007/PartnerControls"/>
    <ds:schemaRef ds:uri="0c1e910d-4918-42f1-af2c-ed1101d63abc"/>
    <ds:schemaRef ds:uri="http://schemas.microsoft.com/office/2006/metadata/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46427325-80BA-4741-BD07-3BFA22D432C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c1e910d-4918-42f1-af2c-ed1101d63ab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27712CF-EB4C-4177-AE55-0F78909D0A8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1234</Words>
  <Application>Microsoft Office PowerPoint</Application>
  <PresentationFormat>On-screen Show (4:3)</PresentationFormat>
  <Paragraphs>133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Calibri Light</vt:lpstr>
      <vt:lpstr>Times New Roman</vt:lpstr>
      <vt:lpstr>Office Theme</vt:lpstr>
      <vt:lpstr>Research Impact  </vt:lpstr>
      <vt:lpstr>Thinking about the impact of your research</vt:lpstr>
      <vt:lpstr>Lack of agreement…</vt:lpstr>
      <vt:lpstr>The purpose of research?</vt:lpstr>
      <vt:lpstr>Context</vt:lpstr>
      <vt:lpstr>Defining Quality: Not all outputs count…</vt:lpstr>
      <vt:lpstr>Defining Quality: Not all outputs count…</vt:lpstr>
      <vt:lpstr>The purpose of management research?   Four positions</vt:lpstr>
      <vt:lpstr>Why should we invest in management research?</vt:lpstr>
      <vt:lpstr>PowerPoint Presentation</vt:lpstr>
      <vt:lpstr>Importance of external research evaluation</vt:lpstr>
      <vt:lpstr>Impact Framework: Reach and Significance</vt:lpstr>
      <vt:lpstr>Impact Types</vt:lpstr>
      <vt:lpstr>Examples of impact categories</vt:lpstr>
      <vt:lpstr>Back to you…</vt:lpstr>
      <vt:lpstr>Building your strategy</vt:lpstr>
      <vt:lpstr>Generating impact</vt:lpstr>
      <vt:lpstr>Danger!!! Engagement or Irrelevance?</vt:lpstr>
      <vt:lpstr>Pathways to Impact</vt:lpstr>
      <vt:lpstr>The future of research?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Research Impact</dc:title>
  <dc:creator>Ken Starkey</dc:creator>
  <cp:lastModifiedBy>Luis Torres-Retamal (staff)</cp:lastModifiedBy>
  <cp:revision>13</cp:revision>
  <cp:lastPrinted>2021-01-15T10:38:04Z</cp:lastPrinted>
  <dcterms:created xsi:type="dcterms:W3CDTF">2021-01-15T10:13:19Z</dcterms:created>
  <dcterms:modified xsi:type="dcterms:W3CDTF">2026-04-22T10:32:27Z</dcterms:modified>
</cp:coreProperties>
</file>