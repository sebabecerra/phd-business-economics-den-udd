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4" r:id="rId3"/>
    <p:sldId id="263" r:id="rId4"/>
    <p:sldId id="271" r:id="rId5"/>
    <p:sldId id="262" r:id="rId6"/>
    <p:sldId id="265" r:id="rId7"/>
    <p:sldId id="266" r:id="rId8"/>
    <p:sldId id="268" r:id="rId9"/>
    <p:sldId id="267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4ABCF2-5E38-4047-8A3A-17170122EF26}" v="30" dt="2026-03-04T19:30:00.6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2" d="100"/>
          <a:sy n="72" d="100"/>
        </p:scale>
        <p:origin x="789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Torres" userId="d0083da5-80e0-407a-8e2b-3b7dd858bc0f" providerId="ADAL" clId="{7EEDEFD5-4BCA-4016-BE06-9E58D10BB4F4}"/>
    <pc:docChg chg="undo redo custSel addSld delSld modSld sldOrd">
      <pc:chgData name="Luis Torres" userId="d0083da5-80e0-407a-8e2b-3b7dd858bc0f" providerId="ADAL" clId="{7EEDEFD5-4BCA-4016-BE06-9E58D10BB4F4}" dt="2026-03-04T19:30:00.651" v="2034" actId="1076"/>
      <pc:docMkLst>
        <pc:docMk/>
      </pc:docMkLst>
      <pc:sldChg chg="modSp mod">
        <pc:chgData name="Luis Torres" userId="d0083da5-80e0-407a-8e2b-3b7dd858bc0f" providerId="ADAL" clId="{7EEDEFD5-4BCA-4016-BE06-9E58D10BB4F4}" dt="2026-03-04T18:34:25.906" v="2000" actId="113"/>
        <pc:sldMkLst>
          <pc:docMk/>
          <pc:sldMk cId="3893749493" sldId="256"/>
        </pc:sldMkLst>
        <pc:spChg chg="mod">
          <ac:chgData name="Luis Torres" userId="d0083da5-80e0-407a-8e2b-3b7dd858bc0f" providerId="ADAL" clId="{7EEDEFD5-4BCA-4016-BE06-9E58D10BB4F4}" dt="2026-03-04T18:34:25.906" v="2000" actId="113"/>
          <ac:spMkLst>
            <pc:docMk/>
            <pc:sldMk cId="3893749493" sldId="256"/>
            <ac:spMk id="2" creationId="{8B6F294B-7DC9-49B1-2A8C-FC44ECD21FE3}"/>
          </ac:spMkLst>
        </pc:spChg>
        <pc:spChg chg="mod">
          <ac:chgData name="Luis Torres" userId="d0083da5-80e0-407a-8e2b-3b7dd858bc0f" providerId="ADAL" clId="{7EEDEFD5-4BCA-4016-BE06-9E58D10BB4F4}" dt="2026-03-04T17:37:26.326" v="68" actId="27636"/>
          <ac:spMkLst>
            <pc:docMk/>
            <pc:sldMk cId="3893749493" sldId="256"/>
            <ac:spMk id="3" creationId="{382A2E26-50C4-43CA-6A9E-094AE3EFB997}"/>
          </ac:spMkLst>
        </pc:spChg>
      </pc:sldChg>
      <pc:sldChg chg="modSp del mod">
        <pc:chgData name="Luis Torres" userId="d0083da5-80e0-407a-8e2b-3b7dd858bc0f" providerId="ADAL" clId="{7EEDEFD5-4BCA-4016-BE06-9E58D10BB4F4}" dt="2026-03-04T17:36:55.792" v="28" actId="47"/>
        <pc:sldMkLst>
          <pc:docMk/>
          <pc:sldMk cId="3365187976" sldId="257"/>
        </pc:sldMkLst>
      </pc:sldChg>
      <pc:sldChg chg="del">
        <pc:chgData name="Luis Torres" userId="d0083da5-80e0-407a-8e2b-3b7dd858bc0f" providerId="ADAL" clId="{7EEDEFD5-4BCA-4016-BE06-9E58D10BB4F4}" dt="2026-03-04T17:36:42.312" v="20" actId="47"/>
        <pc:sldMkLst>
          <pc:docMk/>
          <pc:sldMk cId="704658509" sldId="258"/>
        </pc:sldMkLst>
      </pc:sldChg>
      <pc:sldChg chg="del">
        <pc:chgData name="Luis Torres" userId="d0083da5-80e0-407a-8e2b-3b7dd858bc0f" providerId="ADAL" clId="{7EEDEFD5-4BCA-4016-BE06-9E58D10BB4F4}" dt="2026-03-04T17:36:42.895" v="22" actId="47"/>
        <pc:sldMkLst>
          <pc:docMk/>
          <pc:sldMk cId="2838283789" sldId="259"/>
        </pc:sldMkLst>
      </pc:sldChg>
      <pc:sldChg chg="del">
        <pc:chgData name="Luis Torres" userId="d0083da5-80e0-407a-8e2b-3b7dd858bc0f" providerId="ADAL" clId="{7EEDEFD5-4BCA-4016-BE06-9E58D10BB4F4}" dt="2026-03-04T17:36:43.812" v="23" actId="47"/>
        <pc:sldMkLst>
          <pc:docMk/>
          <pc:sldMk cId="880185825" sldId="260"/>
        </pc:sldMkLst>
      </pc:sldChg>
      <pc:sldChg chg="delSp del mod">
        <pc:chgData name="Luis Torres" userId="d0083da5-80e0-407a-8e2b-3b7dd858bc0f" providerId="ADAL" clId="{7EEDEFD5-4BCA-4016-BE06-9E58D10BB4F4}" dt="2026-03-04T18:00:55.806" v="830" actId="47"/>
        <pc:sldMkLst>
          <pc:docMk/>
          <pc:sldMk cId="1106897358" sldId="261"/>
        </pc:sldMkLst>
        <pc:picChg chg="del">
          <ac:chgData name="Luis Torres" userId="d0083da5-80e0-407a-8e2b-3b7dd858bc0f" providerId="ADAL" clId="{7EEDEFD5-4BCA-4016-BE06-9E58D10BB4F4}" dt="2026-03-04T17:36:47.197" v="27" actId="478"/>
          <ac:picMkLst>
            <pc:docMk/>
            <pc:sldMk cId="1106897358" sldId="261"/>
            <ac:picMk id="5" creationId="{CB6D83A7-D8C7-F667-A81C-2915963BA7AB}"/>
          </ac:picMkLst>
        </pc:picChg>
      </pc:sldChg>
      <pc:sldChg chg="del">
        <pc:chgData name="Luis Torres" userId="d0083da5-80e0-407a-8e2b-3b7dd858bc0f" providerId="ADAL" clId="{7EEDEFD5-4BCA-4016-BE06-9E58D10BB4F4}" dt="2026-03-04T17:36:42.006" v="19" actId="47"/>
        <pc:sldMkLst>
          <pc:docMk/>
          <pc:sldMk cId="842843927" sldId="262"/>
        </pc:sldMkLst>
      </pc:sldChg>
      <pc:sldChg chg="modSp new mod">
        <pc:chgData name="Luis Torres" userId="d0083da5-80e0-407a-8e2b-3b7dd858bc0f" providerId="ADAL" clId="{7EEDEFD5-4BCA-4016-BE06-9E58D10BB4F4}" dt="2026-03-04T18:34:41.110" v="2003" actId="113"/>
        <pc:sldMkLst>
          <pc:docMk/>
          <pc:sldMk cId="1949865567" sldId="262"/>
        </pc:sldMkLst>
        <pc:spChg chg="mod">
          <ac:chgData name="Luis Torres" userId="d0083da5-80e0-407a-8e2b-3b7dd858bc0f" providerId="ADAL" clId="{7EEDEFD5-4BCA-4016-BE06-9E58D10BB4F4}" dt="2026-03-04T18:34:41.110" v="2003" actId="113"/>
          <ac:spMkLst>
            <pc:docMk/>
            <pc:sldMk cId="1949865567" sldId="262"/>
            <ac:spMk id="2" creationId="{FB6AED43-E865-EA67-A326-F9EE95C529DD}"/>
          </ac:spMkLst>
        </pc:spChg>
        <pc:spChg chg="mod">
          <ac:chgData name="Luis Torres" userId="d0083da5-80e0-407a-8e2b-3b7dd858bc0f" providerId="ADAL" clId="{7EEDEFD5-4BCA-4016-BE06-9E58D10BB4F4}" dt="2026-03-04T18:33:10.859" v="1987" actId="948"/>
          <ac:spMkLst>
            <pc:docMk/>
            <pc:sldMk cId="1949865567" sldId="262"/>
            <ac:spMk id="3" creationId="{51AB284E-E085-0FE0-A5A7-4987204597C7}"/>
          </ac:spMkLst>
        </pc:spChg>
      </pc:sldChg>
      <pc:sldChg chg="del">
        <pc:chgData name="Luis Torres" userId="d0083da5-80e0-407a-8e2b-3b7dd858bc0f" providerId="ADAL" clId="{7EEDEFD5-4BCA-4016-BE06-9E58D10BB4F4}" dt="2026-03-04T17:36:42.626" v="21" actId="47"/>
        <pc:sldMkLst>
          <pc:docMk/>
          <pc:sldMk cId="3079266234" sldId="263"/>
        </pc:sldMkLst>
      </pc:sldChg>
      <pc:sldChg chg="modSp new mod">
        <pc:chgData name="Luis Torres" userId="d0083da5-80e0-407a-8e2b-3b7dd858bc0f" providerId="ADAL" clId="{7EEDEFD5-4BCA-4016-BE06-9E58D10BB4F4}" dt="2026-03-04T18:34:31.617" v="2001" actId="113"/>
        <pc:sldMkLst>
          <pc:docMk/>
          <pc:sldMk cId="3384827524" sldId="263"/>
        </pc:sldMkLst>
        <pc:spChg chg="mod">
          <ac:chgData name="Luis Torres" userId="d0083da5-80e0-407a-8e2b-3b7dd858bc0f" providerId="ADAL" clId="{7EEDEFD5-4BCA-4016-BE06-9E58D10BB4F4}" dt="2026-03-04T18:34:31.617" v="2001" actId="113"/>
          <ac:spMkLst>
            <pc:docMk/>
            <pc:sldMk cId="3384827524" sldId="263"/>
            <ac:spMk id="2" creationId="{5A67CE57-5851-E9BF-D206-E75745EE6730}"/>
          </ac:spMkLst>
        </pc:spChg>
        <pc:spChg chg="mod">
          <ac:chgData name="Luis Torres" userId="d0083da5-80e0-407a-8e2b-3b7dd858bc0f" providerId="ADAL" clId="{7EEDEFD5-4BCA-4016-BE06-9E58D10BB4F4}" dt="2026-03-04T17:48:44.916" v="640" actId="20577"/>
          <ac:spMkLst>
            <pc:docMk/>
            <pc:sldMk cId="3384827524" sldId="263"/>
            <ac:spMk id="3" creationId="{8A3EA955-B8AF-54B3-C2F7-FD41BC54B5CD}"/>
          </ac:spMkLst>
        </pc:spChg>
      </pc:sldChg>
      <pc:sldChg chg="addSp delSp modSp new mod ord">
        <pc:chgData name="Luis Torres" userId="d0083da5-80e0-407a-8e2b-3b7dd858bc0f" providerId="ADAL" clId="{7EEDEFD5-4BCA-4016-BE06-9E58D10BB4F4}" dt="2026-03-04T18:37:51.627" v="2015" actId="1076"/>
        <pc:sldMkLst>
          <pc:docMk/>
          <pc:sldMk cId="682334477" sldId="264"/>
        </pc:sldMkLst>
        <pc:spChg chg="mod">
          <ac:chgData name="Luis Torres" userId="d0083da5-80e0-407a-8e2b-3b7dd858bc0f" providerId="ADAL" clId="{7EEDEFD5-4BCA-4016-BE06-9E58D10BB4F4}" dt="2026-03-04T18:32:23.461" v="1986" actId="113"/>
          <ac:spMkLst>
            <pc:docMk/>
            <pc:sldMk cId="682334477" sldId="264"/>
            <ac:spMk id="2" creationId="{24123386-03BD-20AF-4D72-2E2542DC3A90}"/>
          </ac:spMkLst>
        </pc:spChg>
        <pc:spChg chg="del">
          <ac:chgData name="Luis Torres" userId="d0083da5-80e0-407a-8e2b-3b7dd858bc0f" providerId="ADAL" clId="{7EEDEFD5-4BCA-4016-BE06-9E58D10BB4F4}" dt="2026-03-04T18:14:17.073" v="883" actId="478"/>
          <ac:spMkLst>
            <pc:docMk/>
            <pc:sldMk cId="682334477" sldId="264"/>
            <ac:spMk id="3" creationId="{63B822A8-60F3-F161-1913-92B3091DFFB4}"/>
          </ac:spMkLst>
        </pc:spChg>
        <pc:spChg chg="add mod">
          <ac:chgData name="Luis Torres" userId="d0083da5-80e0-407a-8e2b-3b7dd858bc0f" providerId="ADAL" clId="{7EEDEFD5-4BCA-4016-BE06-9E58D10BB4F4}" dt="2026-03-04T18:29:39" v="1983" actId="1076"/>
          <ac:spMkLst>
            <pc:docMk/>
            <pc:sldMk cId="682334477" sldId="264"/>
            <ac:spMk id="6" creationId="{2C216AF9-6A70-0766-527D-6D6369379376}"/>
          </ac:spMkLst>
        </pc:spChg>
        <pc:spChg chg="add mod">
          <ac:chgData name="Luis Torres" userId="d0083da5-80e0-407a-8e2b-3b7dd858bc0f" providerId="ADAL" clId="{7EEDEFD5-4BCA-4016-BE06-9E58D10BB4F4}" dt="2026-03-04T18:37:51.627" v="2015" actId="1076"/>
          <ac:spMkLst>
            <pc:docMk/>
            <pc:sldMk cId="682334477" sldId="264"/>
            <ac:spMk id="7" creationId="{292B01B5-F93C-D864-A4CC-4681814E7BDC}"/>
          </ac:spMkLst>
        </pc:spChg>
        <pc:picChg chg="add mod">
          <ac:chgData name="Luis Torres" userId="d0083da5-80e0-407a-8e2b-3b7dd858bc0f" providerId="ADAL" clId="{7EEDEFD5-4BCA-4016-BE06-9E58D10BB4F4}" dt="2026-03-04T18:33:56.537" v="1999" actId="1038"/>
          <ac:picMkLst>
            <pc:docMk/>
            <pc:sldMk cId="682334477" sldId="264"/>
            <ac:picMk id="5" creationId="{832A11E7-5AC2-70A2-C0FB-7EBB9132A2E4}"/>
          </ac:picMkLst>
        </pc:picChg>
      </pc:sldChg>
      <pc:sldChg chg="del">
        <pc:chgData name="Luis Torres" userId="d0083da5-80e0-407a-8e2b-3b7dd858bc0f" providerId="ADAL" clId="{7EEDEFD5-4BCA-4016-BE06-9E58D10BB4F4}" dt="2026-03-04T17:36:44.232" v="25" actId="47"/>
        <pc:sldMkLst>
          <pc:docMk/>
          <pc:sldMk cId="3338304081" sldId="264"/>
        </pc:sldMkLst>
      </pc:sldChg>
      <pc:sldChg chg="del">
        <pc:chgData name="Luis Torres" userId="d0083da5-80e0-407a-8e2b-3b7dd858bc0f" providerId="ADAL" clId="{7EEDEFD5-4BCA-4016-BE06-9E58D10BB4F4}" dt="2026-03-04T17:36:45.096" v="26" actId="47"/>
        <pc:sldMkLst>
          <pc:docMk/>
          <pc:sldMk cId="444770827" sldId="265"/>
        </pc:sldMkLst>
      </pc:sldChg>
      <pc:sldChg chg="modSp new mod">
        <pc:chgData name="Luis Torres" userId="d0083da5-80e0-407a-8e2b-3b7dd858bc0f" providerId="ADAL" clId="{7EEDEFD5-4BCA-4016-BE06-9E58D10BB4F4}" dt="2026-03-04T18:34:55.670" v="2007" actId="27636"/>
        <pc:sldMkLst>
          <pc:docMk/>
          <pc:sldMk cId="3013901094" sldId="265"/>
        </pc:sldMkLst>
        <pc:spChg chg="mod">
          <ac:chgData name="Luis Torres" userId="d0083da5-80e0-407a-8e2b-3b7dd858bc0f" providerId="ADAL" clId="{7EEDEFD5-4BCA-4016-BE06-9E58D10BB4F4}" dt="2026-03-04T18:34:46.757" v="2005" actId="113"/>
          <ac:spMkLst>
            <pc:docMk/>
            <pc:sldMk cId="3013901094" sldId="265"/>
            <ac:spMk id="2" creationId="{2CDBA002-1FA7-3E8B-8E1F-F269B8BED3AD}"/>
          </ac:spMkLst>
        </pc:spChg>
        <pc:spChg chg="mod">
          <ac:chgData name="Luis Torres" userId="d0083da5-80e0-407a-8e2b-3b7dd858bc0f" providerId="ADAL" clId="{7EEDEFD5-4BCA-4016-BE06-9E58D10BB4F4}" dt="2026-03-04T18:34:55.670" v="2007" actId="27636"/>
          <ac:spMkLst>
            <pc:docMk/>
            <pc:sldMk cId="3013901094" sldId="265"/>
            <ac:spMk id="3" creationId="{EE2C89C2-AC52-45F0-B357-C6B95B9F0767}"/>
          </ac:spMkLst>
        </pc:spChg>
      </pc:sldChg>
      <pc:sldChg chg="addSp delSp modSp new mod">
        <pc:chgData name="Luis Torres" userId="d0083da5-80e0-407a-8e2b-3b7dd858bc0f" providerId="ADAL" clId="{7EEDEFD5-4BCA-4016-BE06-9E58D10BB4F4}" dt="2026-03-04T18:35:17.447" v="2010" actId="1076"/>
        <pc:sldMkLst>
          <pc:docMk/>
          <pc:sldMk cId="515255822" sldId="266"/>
        </pc:sldMkLst>
        <pc:spChg chg="mod">
          <ac:chgData name="Luis Torres" userId="d0083da5-80e0-407a-8e2b-3b7dd858bc0f" providerId="ADAL" clId="{7EEDEFD5-4BCA-4016-BE06-9E58D10BB4F4}" dt="2026-03-04T17:52:14.110" v="683" actId="20577"/>
          <ac:spMkLst>
            <pc:docMk/>
            <pc:sldMk cId="515255822" sldId="266"/>
            <ac:spMk id="2" creationId="{A9C964E4-D4F7-12B7-8C01-7BF135409529}"/>
          </ac:spMkLst>
        </pc:spChg>
        <pc:spChg chg="del">
          <ac:chgData name="Luis Torres" userId="d0083da5-80e0-407a-8e2b-3b7dd858bc0f" providerId="ADAL" clId="{7EEDEFD5-4BCA-4016-BE06-9E58D10BB4F4}" dt="2026-03-04T17:50:02.163" v="643" actId="478"/>
          <ac:spMkLst>
            <pc:docMk/>
            <pc:sldMk cId="515255822" sldId="266"/>
            <ac:spMk id="3" creationId="{E900F2E7-BD25-19B0-B73D-3373B2832ADD}"/>
          </ac:spMkLst>
        </pc:spChg>
        <pc:picChg chg="add mod modCrop">
          <ac:chgData name="Luis Torres" userId="d0083da5-80e0-407a-8e2b-3b7dd858bc0f" providerId="ADAL" clId="{7EEDEFD5-4BCA-4016-BE06-9E58D10BB4F4}" dt="2026-03-04T18:35:17.447" v="2010" actId="1076"/>
          <ac:picMkLst>
            <pc:docMk/>
            <pc:sldMk cId="515255822" sldId="266"/>
            <ac:picMk id="5" creationId="{66DCD89D-2B35-B1E9-273F-9A4239543DEF}"/>
          </ac:picMkLst>
        </pc:picChg>
        <pc:picChg chg="add mod modCrop">
          <ac:chgData name="Luis Torres" userId="d0083da5-80e0-407a-8e2b-3b7dd858bc0f" providerId="ADAL" clId="{7EEDEFD5-4BCA-4016-BE06-9E58D10BB4F4}" dt="2026-03-04T18:35:17.447" v="2010" actId="1076"/>
          <ac:picMkLst>
            <pc:docMk/>
            <pc:sldMk cId="515255822" sldId="266"/>
            <ac:picMk id="6" creationId="{34A1EACF-849C-635A-F257-122AA4B216FD}"/>
          </ac:picMkLst>
        </pc:picChg>
      </pc:sldChg>
      <pc:sldChg chg="del">
        <pc:chgData name="Luis Torres" userId="d0083da5-80e0-407a-8e2b-3b7dd858bc0f" providerId="ADAL" clId="{7EEDEFD5-4BCA-4016-BE06-9E58D10BB4F4}" dt="2026-03-04T17:36:44.018" v="24" actId="47"/>
        <pc:sldMkLst>
          <pc:docMk/>
          <pc:sldMk cId="4165647136" sldId="266"/>
        </pc:sldMkLst>
      </pc:sldChg>
      <pc:sldChg chg="modSp new mod">
        <pc:chgData name="Luis Torres" userId="d0083da5-80e0-407a-8e2b-3b7dd858bc0f" providerId="ADAL" clId="{7EEDEFD5-4BCA-4016-BE06-9E58D10BB4F4}" dt="2026-03-04T18:38:33.117" v="2019" actId="20577"/>
        <pc:sldMkLst>
          <pc:docMk/>
          <pc:sldMk cId="4267398494" sldId="267"/>
        </pc:sldMkLst>
        <pc:spChg chg="mod">
          <ac:chgData name="Luis Torres" userId="d0083da5-80e0-407a-8e2b-3b7dd858bc0f" providerId="ADAL" clId="{7EEDEFD5-4BCA-4016-BE06-9E58D10BB4F4}" dt="2026-03-04T17:52:38.876" v="694" actId="20577"/>
          <ac:spMkLst>
            <pc:docMk/>
            <pc:sldMk cId="4267398494" sldId="267"/>
            <ac:spMk id="2" creationId="{18B6D2C6-6667-7A4B-CD5C-8740CA5E9830}"/>
          </ac:spMkLst>
        </pc:spChg>
        <pc:spChg chg="mod">
          <ac:chgData name="Luis Torres" userId="d0083da5-80e0-407a-8e2b-3b7dd858bc0f" providerId="ADAL" clId="{7EEDEFD5-4BCA-4016-BE06-9E58D10BB4F4}" dt="2026-03-04T18:38:33.117" v="2019" actId="20577"/>
          <ac:spMkLst>
            <pc:docMk/>
            <pc:sldMk cId="4267398494" sldId="267"/>
            <ac:spMk id="3" creationId="{D26BFBE3-7BD4-19B8-F847-6B5A72827911}"/>
          </ac:spMkLst>
        </pc:spChg>
      </pc:sldChg>
      <pc:sldChg chg="modSp new mod">
        <pc:chgData name="Luis Torres" userId="d0083da5-80e0-407a-8e2b-3b7dd858bc0f" providerId="ADAL" clId="{7EEDEFD5-4BCA-4016-BE06-9E58D10BB4F4}" dt="2026-03-04T17:55:38.256" v="757" actId="113"/>
        <pc:sldMkLst>
          <pc:docMk/>
          <pc:sldMk cId="801621609" sldId="268"/>
        </pc:sldMkLst>
        <pc:spChg chg="mod">
          <ac:chgData name="Luis Torres" userId="d0083da5-80e0-407a-8e2b-3b7dd858bc0f" providerId="ADAL" clId="{7EEDEFD5-4BCA-4016-BE06-9E58D10BB4F4}" dt="2026-03-04T17:53:14.776" v="708" actId="20577"/>
          <ac:spMkLst>
            <pc:docMk/>
            <pc:sldMk cId="801621609" sldId="268"/>
            <ac:spMk id="2" creationId="{44B521B1-2488-A5DC-62BD-92E6BFBCD514}"/>
          </ac:spMkLst>
        </pc:spChg>
        <pc:spChg chg="mod">
          <ac:chgData name="Luis Torres" userId="d0083da5-80e0-407a-8e2b-3b7dd858bc0f" providerId="ADAL" clId="{7EEDEFD5-4BCA-4016-BE06-9E58D10BB4F4}" dt="2026-03-04T17:55:38.256" v="757" actId="113"/>
          <ac:spMkLst>
            <pc:docMk/>
            <pc:sldMk cId="801621609" sldId="268"/>
            <ac:spMk id="3" creationId="{0E43197D-13E0-3D5F-8C74-02F958EB9B4F}"/>
          </ac:spMkLst>
        </pc:spChg>
      </pc:sldChg>
      <pc:sldChg chg="addSp delSp modSp new mod">
        <pc:chgData name="Luis Torres" userId="d0083da5-80e0-407a-8e2b-3b7dd858bc0f" providerId="ADAL" clId="{7EEDEFD5-4BCA-4016-BE06-9E58D10BB4F4}" dt="2026-03-04T18:02:11.866" v="882" actId="27614"/>
        <pc:sldMkLst>
          <pc:docMk/>
          <pc:sldMk cId="2536269382" sldId="269"/>
        </pc:sldMkLst>
        <pc:spChg chg="mod">
          <ac:chgData name="Luis Torres" userId="d0083da5-80e0-407a-8e2b-3b7dd858bc0f" providerId="ADAL" clId="{7EEDEFD5-4BCA-4016-BE06-9E58D10BB4F4}" dt="2026-03-04T18:00:20.116" v="825" actId="14100"/>
          <ac:spMkLst>
            <pc:docMk/>
            <pc:sldMk cId="2536269382" sldId="269"/>
            <ac:spMk id="2" creationId="{68F2BD3B-3049-4B85-9F3D-F7E79BF5B5D0}"/>
          </ac:spMkLst>
        </pc:spChg>
        <pc:spChg chg="mod">
          <ac:chgData name="Luis Torres" userId="d0083da5-80e0-407a-8e2b-3b7dd858bc0f" providerId="ADAL" clId="{7EEDEFD5-4BCA-4016-BE06-9E58D10BB4F4}" dt="2026-03-04T18:00:25.880" v="827" actId="14100"/>
          <ac:spMkLst>
            <pc:docMk/>
            <pc:sldMk cId="2536269382" sldId="269"/>
            <ac:spMk id="3" creationId="{89177599-2A67-66B6-6576-38C7AFF1E753}"/>
          </ac:spMkLst>
        </pc:spChg>
        <pc:picChg chg="add del mod">
          <ac:chgData name="Luis Torres" userId="d0083da5-80e0-407a-8e2b-3b7dd858bc0f" providerId="ADAL" clId="{7EEDEFD5-4BCA-4016-BE06-9E58D10BB4F4}" dt="2026-03-04T18:01:30.537" v="878" actId="478"/>
          <ac:picMkLst>
            <pc:docMk/>
            <pc:sldMk cId="2536269382" sldId="269"/>
            <ac:picMk id="5" creationId="{79A63886-5A27-324A-4DED-E64DA1DF6D7F}"/>
          </ac:picMkLst>
        </pc:picChg>
        <pc:picChg chg="add mod">
          <ac:chgData name="Luis Torres" userId="d0083da5-80e0-407a-8e2b-3b7dd858bc0f" providerId="ADAL" clId="{7EEDEFD5-4BCA-4016-BE06-9E58D10BB4F4}" dt="2026-03-04T18:02:11.866" v="882" actId="27614"/>
          <ac:picMkLst>
            <pc:docMk/>
            <pc:sldMk cId="2536269382" sldId="269"/>
            <ac:picMk id="7" creationId="{5A3302A6-9DE6-1F3C-6807-3A517CE667FC}"/>
          </ac:picMkLst>
        </pc:picChg>
      </pc:sldChg>
      <pc:sldChg chg="modSp add mod">
        <pc:chgData name="Luis Torres" userId="d0083da5-80e0-407a-8e2b-3b7dd858bc0f" providerId="ADAL" clId="{7EEDEFD5-4BCA-4016-BE06-9E58D10BB4F4}" dt="2026-03-04T18:38:42.167" v="2020" actId="113"/>
        <pc:sldMkLst>
          <pc:docMk/>
          <pc:sldMk cId="1187706570" sldId="270"/>
        </pc:sldMkLst>
        <pc:spChg chg="mod">
          <ac:chgData name="Luis Torres" userId="d0083da5-80e0-407a-8e2b-3b7dd858bc0f" providerId="ADAL" clId="{7EEDEFD5-4BCA-4016-BE06-9E58D10BB4F4}" dt="2026-03-04T18:38:42.167" v="2020" actId="113"/>
          <ac:spMkLst>
            <pc:docMk/>
            <pc:sldMk cId="1187706570" sldId="270"/>
            <ac:spMk id="2" creationId="{EF8D12E7-CACF-3AB4-5576-BE9DF14704CE}"/>
          </ac:spMkLst>
        </pc:spChg>
      </pc:sldChg>
      <pc:sldChg chg="addSp delSp modSp new mod">
        <pc:chgData name="Luis Torres" userId="d0083da5-80e0-407a-8e2b-3b7dd858bc0f" providerId="ADAL" clId="{7EEDEFD5-4BCA-4016-BE06-9E58D10BB4F4}" dt="2026-03-04T19:30:00.651" v="2034" actId="1076"/>
        <pc:sldMkLst>
          <pc:docMk/>
          <pc:sldMk cId="113892315" sldId="271"/>
        </pc:sldMkLst>
        <pc:spChg chg="del">
          <ac:chgData name="Luis Torres" userId="d0083da5-80e0-407a-8e2b-3b7dd858bc0f" providerId="ADAL" clId="{7EEDEFD5-4BCA-4016-BE06-9E58D10BB4F4}" dt="2026-03-04T19:29:55.240" v="2031" actId="478"/>
          <ac:spMkLst>
            <pc:docMk/>
            <pc:sldMk cId="113892315" sldId="271"/>
            <ac:spMk id="2" creationId="{656665D0-C8FC-182E-B9B9-8E7AD4DEC625}"/>
          </ac:spMkLst>
        </pc:spChg>
        <pc:spChg chg="del">
          <ac:chgData name="Luis Torres" userId="d0083da5-80e0-407a-8e2b-3b7dd858bc0f" providerId="ADAL" clId="{7EEDEFD5-4BCA-4016-BE06-9E58D10BB4F4}" dt="2026-03-04T19:29:47.359" v="2027" actId="478"/>
          <ac:spMkLst>
            <pc:docMk/>
            <pc:sldMk cId="113892315" sldId="271"/>
            <ac:spMk id="3" creationId="{10ABC335-C836-5311-1A09-6D4D3F108AFF}"/>
          </ac:spMkLst>
        </pc:spChg>
        <pc:picChg chg="add del">
          <ac:chgData name="Luis Torres" userId="d0083da5-80e0-407a-8e2b-3b7dd858bc0f" providerId="ADAL" clId="{7EEDEFD5-4BCA-4016-BE06-9E58D10BB4F4}" dt="2026-03-04T19:23:18.563" v="2023" actId="478"/>
          <ac:picMkLst>
            <pc:docMk/>
            <pc:sldMk cId="113892315" sldId="271"/>
            <ac:picMk id="1026" creationId="{B0BF8AE8-47CA-8220-8824-47197DABDB6A}"/>
          </ac:picMkLst>
        </pc:picChg>
        <pc:picChg chg="add mod">
          <ac:chgData name="Luis Torres" userId="d0083da5-80e0-407a-8e2b-3b7dd858bc0f" providerId="ADAL" clId="{7EEDEFD5-4BCA-4016-BE06-9E58D10BB4F4}" dt="2026-03-04T19:30:00.651" v="2034" actId="1076"/>
          <ac:picMkLst>
            <pc:docMk/>
            <pc:sldMk cId="113892315" sldId="271"/>
            <ac:picMk id="1028" creationId="{19B989B9-6BD3-4E87-D8B5-B819D64859F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C2776-69E9-4827-8FB0-CAA3E906A7E4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C50EC9-06D2-4BC6-B300-D86F07C803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147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C50EC9-06D2-4BC6-B300-D86F07C8037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039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91FD8-228D-45D2-F4DF-3956F6B96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5D9984-7DCE-524E-53E1-AD41513E8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6364D-8BFD-0A93-D54B-08B7171D2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BD282-73A9-770C-E7C7-6226C01D6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212E2-7B13-4835-87CE-2BEA1FD2E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400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D080D-903E-5561-B736-7A49DD7F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29354-7830-C388-E3B6-500019369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15749-D04F-0264-BE57-3719400E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93A5F-64CE-4D8E-2080-0C0680664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01B68-91A0-3F50-E90E-851057CB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060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AACB5-6607-5FE6-9603-09AA9FD79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9C150-D282-FA1A-4FC4-E15C71F38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FADC2-148B-E644-D7DC-3A489E020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2CB95-716F-2C11-0447-60985A146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56A9C-9A71-5351-46A8-439EB78F7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89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12B90-6474-4523-3BD9-B365F2092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FCEA5-4EFA-5258-A624-F6EA767EC1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FD77A-9877-5A38-54D8-8D6F153DE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89EE2-F969-B4AA-267F-9076B1D08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F9156-08F4-34DC-F2C8-4CD099F6A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69098-116F-5CE1-D54F-38EA39B06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585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5F7C7-2A30-6CFD-3FA5-546BB72DC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76A49-54F9-037F-DC06-8DC750599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B7625-C95E-C7F2-513D-D91C9D61F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1C4E4A-5FC0-FBDE-A358-EAB88966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1B2968-D248-0212-9A53-8CC04C08C6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D02CA5-B7FB-E561-BAFE-2EC139B8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D31292-BB77-80E7-D8E4-47FBCCA96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3BA356-2359-B590-9AED-7E77DE823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77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FBBA1-0793-0D44-AF62-89C0A1D65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6E3014-F4C7-236C-1F92-08CDD0AD5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FB4227-AD7E-3844-6235-C14D8F8F6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F270D9-DCA8-6664-5D0E-7A2122DBA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0422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57C13C-1060-9D70-621B-8B5D52D1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1A35B8-E85E-89CC-2B6E-56C416645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77EC8-615B-92AE-426B-8398C0EE7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6845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1BDC1-C498-6317-7C04-E121C5ACA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32D61-374E-28F2-1A83-BA498F7B5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AFA52-0195-BCB5-10A4-EA175E638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2C8BE-6D6B-F5B0-759F-C91B3B528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E5447-FF87-E549-EB0C-19F7EA9BB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C5345-6456-E40B-FD75-6208CC941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3157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E81F1-2F15-BAB8-9EB5-6B458B5A7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BB8A0E-BDD0-CBBB-68A2-5C408F5EEF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8996E-6F95-464C-EBAF-16A024BD2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DA288-FD97-73F1-DCB2-2D60B8FB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35728-39C4-9679-BE33-89C7E65D6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D9600-0A19-1B1A-E405-4146B7724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09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5B810-DE01-22B9-75DE-CA0BD74ED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0F69AA-3225-8599-AB49-04C7F0DE5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9FCE3-2054-6110-9C85-B2BA9F71C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BB98F-B55F-CDE4-9BAF-A0C67C76F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22341-F796-24C3-E10B-63837367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6806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7DB971-8145-793A-9684-EF02A56F8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E4901C-B164-8A10-8E0D-11629364E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A34E6-592E-AE46-5CBD-D3DD938F4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70C8D-A5F8-484D-A42B-6A1C55BA86E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2E37D-2CCB-CDFA-72BF-CB92E355B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86B89-F112-6384-C909-24FC1DC5C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584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4DF7FE-61AB-001F-D2D8-E0EEB3408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3C15A-3066-8DFC-5812-80DB4E344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6B1E9-932F-07D7-228A-0FA1E1DEE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70C8D-A5F8-484D-A42B-6A1C55BA86EA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68190-275F-B3AD-29A9-46EA62FDD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36061-BFA9-C2E4-33E8-CECFF3CBD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AD33C2-9678-45FF-A777-7DEE0AD52B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9829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F294B-7DC9-49B1-2A8C-FC44ECD21F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Welcome to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2A2E26-50C4-43CA-6A9E-094AE3EFB9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GB" dirty="0"/>
          </a:p>
          <a:p>
            <a:r>
              <a:rPr lang="en-GB" dirty="0"/>
              <a:t>PhD in Business Economics </a:t>
            </a:r>
          </a:p>
          <a:p>
            <a:endParaRPr lang="en-GB" dirty="0"/>
          </a:p>
          <a:p>
            <a:r>
              <a:rPr lang="en-GB" dirty="0"/>
              <a:t>Luis D. Torres, PhD.</a:t>
            </a:r>
          </a:p>
        </p:txBody>
      </p:sp>
    </p:spTree>
    <p:extLst>
      <p:ext uri="{BB962C8B-B14F-4D97-AF65-F5344CB8AC3E}">
        <p14:creationId xmlns:p14="http://schemas.microsoft.com/office/powerpoint/2010/main" val="3893749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3386-03BD-20AF-4D72-2E2542DC3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b="1" dirty="0"/>
              <a:t>Empecemos</a:t>
            </a:r>
            <a:r>
              <a:rPr lang="en-GB" b="1" dirty="0"/>
              <a:t> con introducciones</a:t>
            </a:r>
          </a:p>
        </p:txBody>
      </p:sp>
      <p:pic>
        <p:nvPicPr>
          <p:cNvPr id="5" name="Picture 4" descr="The image is a map of the world highlighting various countries, including major continents like Asia, Europe, and Africa, as well as some countries from other continents.&#10;&#10;AI-generated content may be incorrect.">
            <a:extLst>
              <a:ext uri="{FF2B5EF4-FFF2-40B4-BE49-F238E27FC236}">
                <a16:creationId xmlns:a16="http://schemas.microsoft.com/office/drawing/2014/main" id="{832A11E7-5AC2-70A2-C0FB-7EBB9132A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451" y="1896995"/>
            <a:ext cx="7474223" cy="393727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216AF9-6A70-0766-527D-6D6369379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613" y="4849255"/>
            <a:ext cx="6246579" cy="192819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419" sz="1200" b="1" dirty="0"/>
              <a:t>Educación </a:t>
            </a:r>
          </a:p>
          <a:p>
            <a:pPr marL="92075" indent="-92075" algn="just">
              <a:lnSpc>
                <a:spcPct val="100000"/>
              </a:lnSpc>
              <a:spcBef>
                <a:spcPts val="0"/>
              </a:spcBef>
            </a:pPr>
            <a:r>
              <a:rPr lang="es-419" sz="1200" b="1" dirty="0"/>
              <a:t>Doctor en Management</a:t>
            </a:r>
            <a:r>
              <a:rPr lang="es-419" sz="1200" dirty="0"/>
              <a:t>, Universidad de Nottingham</a:t>
            </a:r>
          </a:p>
          <a:p>
            <a:pPr marL="92075" indent="-92075" algn="just">
              <a:lnSpc>
                <a:spcPct val="100000"/>
              </a:lnSpc>
              <a:spcBef>
                <a:spcPts val="0"/>
              </a:spcBef>
            </a:pPr>
            <a:r>
              <a:rPr lang="es-419" sz="1200" b="1" dirty="0"/>
              <a:t>Magister en Legislación Ambiental y Sostenibilidad</a:t>
            </a:r>
            <a:r>
              <a:rPr lang="es-419" sz="1200" dirty="0"/>
              <a:t>, Universidad de Castilla-La Mancha</a:t>
            </a:r>
          </a:p>
          <a:p>
            <a:pPr marL="92075" indent="-92075" algn="just">
              <a:lnSpc>
                <a:spcPct val="100000"/>
              </a:lnSpc>
              <a:spcBef>
                <a:spcPts val="0"/>
              </a:spcBef>
            </a:pPr>
            <a:r>
              <a:rPr lang="es-419" sz="1200" b="1" dirty="0"/>
              <a:t>Magister en Recursos Humanos</a:t>
            </a:r>
            <a:r>
              <a:rPr lang="es-419" sz="1200" dirty="0"/>
              <a:t>, Universidad de Barcelona</a:t>
            </a:r>
          </a:p>
          <a:p>
            <a:pPr marL="92075" indent="-92075" algn="just">
              <a:lnSpc>
                <a:spcPct val="100000"/>
              </a:lnSpc>
              <a:spcBef>
                <a:spcPts val="0"/>
              </a:spcBef>
            </a:pPr>
            <a:r>
              <a:rPr lang="es-419" sz="1200" b="1" dirty="0"/>
              <a:t>Postítulo en Educación Universitaria</a:t>
            </a:r>
            <a:r>
              <a:rPr lang="es-419" sz="1200" dirty="0"/>
              <a:t>, Universidad de Nottingham</a:t>
            </a:r>
          </a:p>
          <a:p>
            <a:pPr marL="92075" indent="-92075" algn="just">
              <a:lnSpc>
                <a:spcPct val="100000"/>
              </a:lnSpc>
              <a:spcBef>
                <a:spcPts val="0"/>
              </a:spcBef>
            </a:pPr>
            <a:r>
              <a:rPr lang="es-419" sz="1200" dirty="0"/>
              <a:t>Licenciado en </a:t>
            </a:r>
            <a:r>
              <a:rPr lang="es-419" sz="1200" b="1" dirty="0"/>
              <a:t>Psicología Organizacional, </a:t>
            </a:r>
            <a:r>
              <a:rPr lang="es-419" sz="1200" dirty="0"/>
              <a:t>Universidad de Talca.</a:t>
            </a:r>
            <a:endParaRPr lang="es-419" sz="1200" b="1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419" sz="12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419" sz="1200" b="1" dirty="0"/>
              <a:t>Otros:</a:t>
            </a:r>
          </a:p>
          <a:p>
            <a:pPr marL="92075" indent="-92075" algn="just">
              <a:lnSpc>
                <a:spcPct val="100000"/>
              </a:lnSpc>
              <a:spcBef>
                <a:spcPts val="0"/>
              </a:spcBef>
            </a:pPr>
            <a:r>
              <a:rPr lang="es-419" sz="1200" dirty="0"/>
              <a:t>Certificado profesional en Ciencia de Datos, Universidad de Harvard </a:t>
            </a:r>
          </a:p>
          <a:p>
            <a:pPr marL="92075" indent="-92075" algn="just">
              <a:lnSpc>
                <a:spcPct val="100000"/>
              </a:lnSpc>
              <a:spcBef>
                <a:spcPts val="0"/>
              </a:spcBef>
            </a:pPr>
            <a:r>
              <a:rPr lang="es-419" sz="1200" dirty="0"/>
              <a:t>Certificado en Análisis Financiero, Universidad de Oxford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2B01B5-F93C-D864-A4CC-4681814E7BDC}"/>
              </a:ext>
            </a:extLst>
          </p:cNvPr>
          <p:cNvSpPr txBox="1">
            <a:spLocks/>
          </p:cNvSpPr>
          <p:nvPr/>
        </p:nvSpPr>
        <p:spPr>
          <a:xfrm>
            <a:off x="253613" y="1630014"/>
            <a:ext cx="4119604" cy="293535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s-419" sz="1400" b="1" dirty="0"/>
              <a:t>Profesor Investigador</a:t>
            </a:r>
            <a:r>
              <a:rPr lang="es-419" sz="1400" dirty="0"/>
              <a:t>, Universidad del Desarrollo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s-419" sz="1400" b="1" dirty="0"/>
              <a:t>Profesor Asociado</a:t>
            </a:r>
            <a:r>
              <a:rPr lang="es-419" sz="1400" dirty="0"/>
              <a:t>, Universidad de Nottingham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s-419" sz="1400" b="1" dirty="0"/>
              <a:t>Director Financiero </a:t>
            </a:r>
            <a:r>
              <a:rPr lang="es-419" sz="1400" dirty="0"/>
              <a:t>para la Academia Europea de Psicología Ocupacional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s-419" sz="1400" b="1" dirty="0"/>
              <a:t>Consultor en Ciencia de Datos </a:t>
            </a:r>
            <a:r>
              <a:rPr lang="es-419" sz="1400" dirty="0"/>
              <a:t>para las Naciones Unidas (ACNUR, UNICEF, FAO, OIT, Banco Mundial)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s-419" sz="1400" b="1" dirty="0"/>
              <a:t>Consultor en Inteligencia de Datos </a:t>
            </a:r>
            <a:r>
              <a:rPr lang="es-419" sz="1400" dirty="0"/>
              <a:t>para la </a:t>
            </a:r>
            <a:r>
              <a:rPr lang="es-ES" sz="1400" dirty="0"/>
              <a:t>Agencia Europea para la Seguridad y Salud en el Trabajo (EU-OSHA)</a:t>
            </a:r>
            <a:endParaRPr lang="es-419" sz="1400" dirty="0"/>
          </a:p>
        </p:txBody>
      </p:sp>
    </p:spTree>
    <p:extLst>
      <p:ext uri="{BB962C8B-B14F-4D97-AF65-F5344CB8AC3E}">
        <p14:creationId xmlns:p14="http://schemas.microsoft.com/office/powerpoint/2010/main" val="682334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7CE57-5851-E9BF-D206-E75745EE6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/>
              <a:t>Empecemos con introducciones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EA955-B8AF-54B3-C2F7-FD41BC54B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¿</a:t>
            </a:r>
            <a:r>
              <a:rPr lang="es-CL" noProof="0" dirty="0"/>
              <a:t>Quién eres? </a:t>
            </a:r>
          </a:p>
          <a:p>
            <a:endParaRPr lang="es-CL" noProof="0" dirty="0"/>
          </a:p>
          <a:p>
            <a:r>
              <a:rPr lang="en-GB" noProof="0" dirty="0"/>
              <a:t>¿</a:t>
            </a:r>
            <a:r>
              <a:rPr lang="es-CL" noProof="0" dirty="0"/>
              <a:t>Cuál es tu área de </a:t>
            </a:r>
            <a:r>
              <a:rPr lang="es-CL" noProof="0" dirty="0" err="1"/>
              <a:t>expertise</a:t>
            </a:r>
            <a:r>
              <a:rPr lang="es-CL" noProof="0" dirty="0"/>
              <a:t>?</a:t>
            </a:r>
          </a:p>
          <a:p>
            <a:endParaRPr lang="es-CL" noProof="0" dirty="0"/>
          </a:p>
          <a:p>
            <a:r>
              <a:rPr lang="en-GB" noProof="0" dirty="0"/>
              <a:t>¿</a:t>
            </a:r>
            <a:r>
              <a:rPr lang="es-CL" noProof="0" dirty="0"/>
              <a:t>Por qué estudias un doctorado?</a:t>
            </a:r>
          </a:p>
          <a:p>
            <a:endParaRPr lang="es-CL" noProof="0" dirty="0"/>
          </a:p>
          <a:p>
            <a:r>
              <a:rPr lang="en-GB" noProof="0" dirty="0"/>
              <a:t>¿</a:t>
            </a:r>
            <a:r>
              <a:rPr lang="es-CL" noProof="0" dirty="0"/>
              <a:t>Cuál es tu idea preliminar de investigación? </a:t>
            </a:r>
          </a:p>
        </p:txBody>
      </p:sp>
    </p:spTree>
    <p:extLst>
      <p:ext uri="{BB962C8B-B14F-4D97-AF65-F5344CB8AC3E}">
        <p14:creationId xmlns:p14="http://schemas.microsoft.com/office/powerpoint/2010/main" val="3384827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19B989B9-6BD3-4E87-D8B5-B819D6485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84" y="1002760"/>
            <a:ext cx="11198032" cy="485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892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AED43-E865-EA67-A326-F9EE95C52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b="1" dirty="0"/>
              <a:t>El curso se basa en tres pilares:</a:t>
            </a:r>
            <a:endParaRPr lang="en-GB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B284E-E085-0FE0-A5A7-498720459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s-ES" b="1" dirty="0"/>
              <a:t>Relación entre </a:t>
            </a:r>
            <a:r>
              <a:rPr lang="es-ES" b="1" dirty="0" err="1"/>
              <a:t>management</a:t>
            </a:r>
            <a:r>
              <a:rPr lang="es-ES" b="1" dirty="0"/>
              <a:t>, organizaciones y sociedad</a:t>
            </a:r>
            <a:r>
              <a:rPr lang="es-ES" dirty="0"/>
              <a:t>.  Cada teoría de la organización surge de contextos sociohistóricos específicos, generalmente en respuesta a cuestiones sociales, económicas y políticas clave del período. 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s-ES" b="1" dirty="0"/>
              <a:t>Cada perspectiva teórica es simultáneamente una forma de ver y también una forma de omitir. </a:t>
            </a:r>
            <a:r>
              <a:rPr lang="es-ES" dirty="0"/>
              <a:t>Las teorías de la organización hacen suposiciones particulares sobre cuestiones como la sociedad, la naturaleza humana, la división del trabajo, el rol de las organizaciones, otros. 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s-ES" b="1" dirty="0"/>
              <a:t>Las teorías de la organización informan la investigación organizacional </a:t>
            </a:r>
            <a:r>
              <a:rPr lang="es-ES" dirty="0"/>
              <a:t>y nos entregan herramientas para fortalecer nuestra capacidad para generar un impacto positivo en las organizaciones y la sociedad en general.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9865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A002-1FA7-3E8B-8E1F-F269B8BED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 err="1"/>
              <a:t>Objetivos</a:t>
            </a:r>
            <a:r>
              <a:rPr lang="en-GB" sz="4000" b="1" dirty="0"/>
              <a:t> de </a:t>
            </a:r>
            <a:r>
              <a:rPr lang="en-GB" sz="4000" b="1" dirty="0" err="1"/>
              <a:t>aprendizaje</a:t>
            </a:r>
            <a:endParaRPr lang="en-GB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C89C2-AC52-45F0-B357-C6B95B9F0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>
              <a:lnSpc>
                <a:spcPct val="110000"/>
              </a:lnSpc>
              <a:spcAft>
                <a:spcPts val="1200"/>
              </a:spcAft>
            </a:pPr>
            <a:r>
              <a:rPr lang="es-CL" dirty="0"/>
              <a:t>Identificar y describir una variedad de cuestiones teóricas relevantes para la investigación en organizaciones.</a:t>
            </a:r>
            <a:endParaRPr lang="en-GB" dirty="0"/>
          </a:p>
          <a:p>
            <a:pPr lvl="0">
              <a:lnSpc>
                <a:spcPct val="110000"/>
              </a:lnSpc>
              <a:spcAft>
                <a:spcPts val="1200"/>
              </a:spcAft>
            </a:pPr>
            <a:r>
              <a:rPr lang="es-CL" dirty="0"/>
              <a:t>Evaluar críticamente perspectivas clave en teoría organizacional.</a:t>
            </a:r>
            <a:endParaRPr lang="en-GB" dirty="0"/>
          </a:p>
          <a:p>
            <a:pPr lvl="0">
              <a:lnSpc>
                <a:spcPct val="110000"/>
              </a:lnSpc>
              <a:spcAft>
                <a:spcPts val="1200"/>
              </a:spcAft>
            </a:pPr>
            <a:r>
              <a:rPr lang="es-CL" dirty="0"/>
              <a:t>Analizar problemas organizacionales, preparar argumentos, y presentar ideas de forma clara utilizando enfoques teóricos relevantes.</a:t>
            </a:r>
            <a:endParaRPr lang="en-GB" dirty="0"/>
          </a:p>
          <a:p>
            <a:pPr lvl="0">
              <a:lnSpc>
                <a:spcPct val="110000"/>
              </a:lnSpc>
              <a:spcAft>
                <a:spcPts val="1200"/>
              </a:spcAft>
            </a:pPr>
            <a:r>
              <a:rPr lang="es-CL" dirty="0"/>
              <a:t>Evaluar la idoneidad de los enfoques teóricos para abordar preguntas de investigación emergentes.</a:t>
            </a:r>
            <a:endParaRPr lang="en-GB" dirty="0"/>
          </a:p>
          <a:p>
            <a:pPr lvl="0">
              <a:lnSpc>
                <a:spcPct val="110000"/>
              </a:lnSpc>
              <a:spcAft>
                <a:spcPts val="1200"/>
              </a:spcAft>
            </a:pPr>
            <a:r>
              <a:rPr lang="es-CL" dirty="0"/>
              <a:t>Reconocer oportunidades para generar impacto dentro y fuera de la academia (</a:t>
            </a:r>
            <a:r>
              <a:rPr lang="es-CL" dirty="0" err="1"/>
              <a:t>impact</a:t>
            </a:r>
            <a:r>
              <a:rPr lang="es-CL" dirty="0"/>
              <a:t> </a:t>
            </a:r>
            <a:r>
              <a:rPr lang="es-CL" dirty="0" err="1"/>
              <a:t>pathways</a:t>
            </a:r>
            <a:r>
              <a:rPr lang="es-CL" dirty="0"/>
              <a:t>).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3901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964E4-D4F7-12B7-8C01-7BF135409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Contenidos</a:t>
            </a:r>
            <a:endParaRPr lang="en-GB" dirty="0"/>
          </a:p>
        </p:txBody>
      </p:sp>
      <p:pic>
        <p:nvPicPr>
          <p:cNvPr id="5" name="Picture 4" descr="The image is a structured outline or syllabus for an educational course on Organizational Theory, detailing various themes and theories under different units.&#10;&#10;AI-generated content may be incorrect.">
            <a:extLst>
              <a:ext uri="{FF2B5EF4-FFF2-40B4-BE49-F238E27FC236}">
                <a16:creationId xmlns:a16="http://schemas.microsoft.com/office/drawing/2014/main" id="{66DCD89D-2B35-B1E9-273F-9A4239543D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88" b="48007"/>
          <a:stretch>
            <a:fillRect/>
          </a:stretch>
        </p:blipFill>
        <p:spPr>
          <a:xfrm>
            <a:off x="304799" y="1898729"/>
            <a:ext cx="5968698" cy="3985849"/>
          </a:xfrm>
          <a:prstGeom prst="rect">
            <a:avLst/>
          </a:prstGeom>
        </p:spPr>
      </p:pic>
      <p:pic>
        <p:nvPicPr>
          <p:cNvPr id="6" name="Picture 5" descr="The image is a structured outline or syllabus for an educational course on Organizational Theory, detailing various themes and theories under different units.&#10;&#10;AI-generated content may be incorrect.">
            <a:extLst>
              <a:ext uri="{FF2B5EF4-FFF2-40B4-BE49-F238E27FC236}">
                <a16:creationId xmlns:a16="http://schemas.microsoft.com/office/drawing/2014/main" id="{34A1EACF-849C-635A-F257-122AA4B216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59" t="51557" r="9168"/>
          <a:stretch>
            <a:fillRect/>
          </a:stretch>
        </p:blipFill>
        <p:spPr>
          <a:xfrm>
            <a:off x="6573077" y="2010760"/>
            <a:ext cx="5499653" cy="376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255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521B1-2488-A5DC-62BD-92E6BFBCD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Metodología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3197D-13E0-3D5F-8C74-02F958EB9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20000"/>
              </a:lnSpc>
              <a:spcAft>
                <a:spcPts val="1200"/>
              </a:spcAft>
            </a:pPr>
            <a:r>
              <a:rPr lang="es-CL" u="sng" dirty="0"/>
              <a:t>Todas las actividades del curso se realizarán en inglés (menos esta introducción). </a:t>
            </a:r>
            <a:endParaRPr lang="en-GB" dirty="0"/>
          </a:p>
          <a:p>
            <a:pPr algn="just">
              <a:lnSpc>
                <a:spcPct val="120000"/>
              </a:lnSpc>
              <a:spcAft>
                <a:spcPts val="1200"/>
              </a:spcAft>
            </a:pPr>
            <a:r>
              <a:rPr lang="es-CL" b="1" dirty="0"/>
              <a:t>Este curso tiene formato de mesa redonda (</a:t>
            </a:r>
            <a:r>
              <a:rPr lang="es-CL" b="1" i="1" dirty="0" err="1"/>
              <a:t>roundtable</a:t>
            </a:r>
            <a:r>
              <a:rPr lang="es-CL" b="1" i="1" dirty="0"/>
              <a:t> </a:t>
            </a:r>
            <a:r>
              <a:rPr lang="es-CL" b="1" i="1" dirty="0" err="1"/>
              <a:t>discussion</a:t>
            </a:r>
            <a:r>
              <a:rPr lang="es-CL" b="1" dirty="0"/>
              <a:t>). </a:t>
            </a:r>
            <a:r>
              <a:rPr lang="es-CL" dirty="0"/>
              <a:t>Las actividades principales incluirán una discusión crítica de las unidades y cómo estas se relacionan con nuestras propias actividades de investigación incipientes y en curso.</a:t>
            </a:r>
            <a:endParaRPr lang="en-GB" dirty="0"/>
          </a:p>
          <a:p>
            <a:pPr algn="just">
              <a:lnSpc>
                <a:spcPct val="120000"/>
              </a:lnSpc>
              <a:spcAft>
                <a:spcPts val="1200"/>
              </a:spcAft>
            </a:pPr>
            <a:r>
              <a:rPr lang="es-CL" b="1" dirty="0"/>
              <a:t>Desde la segunda clase se espera que cada estudiante prepare un comentario del tema asignado</a:t>
            </a:r>
            <a:r>
              <a:rPr lang="es-CL" dirty="0"/>
              <a:t> apoyándose en el material de clases y otros artículos que el estudiante considere útil para facilitar su comprensión del tema. Los temas serán asignados cada semana.</a:t>
            </a:r>
            <a:endParaRPr lang="en-GB" dirty="0"/>
          </a:p>
          <a:p>
            <a:pPr algn="just">
              <a:lnSpc>
                <a:spcPct val="120000"/>
              </a:lnSpc>
              <a:spcAft>
                <a:spcPts val="1200"/>
              </a:spcAft>
            </a:pPr>
            <a:r>
              <a:rPr lang="es-CL" dirty="0"/>
              <a:t>Ocasionalmente el profesor puede dar una clase introductoria sobre temas específicos, pero el enfoque estará en desarrollar una comprensión del material a través de la discusión y el debate. Por ello es esencial que los estudiantes vengan preparados y hayan leído todas las lecturas obligatorias antes de la clase.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1621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6D2C6-6667-7A4B-CD5C-8740CA5E9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Evaluación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BFBE3-7BD4-19B8-F847-6B5A72827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just">
              <a:lnSpc>
                <a:spcPct val="110000"/>
              </a:lnSpc>
              <a:spcAft>
                <a:spcPts val="1200"/>
              </a:spcAft>
              <a:buNone/>
            </a:pPr>
            <a:r>
              <a:rPr lang="es-CL" b="1" dirty="0"/>
              <a:t>Presentaciones individuales en clase: 50%</a:t>
            </a:r>
            <a:endParaRPr lang="en-GB" dirty="0"/>
          </a:p>
          <a:p>
            <a:pPr algn="just">
              <a:lnSpc>
                <a:spcPct val="110000"/>
              </a:lnSpc>
              <a:spcAft>
                <a:spcPts val="1200"/>
              </a:spcAft>
            </a:pPr>
            <a:r>
              <a:rPr lang="es-CL" dirty="0"/>
              <a:t>Cada estudiante preparará un comentario de hasta 15 minutos explicando el tema asignado al resto del grupo (sin </a:t>
            </a:r>
            <a:r>
              <a:rPr lang="es-CL" dirty="0" err="1"/>
              <a:t>ppt</a:t>
            </a:r>
            <a:r>
              <a:rPr lang="es-CL" dirty="0"/>
              <a:t>). </a:t>
            </a:r>
            <a:endParaRPr lang="en-GB" dirty="0"/>
          </a:p>
          <a:p>
            <a:pPr marL="0" indent="0" algn="just">
              <a:lnSpc>
                <a:spcPct val="110000"/>
              </a:lnSpc>
              <a:spcAft>
                <a:spcPts val="1200"/>
              </a:spcAft>
              <a:buNone/>
            </a:pPr>
            <a:r>
              <a:rPr lang="es-CL" dirty="0"/>
              <a:t> </a:t>
            </a:r>
            <a:endParaRPr lang="en-GB" dirty="0"/>
          </a:p>
          <a:p>
            <a:pPr marL="0" lvl="0" indent="0" algn="just">
              <a:lnSpc>
                <a:spcPct val="110000"/>
              </a:lnSpc>
              <a:spcAft>
                <a:spcPts val="1200"/>
              </a:spcAft>
              <a:buNone/>
            </a:pPr>
            <a:r>
              <a:rPr lang="es-CL" b="1" dirty="0"/>
              <a:t>Trabajo escrito final: 50%</a:t>
            </a:r>
            <a:endParaRPr lang="en-GB" dirty="0"/>
          </a:p>
          <a:p>
            <a:pPr algn="just">
              <a:lnSpc>
                <a:spcPct val="110000"/>
              </a:lnSpc>
              <a:spcAft>
                <a:spcPts val="1200"/>
              </a:spcAft>
            </a:pPr>
            <a:r>
              <a:rPr lang="es-CL" dirty="0"/>
              <a:t>El trabajo final consiste en una revisión de la literatura sobre el tema de investigación que les interesa e idealmente sobre el cual esperan realizar sus tesis. La revisión debe estar enfocada en entender cómo una o más teorías del </a:t>
            </a:r>
            <a:r>
              <a:rPr lang="es-CL" dirty="0" err="1"/>
              <a:t>management</a:t>
            </a:r>
            <a:r>
              <a:rPr lang="es-CL" dirty="0"/>
              <a:t> se han utilizado para estudiar dichas temáticas.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7398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2BD3B-3049-4B85-9F3D-F7E79BF5B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45226" cy="1325563"/>
          </a:xfrm>
        </p:spPr>
        <p:txBody>
          <a:bodyPr>
            <a:normAutofit/>
          </a:bodyPr>
          <a:lstStyle/>
          <a:p>
            <a:r>
              <a:rPr lang="en-GB" sz="4000" dirty="0" err="1"/>
              <a:t>Evaluación</a:t>
            </a:r>
            <a:r>
              <a:rPr lang="en-GB" sz="4000" dirty="0"/>
              <a:t> – </a:t>
            </a:r>
            <a:r>
              <a:rPr lang="en-GB" sz="4000" dirty="0" err="1"/>
              <a:t>Trabajo</a:t>
            </a:r>
            <a:r>
              <a:rPr lang="en-GB" sz="4000" dirty="0"/>
              <a:t> </a:t>
            </a:r>
            <a:r>
              <a:rPr lang="en-GB" sz="4000" dirty="0" err="1"/>
              <a:t>escrito</a:t>
            </a:r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77599-2A67-66B6-6576-38C7AFF1E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3561522" cy="3998705"/>
          </a:xfrm>
        </p:spPr>
        <p:txBody>
          <a:bodyPr>
            <a:normAutofit/>
          </a:bodyPr>
          <a:lstStyle/>
          <a:p>
            <a:pPr algn="just"/>
            <a:endParaRPr lang="es-ES" sz="2000" dirty="0"/>
          </a:p>
          <a:p>
            <a:pPr algn="just"/>
            <a:endParaRPr lang="es-ES" sz="2000" dirty="0"/>
          </a:p>
          <a:p>
            <a:pPr algn="just"/>
            <a:endParaRPr lang="es-ES" sz="2000" dirty="0"/>
          </a:p>
          <a:p>
            <a:pPr algn="just"/>
            <a:r>
              <a:rPr lang="es-ES" sz="2000" dirty="0"/>
              <a:t>El informe no debe contener más de 4.000 palabras incluyendo portada, </a:t>
            </a:r>
            <a:r>
              <a:rPr lang="es-ES" sz="2000" dirty="0" err="1"/>
              <a:t>abstract</a:t>
            </a:r>
            <a:r>
              <a:rPr lang="es-ES" sz="2000" dirty="0"/>
              <a:t>, contenido y referencias. </a:t>
            </a:r>
          </a:p>
          <a:p>
            <a:pPr algn="just"/>
            <a:r>
              <a:rPr lang="es-ES" sz="2000" dirty="0"/>
              <a:t>El documento puede estar escrito en español o inglés. </a:t>
            </a:r>
            <a:endParaRPr lang="en-GB" sz="2000" dirty="0"/>
          </a:p>
        </p:txBody>
      </p:sp>
      <p:pic>
        <p:nvPicPr>
          <p:cNvPr id="7" name="Picture 6" descr="La descripciￃﾳn parece ser un esquema o guￃﾭa estructurada para redactar un trabajo acadￃﾩmico o ensayo.&#10;&#10;AI-generated content may be incorrect.">
            <a:extLst>
              <a:ext uri="{FF2B5EF4-FFF2-40B4-BE49-F238E27FC236}">
                <a16:creationId xmlns:a16="http://schemas.microsoft.com/office/drawing/2014/main" id="{5A3302A6-9DE6-1F3C-6807-3A517CE66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479" y="158179"/>
            <a:ext cx="6815570" cy="650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269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B6A96-C34C-C452-7117-83C4E6C9E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D12E7-CACF-3AB4-5576-BE9DF14704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Welcome to Management</a:t>
            </a:r>
            <a:endParaRPr lang="en-GB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06E554-EAA3-A1A3-BDC7-F7F6D696F5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GB" dirty="0"/>
          </a:p>
          <a:p>
            <a:r>
              <a:rPr lang="en-GB" dirty="0"/>
              <a:t>PhD in Business Economics </a:t>
            </a:r>
          </a:p>
          <a:p>
            <a:endParaRPr lang="en-GB" dirty="0"/>
          </a:p>
          <a:p>
            <a:r>
              <a:rPr lang="en-GB" dirty="0"/>
              <a:t>Luis D. Torres, PhD.</a:t>
            </a:r>
          </a:p>
        </p:txBody>
      </p:sp>
    </p:spTree>
    <p:extLst>
      <p:ext uri="{BB962C8B-B14F-4D97-AF65-F5344CB8AC3E}">
        <p14:creationId xmlns:p14="http://schemas.microsoft.com/office/powerpoint/2010/main" val="1187706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647</Words>
  <Application>Microsoft Office PowerPoint</Application>
  <PresentationFormat>Widescreen</PresentationFormat>
  <Paragraphs>63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Welcome to Management</vt:lpstr>
      <vt:lpstr>Empecemos con introducciones</vt:lpstr>
      <vt:lpstr>Empecemos con introducciones</vt:lpstr>
      <vt:lpstr>PowerPoint Presentation</vt:lpstr>
      <vt:lpstr>El curso se basa en tres pilares:</vt:lpstr>
      <vt:lpstr>Objetivos de aprendizaje</vt:lpstr>
      <vt:lpstr>Contenidos</vt:lpstr>
      <vt:lpstr>Metodología</vt:lpstr>
      <vt:lpstr>Evaluación</vt:lpstr>
      <vt:lpstr>Evaluación – Trabajo escrito</vt:lpstr>
      <vt:lpstr>Welcome to Management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Dario Torres</dc:creator>
  <cp:lastModifiedBy>Luis Torres-Retamal (staff)</cp:lastModifiedBy>
  <cp:revision>1</cp:revision>
  <dcterms:created xsi:type="dcterms:W3CDTF">2025-03-31T12:25:35Z</dcterms:created>
  <dcterms:modified xsi:type="dcterms:W3CDTF">2026-03-04T19:30:02Z</dcterms:modified>
</cp:coreProperties>
</file>