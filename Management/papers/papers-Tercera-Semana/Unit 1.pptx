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70" r:id="rId5"/>
    <p:sldId id="258" r:id="rId6"/>
    <p:sldId id="271" r:id="rId7"/>
    <p:sldId id="268" r:id="rId8"/>
    <p:sldId id="267" r:id="rId9"/>
    <p:sldId id="263" r:id="rId10"/>
    <p:sldId id="269" r:id="rId11"/>
    <p:sldId id="272" r:id="rId12"/>
    <p:sldId id="274" r:id="rId13"/>
    <p:sldId id="273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1606F-523E-4D63-BB1F-4BCACE26197E}" v="29" dt="2026-03-04T20:23:03.179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9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Torres" userId="d0083da5-80e0-407a-8e2b-3b7dd858bc0f" providerId="ADAL" clId="{7EEDEFD5-4BCA-4016-BE06-9E58D10BB4F4}"/>
    <pc:docChg chg="undo custSel addSld delSld modSld sldOrd">
      <pc:chgData name="Luis Torres" userId="d0083da5-80e0-407a-8e2b-3b7dd858bc0f" providerId="ADAL" clId="{7EEDEFD5-4BCA-4016-BE06-9E58D10BB4F4}" dt="2026-03-04T20:23:05.531" v="1080" actId="1076"/>
      <pc:docMkLst>
        <pc:docMk/>
      </pc:docMkLst>
      <pc:sldChg chg="modSp mod">
        <pc:chgData name="Luis Torres" userId="d0083da5-80e0-407a-8e2b-3b7dd858bc0f" providerId="ADAL" clId="{7EEDEFD5-4BCA-4016-BE06-9E58D10BB4F4}" dt="2026-03-04T18:43:15.857" v="56" actId="20577"/>
        <pc:sldMkLst>
          <pc:docMk/>
          <pc:sldMk cId="3365187976" sldId="257"/>
        </pc:sldMkLst>
        <pc:spChg chg="mod">
          <ac:chgData name="Luis Torres" userId="d0083da5-80e0-407a-8e2b-3b7dd858bc0f" providerId="ADAL" clId="{7EEDEFD5-4BCA-4016-BE06-9E58D10BB4F4}" dt="2026-03-04T18:43:15.857" v="56" actId="20577"/>
          <ac:spMkLst>
            <pc:docMk/>
            <pc:sldMk cId="3365187976" sldId="257"/>
            <ac:spMk id="2" creationId="{B7548BD0-9BB8-F5E7-BAF4-7957651F78B3}"/>
          </ac:spMkLst>
        </pc:spChg>
        <pc:spChg chg="mod">
          <ac:chgData name="Luis Torres" userId="d0083da5-80e0-407a-8e2b-3b7dd858bc0f" providerId="ADAL" clId="{7EEDEFD5-4BCA-4016-BE06-9E58D10BB4F4}" dt="2026-03-04T18:43:07.457" v="42" actId="20577"/>
          <ac:spMkLst>
            <pc:docMk/>
            <pc:sldMk cId="3365187976" sldId="257"/>
            <ac:spMk id="3" creationId="{41F21F08-1B86-1E9C-CDD6-203547261EE6}"/>
          </ac:spMkLst>
        </pc:spChg>
      </pc:sldChg>
      <pc:sldChg chg="addSp delSp modSp mod chgLayout">
        <pc:chgData name="Luis Torres" userId="d0083da5-80e0-407a-8e2b-3b7dd858bc0f" providerId="ADAL" clId="{7EEDEFD5-4BCA-4016-BE06-9E58D10BB4F4}" dt="2026-03-04T20:04:04.605" v="674" actId="20577"/>
        <pc:sldMkLst>
          <pc:docMk/>
          <pc:sldMk cId="704658509" sldId="258"/>
        </pc:sldMkLst>
        <pc:spChg chg="mod ord">
          <ac:chgData name="Luis Torres" userId="d0083da5-80e0-407a-8e2b-3b7dd858bc0f" providerId="ADAL" clId="{7EEDEFD5-4BCA-4016-BE06-9E58D10BB4F4}" dt="2026-03-04T18:58:38.060" v="96" actId="404"/>
          <ac:spMkLst>
            <pc:docMk/>
            <pc:sldMk cId="704658509" sldId="258"/>
            <ac:spMk id="2" creationId="{65F0C93F-01A0-3FD4-468C-D4691BA9EC43}"/>
          </ac:spMkLst>
        </pc:spChg>
        <pc:spChg chg="add mod ord">
          <ac:chgData name="Luis Torres" userId="d0083da5-80e0-407a-8e2b-3b7dd858bc0f" providerId="ADAL" clId="{7EEDEFD5-4BCA-4016-BE06-9E58D10BB4F4}" dt="2026-03-04T19:48:33.553" v="219" actId="27636"/>
          <ac:spMkLst>
            <pc:docMk/>
            <pc:sldMk cId="704658509" sldId="258"/>
            <ac:spMk id="3" creationId="{B96A7E95-EF50-DFC8-B37C-3BAF18E92E86}"/>
          </ac:spMkLst>
        </pc:spChg>
        <pc:spChg chg="del">
          <ac:chgData name="Luis Torres" userId="d0083da5-80e0-407a-8e2b-3b7dd858bc0f" providerId="ADAL" clId="{7EEDEFD5-4BCA-4016-BE06-9E58D10BB4F4}" dt="2026-03-04T18:54:57.867" v="58" actId="478"/>
          <ac:spMkLst>
            <pc:docMk/>
            <pc:sldMk cId="704658509" sldId="258"/>
            <ac:spMk id="5" creationId="{78AB5808-1771-AB72-8F09-33DE61FA394D}"/>
          </ac:spMkLst>
        </pc:spChg>
        <pc:spChg chg="add mod">
          <ac:chgData name="Luis Torres" userId="d0083da5-80e0-407a-8e2b-3b7dd858bc0f" providerId="ADAL" clId="{7EEDEFD5-4BCA-4016-BE06-9E58D10BB4F4}" dt="2026-03-04T20:04:04.605" v="674" actId="20577"/>
          <ac:spMkLst>
            <pc:docMk/>
            <pc:sldMk cId="704658509" sldId="258"/>
            <ac:spMk id="6" creationId="{8B41E901-EBB9-5F89-194A-E791A505EF6E}"/>
          </ac:spMkLst>
        </pc:spChg>
        <pc:spChg chg="del">
          <ac:chgData name="Luis Torres" userId="d0083da5-80e0-407a-8e2b-3b7dd858bc0f" providerId="ADAL" clId="{7EEDEFD5-4BCA-4016-BE06-9E58D10BB4F4}" dt="2026-03-04T18:55:32.399" v="59" actId="478"/>
          <ac:spMkLst>
            <pc:docMk/>
            <pc:sldMk cId="704658509" sldId="258"/>
            <ac:spMk id="7" creationId="{315937BC-ACB0-BD51-D2DD-DD7FC2C6E8B4}"/>
          </ac:spMkLst>
        </pc:spChg>
        <pc:picChg chg="add del mod">
          <ac:chgData name="Luis Torres" userId="d0083da5-80e0-407a-8e2b-3b7dd858bc0f" providerId="ADAL" clId="{7EEDEFD5-4BCA-4016-BE06-9E58D10BB4F4}" dt="2026-03-04T19:50:20.593" v="236" actId="478"/>
          <ac:picMkLst>
            <pc:docMk/>
            <pc:sldMk cId="704658509" sldId="258"/>
            <ac:picMk id="9" creationId="{FA14C232-F816-CB6A-B18A-DBD3B7B40B29}"/>
          </ac:picMkLst>
        </pc:picChg>
        <pc:picChg chg="add mod">
          <ac:chgData name="Luis Torres" userId="d0083da5-80e0-407a-8e2b-3b7dd858bc0f" providerId="ADAL" clId="{7EEDEFD5-4BCA-4016-BE06-9E58D10BB4F4}" dt="2026-03-04T19:50:49.743" v="242" actId="14100"/>
          <ac:picMkLst>
            <pc:docMk/>
            <pc:sldMk cId="704658509" sldId="258"/>
            <ac:picMk id="11" creationId="{F59C5B7F-5187-68F3-C0BB-E27D6A67215C}"/>
          </ac:picMkLst>
        </pc:picChg>
        <pc:picChg chg="del">
          <ac:chgData name="Luis Torres" userId="d0083da5-80e0-407a-8e2b-3b7dd858bc0f" providerId="ADAL" clId="{7EEDEFD5-4BCA-4016-BE06-9E58D10BB4F4}" dt="2026-03-04T18:54:55.497" v="57" actId="478"/>
          <ac:picMkLst>
            <pc:docMk/>
            <pc:sldMk cId="704658509" sldId="258"/>
            <ac:picMk id="1026" creationId="{203A7066-CA28-D3A5-AAD9-97191774F0F4}"/>
          </ac:picMkLst>
        </pc:picChg>
      </pc:sldChg>
      <pc:sldChg chg="del ord">
        <pc:chgData name="Luis Torres" userId="d0083da5-80e0-407a-8e2b-3b7dd858bc0f" providerId="ADAL" clId="{7EEDEFD5-4BCA-4016-BE06-9E58D10BB4F4}" dt="2026-03-04T19:52:41.383" v="255" actId="47"/>
        <pc:sldMkLst>
          <pc:docMk/>
          <pc:sldMk cId="2838283789" sldId="259"/>
        </pc:sldMkLst>
      </pc:sldChg>
      <pc:sldChg chg="del ord">
        <pc:chgData name="Luis Torres" userId="d0083da5-80e0-407a-8e2b-3b7dd858bc0f" providerId="ADAL" clId="{7EEDEFD5-4BCA-4016-BE06-9E58D10BB4F4}" dt="2026-03-04T19:52:49.414" v="257" actId="47"/>
        <pc:sldMkLst>
          <pc:docMk/>
          <pc:sldMk cId="880185825" sldId="260"/>
        </pc:sldMkLst>
      </pc:sldChg>
      <pc:sldChg chg="modSp mod">
        <pc:chgData name="Luis Torres" userId="d0083da5-80e0-407a-8e2b-3b7dd858bc0f" providerId="ADAL" clId="{7EEDEFD5-4BCA-4016-BE06-9E58D10BB4F4}" dt="2026-03-04T20:00:14.508" v="660" actId="5793"/>
        <pc:sldMkLst>
          <pc:docMk/>
          <pc:sldMk cId="842843927" sldId="262"/>
        </pc:sldMkLst>
        <pc:spChg chg="mod">
          <ac:chgData name="Luis Torres" userId="d0083da5-80e0-407a-8e2b-3b7dd858bc0f" providerId="ADAL" clId="{7EEDEFD5-4BCA-4016-BE06-9E58D10BB4F4}" dt="2026-03-04T20:00:14.508" v="660" actId="5793"/>
          <ac:spMkLst>
            <pc:docMk/>
            <pc:sldMk cId="842843927" sldId="262"/>
            <ac:spMk id="3" creationId="{41B87381-EFA5-E4D7-7C3A-76E72D6FF2A6}"/>
          </ac:spMkLst>
        </pc:spChg>
      </pc:sldChg>
      <pc:sldChg chg="delSp modSp mod">
        <pc:chgData name="Luis Torres" userId="d0083da5-80e0-407a-8e2b-3b7dd858bc0f" providerId="ADAL" clId="{7EEDEFD5-4BCA-4016-BE06-9E58D10BB4F4}" dt="2026-03-04T20:11:49.651" v="737"/>
        <pc:sldMkLst>
          <pc:docMk/>
          <pc:sldMk cId="3079266234" sldId="263"/>
        </pc:sldMkLst>
        <pc:spChg chg="mod">
          <ac:chgData name="Luis Torres" userId="d0083da5-80e0-407a-8e2b-3b7dd858bc0f" providerId="ADAL" clId="{7EEDEFD5-4BCA-4016-BE06-9E58D10BB4F4}" dt="2026-03-04T20:11:49.651" v="737"/>
          <ac:spMkLst>
            <pc:docMk/>
            <pc:sldMk cId="3079266234" sldId="263"/>
            <ac:spMk id="2" creationId="{27BFEFB1-8452-15F1-411C-F087F71D54F8}"/>
          </ac:spMkLst>
        </pc:spChg>
        <pc:spChg chg="del">
          <ac:chgData name="Luis Torres" userId="d0083da5-80e0-407a-8e2b-3b7dd858bc0f" providerId="ADAL" clId="{7EEDEFD5-4BCA-4016-BE06-9E58D10BB4F4}" dt="2026-03-04T19:53:20.548" v="260" actId="478"/>
          <ac:spMkLst>
            <pc:docMk/>
            <pc:sldMk cId="3079266234" sldId="263"/>
            <ac:spMk id="7" creationId="{B92FD5C1-CB46-A53B-EFC5-34E860C1BD23}"/>
          </ac:spMkLst>
        </pc:spChg>
      </pc:sldChg>
      <pc:sldChg chg="del">
        <pc:chgData name="Luis Torres" userId="d0083da5-80e0-407a-8e2b-3b7dd858bc0f" providerId="ADAL" clId="{7EEDEFD5-4BCA-4016-BE06-9E58D10BB4F4}" dt="2026-03-04T19:52:52.415" v="258" actId="47"/>
        <pc:sldMkLst>
          <pc:docMk/>
          <pc:sldMk cId="3338304081" sldId="264"/>
        </pc:sldMkLst>
      </pc:sldChg>
      <pc:sldChg chg="del">
        <pc:chgData name="Luis Torres" userId="d0083da5-80e0-407a-8e2b-3b7dd858bc0f" providerId="ADAL" clId="{7EEDEFD5-4BCA-4016-BE06-9E58D10BB4F4}" dt="2026-03-04T19:52:54.993" v="259" actId="47"/>
        <pc:sldMkLst>
          <pc:docMk/>
          <pc:sldMk cId="444770827" sldId="265"/>
        </pc:sldMkLst>
      </pc:sldChg>
      <pc:sldChg chg="del">
        <pc:chgData name="Luis Torres" userId="d0083da5-80e0-407a-8e2b-3b7dd858bc0f" providerId="ADAL" clId="{7EEDEFD5-4BCA-4016-BE06-9E58D10BB4F4}" dt="2026-03-04T19:52:47.027" v="256" actId="47"/>
        <pc:sldMkLst>
          <pc:docMk/>
          <pc:sldMk cId="4165647136" sldId="266"/>
        </pc:sldMkLst>
      </pc:sldChg>
      <pc:sldChg chg="modSp new mod">
        <pc:chgData name="Luis Torres" userId="d0083da5-80e0-407a-8e2b-3b7dd858bc0f" providerId="ADAL" clId="{7EEDEFD5-4BCA-4016-BE06-9E58D10BB4F4}" dt="2026-03-04T19:46:13.990" v="214" actId="27636"/>
        <pc:sldMkLst>
          <pc:docMk/>
          <pc:sldMk cId="1753771736" sldId="267"/>
        </pc:sldMkLst>
        <pc:spChg chg="mod">
          <ac:chgData name="Luis Torres" userId="d0083da5-80e0-407a-8e2b-3b7dd858bc0f" providerId="ADAL" clId="{7EEDEFD5-4BCA-4016-BE06-9E58D10BB4F4}" dt="2026-03-04T18:58:43.693" v="97"/>
          <ac:spMkLst>
            <pc:docMk/>
            <pc:sldMk cId="1753771736" sldId="267"/>
            <ac:spMk id="2" creationId="{6A0F80D5-BF4A-A045-1D2C-813653860E42}"/>
          </ac:spMkLst>
        </pc:spChg>
        <pc:spChg chg="mod">
          <ac:chgData name="Luis Torres" userId="d0083da5-80e0-407a-8e2b-3b7dd858bc0f" providerId="ADAL" clId="{7EEDEFD5-4BCA-4016-BE06-9E58D10BB4F4}" dt="2026-03-04T19:46:13.990" v="214" actId="27636"/>
          <ac:spMkLst>
            <pc:docMk/>
            <pc:sldMk cId="1753771736" sldId="267"/>
            <ac:spMk id="3" creationId="{D867DB8A-C3B8-1736-FAA4-E44BFC32E1D3}"/>
          </ac:spMkLst>
        </pc:spChg>
      </pc:sldChg>
      <pc:sldChg chg="addSp modSp new mod">
        <pc:chgData name="Luis Torres" userId="d0083da5-80e0-407a-8e2b-3b7dd858bc0f" providerId="ADAL" clId="{7EEDEFD5-4BCA-4016-BE06-9E58D10BB4F4}" dt="2026-03-04T20:23:05.531" v="1080" actId="1076"/>
        <pc:sldMkLst>
          <pc:docMk/>
          <pc:sldMk cId="2536877830" sldId="268"/>
        </pc:sldMkLst>
        <pc:spChg chg="mod">
          <ac:chgData name="Luis Torres" userId="d0083da5-80e0-407a-8e2b-3b7dd858bc0f" providerId="ADAL" clId="{7EEDEFD5-4BCA-4016-BE06-9E58D10BB4F4}" dt="2026-03-04T19:48:41.709" v="222"/>
          <ac:spMkLst>
            <pc:docMk/>
            <pc:sldMk cId="2536877830" sldId="268"/>
            <ac:spMk id="2" creationId="{00191530-4F3F-2040-2E4D-7209E02DADFB}"/>
          </ac:spMkLst>
        </pc:spChg>
        <pc:spChg chg="mod">
          <ac:chgData name="Luis Torres" userId="d0083da5-80e0-407a-8e2b-3b7dd858bc0f" providerId="ADAL" clId="{7EEDEFD5-4BCA-4016-BE06-9E58D10BB4F4}" dt="2026-03-04T20:22:58.199" v="1077" actId="20577"/>
          <ac:spMkLst>
            <pc:docMk/>
            <pc:sldMk cId="2536877830" sldId="268"/>
            <ac:spMk id="3" creationId="{72C8E64A-2726-639B-108B-9C0830296102}"/>
          </ac:spMkLst>
        </pc:spChg>
        <pc:picChg chg="add mod">
          <ac:chgData name="Luis Torres" userId="d0083da5-80e0-407a-8e2b-3b7dd858bc0f" providerId="ADAL" clId="{7EEDEFD5-4BCA-4016-BE06-9E58D10BB4F4}" dt="2026-03-04T20:23:05.531" v="1080" actId="1076"/>
          <ac:picMkLst>
            <pc:docMk/>
            <pc:sldMk cId="2536877830" sldId="268"/>
            <ac:picMk id="4" creationId="{648E194C-217D-1393-0100-4BCA4A38E626}"/>
          </ac:picMkLst>
        </pc:picChg>
      </pc:sldChg>
      <pc:sldChg chg="addSp modSp new mod">
        <pc:chgData name="Luis Torres" userId="d0083da5-80e0-407a-8e2b-3b7dd858bc0f" providerId="ADAL" clId="{7EEDEFD5-4BCA-4016-BE06-9E58D10BB4F4}" dt="2026-03-04T20:19:00.382" v="999" actId="6549"/>
        <pc:sldMkLst>
          <pc:docMk/>
          <pc:sldMk cId="268337511" sldId="269"/>
        </pc:sldMkLst>
        <pc:spChg chg="mod">
          <ac:chgData name="Luis Torres" userId="d0083da5-80e0-407a-8e2b-3b7dd858bc0f" providerId="ADAL" clId="{7EEDEFD5-4BCA-4016-BE06-9E58D10BB4F4}" dt="2026-03-04T20:11:52.614" v="738"/>
          <ac:spMkLst>
            <pc:docMk/>
            <pc:sldMk cId="268337511" sldId="269"/>
            <ac:spMk id="2" creationId="{C7DE0D49-46A8-9513-5279-F4F6B24BF0D8}"/>
          </ac:spMkLst>
        </pc:spChg>
        <pc:spChg chg="mod">
          <ac:chgData name="Luis Torres" userId="d0083da5-80e0-407a-8e2b-3b7dd858bc0f" providerId="ADAL" clId="{7EEDEFD5-4BCA-4016-BE06-9E58D10BB4F4}" dt="2026-03-04T20:19:00.382" v="999" actId="6549"/>
          <ac:spMkLst>
            <pc:docMk/>
            <pc:sldMk cId="268337511" sldId="269"/>
            <ac:spMk id="3" creationId="{909EF069-F26A-A1D5-F4EA-03EDC7A82157}"/>
          </ac:spMkLst>
        </pc:spChg>
        <pc:picChg chg="add mod">
          <ac:chgData name="Luis Torres" userId="d0083da5-80e0-407a-8e2b-3b7dd858bc0f" providerId="ADAL" clId="{7EEDEFD5-4BCA-4016-BE06-9E58D10BB4F4}" dt="2026-03-04T20:04:57.015" v="681" actId="1076"/>
          <ac:picMkLst>
            <pc:docMk/>
            <pc:sldMk cId="268337511" sldId="269"/>
            <ac:picMk id="4" creationId="{095E5DFA-C7FD-54EB-46F9-6227BCA36E51}"/>
          </ac:picMkLst>
        </pc:picChg>
      </pc:sldChg>
      <pc:sldChg chg="modSp new mod">
        <pc:chgData name="Luis Torres" userId="d0083da5-80e0-407a-8e2b-3b7dd858bc0f" providerId="ADAL" clId="{7EEDEFD5-4BCA-4016-BE06-9E58D10BB4F4}" dt="2026-03-04T19:59:26.039" v="653" actId="27636"/>
        <pc:sldMkLst>
          <pc:docMk/>
          <pc:sldMk cId="369879209" sldId="270"/>
        </pc:sldMkLst>
        <pc:spChg chg="mod">
          <ac:chgData name="Luis Torres" userId="d0083da5-80e0-407a-8e2b-3b7dd858bc0f" providerId="ADAL" clId="{7EEDEFD5-4BCA-4016-BE06-9E58D10BB4F4}" dt="2026-03-04T19:55:02.514" v="279" actId="20577"/>
          <ac:spMkLst>
            <pc:docMk/>
            <pc:sldMk cId="369879209" sldId="270"/>
            <ac:spMk id="2" creationId="{C8B21A9A-6572-0077-1946-CA44AACD4A8F}"/>
          </ac:spMkLst>
        </pc:spChg>
        <pc:spChg chg="mod">
          <ac:chgData name="Luis Torres" userId="d0083da5-80e0-407a-8e2b-3b7dd858bc0f" providerId="ADAL" clId="{7EEDEFD5-4BCA-4016-BE06-9E58D10BB4F4}" dt="2026-03-04T19:59:26.039" v="653" actId="27636"/>
          <ac:spMkLst>
            <pc:docMk/>
            <pc:sldMk cId="369879209" sldId="270"/>
            <ac:spMk id="3" creationId="{EF9E3BF0-3265-A38F-8778-B5DACF9B1DE4}"/>
          </ac:spMkLst>
        </pc:spChg>
      </pc:sldChg>
      <pc:sldChg chg="addSp delSp modSp new mod">
        <pc:chgData name="Luis Torres" userId="d0083da5-80e0-407a-8e2b-3b7dd858bc0f" providerId="ADAL" clId="{7EEDEFD5-4BCA-4016-BE06-9E58D10BB4F4}" dt="2026-03-04T20:19:38.519" v="1003" actId="1076"/>
        <pc:sldMkLst>
          <pc:docMk/>
          <pc:sldMk cId="922276978" sldId="271"/>
        </pc:sldMkLst>
        <pc:spChg chg="mod">
          <ac:chgData name="Luis Torres" userId="d0083da5-80e0-407a-8e2b-3b7dd858bc0f" providerId="ADAL" clId="{7EEDEFD5-4BCA-4016-BE06-9E58D10BB4F4}" dt="2026-03-04T20:08:58.350" v="728"/>
          <ac:spMkLst>
            <pc:docMk/>
            <pc:sldMk cId="922276978" sldId="271"/>
            <ac:spMk id="2" creationId="{1227D23B-9BFC-E38E-4B32-8A22347D55AC}"/>
          </ac:spMkLst>
        </pc:spChg>
        <pc:spChg chg="add del">
          <ac:chgData name="Luis Torres" userId="d0083da5-80e0-407a-8e2b-3b7dd858bc0f" providerId="ADAL" clId="{7EEDEFD5-4BCA-4016-BE06-9E58D10BB4F4}" dt="2026-03-04T20:05:47.796" v="685"/>
          <ac:spMkLst>
            <pc:docMk/>
            <pc:sldMk cId="922276978" sldId="271"/>
            <ac:spMk id="3" creationId="{D445CFDD-DFD2-A56B-E347-DEFDD6C80BD4}"/>
          </ac:spMkLst>
        </pc:spChg>
        <pc:graphicFrameChg chg="add mod">
          <ac:chgData name="Luis Torres" userId="d0083da5-80e0-407a-8e2b-3b7dd858bc0f" providerId="ADAL" clId="{7EEDEFD5-4BCA-4016-BE06-9E58D10BB4F4}" dt="2026-03-04T20:05:40.165" v="684"/>
          <ac:graphicFrameMkLst>
            <pc:docMk/>
            <pc:sldMk cId="922276978" sldId="271"/>
            <ac:graphicFrameMk id="4" creationId="{C0794507-0813-7005-85ED-A95C2EA255A4}"/>
          </ac:graphicFrameMkLst>
        </pc:graphicFrameChg>
        <pc:graphicFrameChg chg="add mod modGraphic">
          <ac:chgData name="Luis Torres" userId="d0083da5-80e0-407a-8e2b-3b7dd858bc0f" providerId="ADAL" clId="{7EEDEFD5-4BCA-4016-BE06-9E58D10BB4F4}" dt="2026-03-04T20:19:38.519" v="1003" actId="1076"/>
          <ac:graphicFrameMkLst>
            <pc:docMk/>
            <pc:sldMk cId="922276978" sldId="271"/>
            <ac:graphicFrameMk id="5" creationId="{C8C502F0-2951-4BE1-83A6-FBC383F1E530}"/>
          </ac:graphicFrameMkLst>
        </pc:graphicFrameChg>
      </pc:sldChg>
      <pc:sldChg chg="new del">
        <pc:chgData name="Luis Torres" userId="d0083da5-80e0-407a-8e2b-3b7dd858bc0f" providerId="ADAL" clId="{7EEDEFD5-4BCA-4016-BE06-9E58D10BB4F4}" dt="2026-03-04T20:11:32.866" v="732" actId="47"/>
        <pc:sldMkLst>
          <pc:docMk/>
          <pc:sldMk cId="1145003453" sldId="272"/>
        </pc:sldMkLst>
      </pc:sldChg>
      <pc:sldChg chg="modSp new mod">
        <pc:chgData name="Luis Torres" userId="d0083da5-80e0-407a-8e2b-3b7dd858bc0f" providerId="ADAL" clId="{7EEDEFD5-4BCA-4016-BE06-9E58D10BB4F4}" dt="2026-03-04T20:13:56.088" v="857" actId="27636"/>
        <pc:sldMkLst>
          <pc:docMk/>
          <pc:sldMk cId="3322235471" sldId="272"/>
        </pc:sldMkLst>
        <pc:spChg chg="mod">
          <ac:chgData name="Luis Torres" userId="d0083da5-80e0-407a-8e2b-3b7dd858bc0f" providerId="ADAL" clId="{7EEDEFD5-4BCA-4016-BE06-9E58D10BB4F4}" dt="2026-03-04T20:12:53.017" v="773" actId="20577"/>
          <ac:spMkLst>
            <pc:docMk/>
            <pc:sldMk cId="3322235471" sldId="272"/>
            <ac:spMk id="2" creationId="{95634F4E-15ED-6C32-6050-E9BE72BE929F}"/>
          </ac:spMkLst>
        </pc:spChg>
        <pc:spChg chg="mod">
          <ac:chgData name="Luis Torres" userId="d0083da5-80e0-407a-8e2b-3b7dd858bc0f" providerId="ADAL" clId="{7EEDEFD5-4BCA-4016-BE06-9E58D10BB4F4}" dt="2026-03-04T20:13:56.088" v="857" actId="27636"/>
          <ac:spMkLst>
            <pc:docMk/>
            <pc:sldMk cId="3322235471" sldId="272"/>
            <ac:spMk id="3" creationId="{3022890D-3778-5C37-5978-ED214DF43656}"/>
          </ac:spMkLst>
        </pc:spChg>
      </pc:sldChg>
      <pc:sldChg chg="addSp modSp new mod">
        <pc:chgData name="Luis Torres" userId="d0083da5-80e0-407a-8e2b-3b7dd858bc0f" providerId="ADAL" clId="{7EEDEFD5-4BCA-4016-BE06-9E58D10BB4F4}" dt="2026-03-04T20:19:21.073" v="1002" actId="123"/>
        <pc:sldMkLst>
          <pc:docMk/>
          <pc:sldMk cId="4122694873" sldId="273"/>
        </pc:sldMkLst>
        <pc:spChg chg="mod">
          <ac:chgData name="Luis Torres" userId="d0083da5-80e0-407a-8e2b-3b7dd858bc0f" providerId="ADAL" clId="{7EEDEFD5-4BCA-4016-BE06-9E58D10BB4F4}" dt="2026-03-04T20:19:21.073" v="1002" actId="123"/>
          <ac:spMkLst>
            <pc:docMk/>
            <pc:sldMk cId="4122694873" sldId="273"/>
            <ac:spMk id="3" creationId="{A5322668-D0B1-9D46-F174-5E528CFED90C}"/>
          </ac:spMkLst>
        </pc:spChg>
        <pc:picChg chg="add mod">
          <ac:chgData name="Luis Torres" userId="d0083da5-80e0-407a-8e2b-3b7dd858bc0f" providerId="ADAL" clId="{7EEDEFD5-4BCA-4016-BE06-9E58D10BB4F4}" dt="2026-03-04T20:18:31.692" v="996" actId="1076"/>
          <ac:picMkLst>
            <pc:docMk/>
            <pc:sldMk cId="4122694873" sldId="273"/>
            <ac:picMk id="4" creationId="{ABE81029-CEE8-BAE6-4FF7-43B101BC0D38}"/>
          </ac:picMkLst>
        </pc:picChg>
      </pc:sldChg>
      <pc:sldChg chg="addSp delSp modSp new mod setBg">
        <pc:chgData name="Luis Torres" userId="d0083da5-80e0-407a-8e2b-3b7dd858bc0f" providerId="ADAL" clId="{7EEDEFD5-4BCA-4016-BE06-9E58D10BB4F4}" dt="2026-03-04T20:18:01.008" v="994" actId="1076"/>
        <pc:sldMkLst>
          <pc:docMk/>
          <pc:sldMk cId="312124457" sldId="274"/>
        </pc:sldMkLst>
        <pc:spChg chg="mod">
          <ac:chgData name="Luis Torres" userId="d0083da5-80e0-407a-8e2b-3b7dd858bc0f" providerId="ADAL" clId="{7EEDEFD5-4BCA-4016-BE06-9E58D10BB4F4}" dt="2026-03-04T20:16:05.899" v="870" actId="20577"/>
          <ac:spMkLst>
            <pc:docMk/>
            <pc:sldMk cId="312124457" sldId="274"/>
            <ac:spMk id="2" creationId="{717AA96B-7B9C-8F58-41F3-1F9715A683FA}"/>
          </ac:spMkLst>
        </pc:spChg>
        <pc:spChg chg="del">
          <ac:chgData name="Luis Torres" userId="d0083da5-80e0-407a-8e2b-3b7dd858bc0f" providerId="ADAL" clId="{7EEDEFD5-4BCA-4016-BE06-9E58D10BB4F4}" dt="2026-03-04T20:16:12.378" v="871"/>
          <ac:spMkLst>
            <pc:docMk/>
            <pc:sldMk cId="312124457" sldId="274"/>
            <ac:spMk id="3" creationId="{85C5611B-E9B7-FB67-2482-EEA7663D8D6D}"/>
          </ac:spMkLst>
        </pc:spChg>
        <pc:spChg chg="add mod">
          <ac:chgData name="Luis Torres" userId="d0083da5-80e0-407a-8e2b-3b7dd858bc0f" providerId="ADAL" clId="{7EEDEFD5-4BCA-4016-BE06-9E58D10BB4F4}" dt="2026-03-04T20:17:57.758" v="993" actId="20577"/>
          <ac:spMkLst>
            <pc:docMk/>
            <pc:sldMk cId="312124457" sldId="274"/>
            <ac:spMk id="6" creationId="{22D5D8BA-9E9E-0D70-513B-2A647DEC6BBC}"/>
          </ac:spMkLst>
        </pc:spChg>
        <pc:graphicFrameChg chg="add mod modGraphic">
          <ac:chgData name="Luis Torres" userId="d0083da5-80e0-407a-8e2b-3b7dd858bc0f" providerId="ADAL" clId="{7EEDEFD5-4BCA-4016-BE06-9E58D10BB4F4}" dt="2026-03-04T20:18:01.008" v="994" actId="1076"/>
          <ac:graphicFrameMkLst>
            <pc:docMk/>
            <pc:sldMk cId="312124457" sldId="274"/>
            <ac:graphicFrameMk id="4" creationId="{C24B6ED6-C360-320B-2E8A-54CC8EBF549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E82627-9958-4D34-8707-7DF35D1AB614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1A5F4F8-C052-471E-A87B-A971E3448655}">
      <dgm:prSet phldrT="[Text]"/>
      <dgm:spPr/>
      <dgm:t>
        <a:bodyPr/>
        <a:lstStyle/>
        <a:p>
          <a:r>
            <a:rPr lang="en-GB" dirty="0"/>
            <a:t>Organizational theory</a:t>
          </a:r>
        </a:p>
      </dgm:t>
    </dgm:pt>
    <dgm:pt modelId="{E07E341F-2755-4BD8-9195-A50BBA87DFA8}" type="parTrans" cxnId="{204F4E4E-9393-473C-AD57-48D571CF2E2E}">
      <dgm:prSet/>
      <dgm:spPr/>
      <dgm:t>
        <a:bodyPr/>
        <a:lstStyle/>
        <a:p>
          <a:endParaRPr lang="en-GB"/>
        </a:p>
      </dgm:t>
    </dgm:pt>
    <dgm:pt modelId="{E82FA5C5-8C69-4405-BB04-870B6ED8FF81}" type="sibTrans" cxnId="{204F4E4E-9393-473C-AD57-48D571CF2E2E}">
      <dgm:prSet/>
      <dgm:spPr/>
      <dgm:t>
        <a:bodyPr/>
        <a:lstStyle/>
        <a:p>
          <a:endParaRPr lang="en-GB"/>
        </a:p>
      </dgm:t>
    </dgm:pt>
    <dgm:pt modelId="{0D8A2441-5611-46D9-957B-ED001B1A98B8}">
      <dgm:prSet phldrT="[Text]"/>
      <dgm:spPr/>
      <dgm:t>
        <a:bodyPr/>
        <a:lstStyle/>
        <a:p>
          <a:r>
            <a:rPr lang="en-GB" dirty="0"/>
            <a:t>Management theory</a:t>
          </a:r>
        </a:p>
      </dgm:t>
    </dgm:pt>
    <dgm:pt modelId="{68740527-B3EF-44A8-B8B7-2C975F97EB27}" type="parTrans" cxnId="{32CBFCF3-138E-4AAB-B78A-064E0E838AFE}">
      <dgm:prSet/>
      <dgm:spPr/>
      <dgm:t>
        <a:bodyPr/>
        <a:lstStyle/>
        <a:p>
          <a:endParaRPr lang="en-GB"/>
        </a:p>
      </dgm:t>
    </dgm:pt>
    <dgm:pt modelId="{7689AA95-61D2-4B9F-9C79-C0B34EF30D9B}" type="sibTrans" cxnId="{32CBFCF3-138E-4AAB-B78A-064E0E838AFE}">
      <dgm:prSet/>
      <dgm:spPr/>
      <dgm:t>
        <a:bodyPr/>
        <a:lstStyle/>
        <a:p>
          <a:endParaRPr lang="en-GB"/>
        </a:p>
      </dgm:t>
    </dgm:pt>
    <dgm:pt modelId="{EB1CC1B2-27B5-4310-9920-A6B125432E69}" type="pres">
      <dgm:prSet presAssocID="{D2E82627-9958-4D34-8707-7DF35D1AB614}" presName="Name0" presStyleCnt="0">
        <dgm:presLayoutVars>
          <dgm:chMax val="7"/>
          <dgm:resizeHandles val="exact"/>
        </dgm:presLayoutVars>
      </dgm:prSet>
      <dgm:spPr/>
    </dgm:pt>
    <dgm:pt modelId="{6B3C0CE3-9412-4639-8431-BA4387C0540F}" type="pres">
      <dgm:prSet presAssocID="{D2E82627-9958-4D34-8707-7DF35D1AB614}" presName="comp1" presStyleCnt="0"/>
      <dgm:spPr/>
    </dgm:pt>
    <dgm:pt modelId="{22F4D3BB-E4F5-434F-9E63-8E1AE992D142}" type="pres">
      <dgm:prSet presAssocID="{D2E82627-9958-4D34-8707-7DF35D1AB614}" presName="circle1" presStyleLbl="node1" presStyleIdx="0" presStyleCnt="2"/>
      <dgm:spPr/>
    </dgm:pt>
    <dgm:pt modelId="{46F410F8-ED8F-48BF-99AD-2F3FD9619ABB}" type="pres">
      <dgm:prSet presAssocID="{D2E82627-9958-4D34-8707-7DF35D1AB614}" presName="c1text" presStyleLbl="node1" presStyleIdx="0" presStyleCnt="2">
        <dgm:presLayoutVars>
          <dgm:bulletEnabled val="1"/>
        </dgm:presLayoutVars>
      </dgm:prSet>
      <dgm:spPr/>
    </dgm:pt>
    <dgm:pt modelId="{B76C91A0-05E4-4695-AFF8-38EDB108A71B}" type="pres">
      <dgm:prSet presAssocID="{D2E82627-9958-4D34-8707-7DF35D1AB614}" presName="comp2" presStyleCnt="0"/>
      <dgm:spPr/>
    </dgm:pt>
    <dgm:pt modelId="{1D40D245-DB13-498E-8114-4776D6B7D778}" type="pres">
      <dgm:prSet presAssocID="{D2E82627-9958-4D34-8707-7DF35D1AB614}" presName="circle2" presStyleLbl="node1" presStyleIdx="1" presStyleCnt="2"/>
      <dgm:spPr/>
    </dgm:pt>
    <dgm:pt modelId="{77DC0E0E-A431-473F-98DB-B6AA82B59F52}" type="pres">
      <dgm:prSet presAssocID="{D2E82627-9958-4D34-8707-7DF35D1AB614}" presName="c2text" presStyleLbl="node1" presStyleIdx="1" presStyleCnt="2">
        <dgm:presLayoutVars>
          <dgm:bulletEnabled val="1"/>
        </dgm:presLayoutVars>
      </dgm:prSet>
      <dgm:spPr/>
    </dgm:pt>
  </dgm:ptLst>
  <dgm:cxnLst>
    <dgm:cxn modelId="{C1604538-F40A-4349-ADEB-2DB5638B901B}" type="presOf" srcId="{0D8A2441-5611-46D9-957B-ED001B1A98B8}" destId="{77DC0E0E-A431-473F-98DB-B6AA82B59F52}" srcOrd="1" destOrd="0" presId="urn:microsoft.com/office/officeart/2005/8/layout/venn2"/>
    <dgm:cxn modelId="{204F4E4E-9393-473C-AD57-48D571CF2E2E}" srcId="{D2E82627-9958-4D34-8707-7DF35D1AB614}" destId="{31A5F4F8-C052-471E-A87B-A971E3448655}" srcOrd="0" destOrd="0" parTransId="{E07E341F-2755-4BD8-9195-A50BBA87DFA8}" sibTransId="{E82FA5C5-8C69-4405-BB04-870B6ED8FF81}"/>
    <dgm:cxn modelId="{D3F3615A-C38A-4F5B-BC90-6B4F9F78933C}" type="presOf" srcId="{D2E82627-9958-4D34-8707-7DF35D1AB614}" destId="{EB1CC1B2-27B5-4310-9920-A6B125432E69}" srcOrd="0" destOrd="0" presId="urn:microsoft.com/office/officeart/2005/8/layout/venn2"/>
    <dgm:cxn modelId="{56488490-04BF-4724-82CD-91B61541077B}" type="presOf" srcId="{31A5F4F8-C052-471E-A87B-A971E3448655}" destId="{46F410F8-ED8F-48BF-99AD-2F3FD9619ABB}" srcOrd="1" destOrd="0" presId="urn:microsoft.com/office/officeart/2005/8/layout/venn2"/>
    <dgm:cxn modelId="{955B13EA-DF67-4768-B27F-694283B58ADF}" type="presOf" srcId="{0D8A2441-5611-46D9-957B-ED001B1A98B8}" destId="{1D40D245-DB13-498E-8114-4776D6B7D778}" srcOrd="0" destOrd="0" presId="urn:microsoft.com/office/officeart/2005/8/layout/venn2"/>
    <dgm:cxn modelId="{32CBFCF3-138E-4AAB-B78A-064E0E838AFE}" srcId="{D2E82627-9958-4D34-8707-7DF35D1AB614}" destId="{0D8A2441-5611-46D9-957B-ED001B1A98B8}" srcOrd="1" destOrd="0" parTransId="{68740527-B3EF-44A8-B8B7-2C975F97EB27}" sibTransId="{7689AA95-61D2-4B9F-9C79-C0B34EF30D9B}"/>
    <dgm:cxn modelId="{A96C3AFA-4955-4761-8AD5-3A0144570D8C}" type="presOf" srcId="{31A5F4F8-C052-471E-A87B-A971E3448655}" destId="{22F4D3BB-E4F5-434F-9E63-8E1AE992D142}" srcOrd="0" destOrd="0" presId="urn:microsoft.com/office/officeart/2005/8/layout/venn2"/>
    <dgm:cxn modelId="{EB5B1F9B-2ABA-483B-9632-4FA4C388AFCA}" type="presParOf" srcId="{EB1CC1B2-27B5-4310-9920-A6B125432E69}" destId="{6B3C0CE3-9412-4639-8431-BA4387C0540F}" srcOrd="0" destOrd="0" presId="urn:microsoft.com/office/officeart/2005/8/layout/venn2"/>
    <dgm:cxn modelId="{D378D719-9E27-4751-9297-33E1F145E109}" type="presParOf" srcId="{6B3C0CE3-9412-4639-8431-BA4387C0540F}" destId="{22F4D3BB-E4F5-434F-9E63-8E1AE992D142}" srcOrd="0" destOrd="0" presId="urn:microsoft.com/office/officeart/2005/8/layout/venn2"/>
    <dgm:cxn modelId="{2376E71F-02CC-4142-9313-2DA5A0BEF41D}" type="presParOf" srcId="{6B3C0CE3-9412-4639-8431-BA4387C0540F}" destId="{46F410F8-ED8F-48BF-99AD-2F3FD9619ABB}" srcOrd="1" destOrd="0" presId="urn:microsoft.com/office/officeart/2005/8/layout/venn2"/>
    <dgm:cxn modelId="{E14C0100-36F0-47D8-8149-92CEAFD0DF3A}" type="presParOf" srcId="{EB1CC1B2-27B5-4310-9920-A6B125432E69}" destId="{B76C91A0-05E4-4695-AFF8-38EDB108A71B}" srcOrd="1" destOrd="0" presId="urn:microsoft.com/office/officeart/2005/8/layout/venn2"/>
    <dgm:cxn modelId="{2000EEF1-1AF5-4889-B603-EDBE3D6F3F07}" type="presParOf" srcId="{B76C91A0-05E4-4695-AFF8-38EDB108A71B}" destId="{1D40D245-DB13-498E-8114-4776D6B7D778}" srcOrd="0" destOrd="0" presId="urn:microsoft.com/office/officeart/2005/8/layout/venn2"/>
    <dgm:cxn modelId="{41BF9177-3207-4BC3-AB63-F81E293EB1CE}" type="presParOf" srcId="{B76C91A0-05E4-4695-AFF8-38EDB108A71B}" destId="{77DC0E0E-A431-473F-98DB-B6AA82B59F52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4D3BB-E4F5-434F-9E63-8E1AE992D142}">
      <dsp:nvSpPr>
        <dsp:cNvPr id="0" name=""/>
        <dsp:cNvSpPr/>
      </dsp:nvSpPr>
      <dsp:spPr>
        <a:xfrm>
          <a:off x="802692" y="0"/>
          <a:ext cx="4828435" cy="48284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Organizational theory</a:t>
          </a:r>
        </a:p>
      </dsp:txBody>
      <dsp:txXfrm>
        <a:off x="1949445" y="362132"/>
        <a:ext cx="2534928" cy="820833"/>
      </dsp:txXfrm>
    </dsp:sp>
    <dsp:sp modelId="{1D40D245-DB13-498E-8114-4776D6B7D778}">
      <dsp:nvSpPr>
        <dsp:cNvPr id="0" name=""/>
        <dsp:cNvSpPr/>
      </dsp:nvSpPr>
      <dsp:spPr>
        <a:xfrm>
          <a:off x="1406246" y="1207108"/>
          <a:ext cx="3621326" cy="36213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Management theory</a:t>
          </a:r>
        </a:p>
      </dsp:txBody>
      <dsp:txXfrm>
        <a:off x="1936577" y="2112440"/>
        <a:ext cx="2560664" cy="18106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1FD8-228D-45D2-F4DF-3956F6B96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D9984-7DCE-524E-53E1-AD41513E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6364D-8BFD-0A93-D54B-08B7171D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BD282-73A9-770C-E7C7-6226C01D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212E2-7B13-4835-87CE-2BEA1FD2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40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080D-903E-5561-B736-7A49DD7F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29354-7830-C388-E3B6-500019369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5749-D04F-0264-BE57-3719400E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93A5F-64CE-4D8E-2080-0C068066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1B68-91A0-3F50-E90E-851057CB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6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ACB5-6607-5FE6-9603-09AA9FD7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9C150-D282-FA1A-4FC4-E15C71F38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FADC2-148B-E644-D7DC-3A489E02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CB95-716F-2C11-0447-60985A14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56A9C-9A71-5351-46A8-439EB78F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89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2B90-6474-4523-3BD9-B365F209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CEA5-4EFA-5258-A624-F6EA767EC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FD77A-9877-5A38-54D8-8D6F153DE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89EE2-F969-B4AA-267F-9076B1D0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F9156-08F4-34DC-F2C8-4CD099F6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69098-116F-5CE1-D54F-38EA39B0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58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F7C7-2A30-6CFD-3FA5-546BB72D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76A49-54F9-037F-DC06-8DC75059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7625-C95E-C7F2-513D-D91C9D61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C4E4A-5FC0-FBDE-A358-EAB88966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B2968-D248-0212-9A53-8CC04C08C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02CA5-B7FB-E561-BAFE-2EC139B8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31292-BB77-80E7-D8E4-47FBCCA9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BA356-2359-B590-9AED-7E77DE82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7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BA1-0793-0D44-AF62-89C0A1D6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E3014-F4C7-236C-1F92-08CDD0AD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B4227-AD7E-3844-6235-C14D8F8F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270D9-DCA8-6664-5D0E-7A2122DB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42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7C13C-1060-9D70-621B-8B5D52D1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A35B8-E85E-89CC-2B6E-56C41664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77EC8-615B-92AE-426B-8398C0EE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84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BDC1-C498-6317-7C04-E121C5AC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32D61-374E-28F2-1A83-BA498F7B5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AFA52-0195-BCB5-10A4-EA175E638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2C8BE-6D6B-F5B0-759F-C91B3B52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E5447-FF87-E549-EB0C-19F7EA9B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C5345-6456-E40B-FD75-6208CC94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15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81F1-2F15-BAB8-9EB5-6B458B5A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B8A0E-BDD0-CBBB-68A2-5C408F5EE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8996E-6F95-464C-EBAF-16A024BD2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DA288-FD97-73F1-DCB2-2D60B8FB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35728-39C4-9679-BE33-89C7E65D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D9600-0A19-1B1A-E405-4146B772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09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B810-DE01-22B9-75DE-CA0BD74E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F69AA-3225-8599-AB49-04C7F0DE5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9FCE3-2054-6110-9C85-B2BA9F71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BB98F-B55F-CDE4-9BAF-A0C67C76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22341-F796-24C3-E10B-63837367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80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DB971-8145-793A-9684-EF02A56F8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4901C-B164-8A10-8E0D-11629364E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A34E6-592E-AE46-5CBD-D3DD938F4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2E37D-2CCB-CDFA-72BF-CB92E355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86B89-F112-6384-C909-24FC1DC5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58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F7FE-61AB-001F-D2D8-E0EEB340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3C15A-3066-8DFC-5812-80DB4E34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B1E9-932F-07D7-228A-0FA1E1DEE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68190-275F-B3AD-29A9-46EA62FDD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36061-BFA9-C2E4-33E8-CECFF3CBD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8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294B-7DC9-49B1-2A8C-FC44ECD21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A2E26-50C4-43CA-6A9E-094AE3EFB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PhD in Business Economics </a:t>
            </a:r>
          </a:p>
          <a:p>
            <a:endParaRPr lang="en-GB" dirty="0"/>
          </a:p>
          <a:p>
            <a:r>
              <a:rPr lang="en-GB" dirty="0"/>
              <a:t>Luis D. Torres, PhD.</a:t>
            </a:r>
          </a:p>
        </p:txBody>
      </p:sp>
    </p:spTree>
    <p:extLst>
      <p:ext uri="{BB962C8B-B14F-4D97-AF65-F5344CB8AC3E}">
        <p14:creationId xmlns:p14="http://schemas.microsoft.com/office/powerpoint/2010/main" val="389374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8BD0-9BB8-F5E7-BAF4-7957651F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1F08-1B86-1E9C-CDD6-203547261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Unit 1: The Organisational Theory Landscape: Mapping the field</a:t>
            </a:r>
          </a:p>
          <a:p>
            <a:pPr lvl="1"/>
            <a:r>
              <a:rPr lang="en-GB" dirty="0"/>
              <a:t>The evolution of organization theory </a:t>
            </a:r>
          </a:p>
          <a:p>
            <a:pPr lvl="1"/>
            <a:r>
              <a:rPr lang="en-GB" dirty="0"/>
              <a:t>Efficiency and rationality in organizations</a:t>
            </a:r>
          </a:p>
          <a:p>
            <a:endParaRPr lang="en-GB" dirty="0"/>
          </a:p>
          <a:p>
            <a:r>
              <a:rPr lang="en-GB" dirty="0"/>
              <a:t>The session focuses on evaluating organisational theory perspectives critically and understanding the evolution of the field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51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54E9-50CD-ECEE-EA61-4B4A5DA9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87381-EFA5-E4D7-7C3A-76E72D6FF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490" cy="4351338"/>
          </a:xfrm>
        </p:spPr>
        <p:txBody>
          <a:bodyPr/>
          <a:lstStyle/>
          <a:p>
            <a:r>
              <a:rPr lang="en-GB" dirty="0"/>
              <a:t>What is a theory?</a:t>
            </a:r>
          </a:p>
          <a:p>
            <a:endParaRPr lang="en-GB" dirty="0"/>
          </a:p>
          <a:p>
            <a:r>
              <a:rPr lang="en-GB" dirty="0"/>
              <a:t>What is management and organizational theory?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7794FD0-FAE6-EF41-A7DA-1D3F6BA9BA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6233012"/>
              </p:ext>
            </p:extLst>
          </p:nvPr>
        </p:nvGraphicFramePr>
        <p:xfrm>
          <a:off x="5554980" y="1348528"/>
          <a:ext cx="6433820" cy="4828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284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1A9A-6572-0077-1946-CA44AACD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3BF0-3265-A38F-8778-B5DACF9B1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GB" sz="2400" dirty="0"/>
              <a:t>To build a strong doctoral thesis, you must move beyond describing data and start explaining </a:t>
            </a:r>
            <a:r>
              <a:rPr lang="en-GB" sz="2400" b="1" dirty="0"/>
              <a:t>underlying mechanisms:</a:t>
            </a:r>
          </a:p>
          <a:p>
            <a:pPr lvl="1">
              <a:lnSpc>
                <a:spcPct val="110000"/>
              </a:lnSpc>
            </a:pPr>
            <a:r>
              <a:rPr lang="en-GB" sz="2000" dirty="0"/>
              <a:t>Use of references:</a:t>
            </a:r>
          </a:p>
          <a:p>
            <a:pPr lvl="2">
              <a:lnSpc>
                <a:spcPct val="110000"/>
              </a:lnSpc>
            </a:pPr>
            <a:r>
              <a:rPr lang="en-GB" sz="1800" dirty="0"/>
              <a:t>Mistake: Listing authors without explaining the internal logic</a:t>
            </a:r>
          </a:p>
          <a:p>
            <a:pPr lvl="2">
              <a:lnSpc>
                <a:spcPct val="110000"/>
              </a:lnSpc>
            </a:pPr>
            <a:r>
              <a:rPr lang="en-GB" sz="1800" dirty="0"/>
              <a:t>The right way: You must explain why the cited work supports your specific argument.</a:t>
            </a:r>
          </a:p>
          <a:p>
            <a:pPr lvl="1">
              <a:lnSpc>
                <a:spcPct val="110000"/>
              </a:lnSpc>
            </a:pPr>
            <a:r>
              <a:rPr lang="en-GB" sz="2000" dirty="0"/>
              <a:t>Use of data:</a:t>
            </a:r>
          </a:p>
          <a:p>
            <a:pPr lvl="2">
              <a:lnSpc>
                <a:spcPct val="110000"/>
              </a:lnSpc>
            </a:pPr>
            <a:r>
              <a:rPr lang="en-GB" sz="1800" dirty="0"/>
              <a:t>Mistake: Using empirical findings or "what happened" as an explanation for why it happened.</a:t>
            </a:r>
          </a:p>
          <a:p>
            <a:pPr lvl="2">
              <a:lnSpc>
                <a:spcPct val="110000"/>
              </a:lnSpc>
            </a:pPr>
            <a:r>
              <a:rPr lang="en-GB" sz="1800" dirty="0"/>
              <a:t>The right way: Data describes patterns; theory explains the causal reasons for those patterns.</a:t>
            </a:r>
          </a:p>
          <a:p>
            <a:pPr lvl="1">
              <a:lnSpc>
                <a:spcPct val="110000"/>
              </a:lnSpc>
            </a:pPr>
            <a:r>
              <a:rPr lang="en-GB" sz="2000" dirty="0"/>
              <a:t>Use of variables:</a:t>
            </a:r>
          </a:p>
          <a:p>
            <a:pPr lvl="2">
              <a:lnSpc>
                <a:spcPct val="110000"/>
              </a:lnSpc>
            </a:pPr>
            <a:r>
              <a:rPr lang="en-GB" sz="1800" dirty="0"/>
              <a:t>Mistake: Defining independent and dependent variables and assuming the list explains the relationship</a:t>
            </a:r>
          </a:p>
          <a:p>
            <a:pPr lvl="2">
              <a:lnSpc>
                <a:spcPct val="110000"/>
              </a:lnSpc>
            </a:pPr>
            <a:r>
              <a:rPr lang="en-GB" sz="1800" dirty="0"/>
              <a:t>The right way: You must explain the process by which Variable A leads to Variable B.</a:t>
            </a:r>
          </a:p>
          <a:p>
            <a:pPr lvl="1">
              <a:lnSpc>
                <a:spcPct val="110000"/>
              </a:lnSpc>
            </a:pPr>
            <a:r>
              <a:rPr lang="en-GB" sz="2000" dirty="0"/>
              <a:t>Use of hypothesis:</a:t>
            </a:r>
          </a:p>
          <a:p>
            <a:pPr lvl="2">
              <a:lnSpc>
                <a:spcPct val="110000"/>
              </a:lnSpc>
            </a:pPr>
            <a:r>
              <a:rPr lang="en-GB" sz="1600" dirty="0"/>
              <a:t>Mistake: Presenting a list of predictions (Hypothesis 1, 2, 3) without the "connective tissue“</a:t>
            </a:r>
          </a:p>
          <a:p>
            <a:pPr lvl="2">
              <a:lnSpc>
                <a:spcPct val="110000"/>
              </a:lnSpc>
            </a:pPr>
            <a:r>
              <a:rPr lang="en-GB" sz="1600" dirty="0"/>
              <a:t>The right way: Hypotheses are the conclusions of a theoretical argument, not the argument itself.</a:t>
            </a:r>
          </a:p>
          <a:p>
            <a:pPr>
              <a:lnSpc>
                <a:spcPct val="110000"/>
              </a:lnSpc>
            </a:pPr>
            <a:endParaRPr lang="en-GB" sz="2400" dirty="0"/>
          </a:p>
          <a:p>
            <a:pPr>
              <a:lnSpc>
                <a:spcPct val="11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987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C93F-01A0-3FD4-468C-D4691BA9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The evolution of management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A7E95-EF50-DFC8-B37C-3BAF18E92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516757" cy="458842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Classical School (Late 19th - Early 20th Century):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Scientific Management </a:t>
            </a:r>
            <a:r>
              <a:rPr lang="en-GB" sz="2000" dirty="0"/>
              <a:t>(Taylorism): Focused on maximising efficiency, finding the "the one best way" to perform a task, and labour productivity.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Administrative Management </a:t>
            </a:r>
            <a:r>
              <a:rPr lang="en-GB" sz="2000" dirty="0"/>
              <a:t>(Fayol): Focused on the formal structure of the organisation and the universal functions of management (planning, organising, commanding, coordinating, controlling).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Bureaucratic Management </a:t>
            </a:r>
            <a:r>
              <a:rPr lang="en-GB" sz="2000" dirty="0"/>
              <a:t>(Weber): Emphasised hierarchy, clear division of labour, and formal rules to ensure rationality.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1E901-EBB9-5F89-194A-E791A505EF6E}"/>
              </a:ext>
            </a:extLst>
          </p:cNvPr>
          <p:cNvSpPr txBox="1"/>
          <p:nvPr/>
        </p:nvSpPr>
        <p:spPr>
          <a:xfrm>
            <a:off x="9117495" y="2919508"/>
            <a:ext cx="24085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does these theories allow you to see clearly, and what does it force you to ignore?</a:t>
            </a:r>
          </a:p>
        </p:txBody>
      </p:sp>
      <p:pic>
        <p:nvPicPr>
          <p:cNvPr id="11" name="Picture 10" descr="The image depicts a silhouette of a human figure, standing with a puzzled expression, holding an open question mark symbol.&#10;&#10;AI-generated content may be incorrect.">
            <a:extLst>
              <a:ext uri="{FF2B5EF4-FFF2-40B4-BE49-F238E27FC236}">
                <a16:creationId xmlns:a16="http://schemas.microsoft.com/office/drawing/2014/main" id="{F59C5B7F-5187-68F3-C0BB-E27D6A672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949" y="4850296"/>
            <a:ext cx="1901686" cy="190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58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D23B-9BFC-E38E-4B32-8A22347D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evolution of management theory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C502F0-2951-4BE1-83A6-FBC383F1E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648134"/>
              </p:ext>
            </p:extLst>
          </p:nvPr>
        </p:nvGraphicFramePr>
        <p:xfrm>
          <a:off x="838200" y="2720251"/>
          <a:ext cx="10515600" cy="22250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373258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994922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663957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06691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Theory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Focus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The omission 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Modern Implication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568684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Scientific Management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Task Efficiency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Human Psychology/Well-being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Algorithmic management (Uber/Amazon).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4758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Administrative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Universal Principles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Local Culture/Context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Global vs. Local management tensions.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94286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Bureaucracy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Rational Rules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Flexibility/Innovation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Difficulty in "Wicked Problem" solving.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84611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27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1530-4F3F-2040-2E4D-7209E02D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evolution of management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8E64A-2726-639B-108B-9C0830296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400" dirty="0"/>
              <a:t>Behavioural School (1920s - 1950s):</a:t>
            </a:r>
          </a:p>
          <a:p>
            <a:pPr lvl="1">
              <a:lnSpc>
                <a:spcPct val="110000"/>
              </a:lnSpc>
            </a:pPr>
            <a:r>
              <a:rPr lang="en-GB" sz="2000" b="1" dirty="0"/>
              <a:t>Human Relations</a:t>
            </a:r>
            <a:r>
              <a:rPr lang="en-GB" sz="2000" dirty="0"/>
              <a:t>: Initiated by the Hawthorne Studies, shifting focus from mechanical efficiency to human relations, group dynamics, and employee motivation.</a:t>
            </a:r>
          </a:p>
          <a:p>
            <a:pPr lvl="2">
              <a:lnSpc>
                <a:spcPct val="110000"/>
              </a:lnSpc>
            </a:pPr>
            <a:r>
              <a:rPr lang="en-GB" sz="1600" dirty="0"/>
              <a:t>Western Electric accidentally discovered that workers are not just motivated by money (Classical view) but by being observed and belonging to a group.</a:t>
            </a:r>
          </a:p>
          <a:p>
            <a:pPr lvl="2">
              <a:lnSpc>
                <a:spcPct val="110000"/>
              </a:lnSpc>
            </a:pPr>
            <a:r>
              <a:rPr lang="en-GB" sz="1600" dirty="0"/>
              <a:t>Scientific Management treated workers as interchangeable parts, the Behavioural school treats them as social beings.</a:t>
            </a:r>
          </a:p>
          <a:p>
            <a:pPr lvl="2">
              <a:lnSpc>
                <a:spcPct val="110000"/>
              </a:lnSpc>
            </a:pPr>
            <a:r>
              <a:rPr lang="en-GB" sz="1600" dirty="0"/>
              <a:t>Classical theory focuses on the formal org chart. Behavioural theory focuses on the informal group dynamics.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What do you think: Behavioural school sometimes omits the reality of power and conflict in organisation by assuming everyone can be happy if they just feel included.</a:t>
            </a:r>
          </a:p>
          <a:p>
            <a:endParaRPr lang="en-GB" dirty="0"/>
          </a:p>
        </p:txBody>
      </p:sp>
      <p:pic>
        <p:nvPicPr>
          <p:cNvPr id="4" name="Picture 3" descr="The image depicts a silhouette of a human figure, standing with a puzzled expression, holding an open question mark symbol.&#10;&#10;AI-generated content may be incorrect.">
            <a:extLst>
              <a:ext uri="{FF2B5EF4-FFF2-40B4-BE49-F238E27FC236}">
                <a16:creationId xmlns:a16="http://schemas.microsoft.com/office/drawing/2014/main" id="{648E194C-217D-1393-0100-4BCA4A38E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686" y="5701541"/>
            <a:ext cx="950844" cy="95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7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80D5-BF4A-A045-1D2C-81365386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evolution of management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7DB8A-C3B8-1736-FAA4-E44BFC32E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16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Quantitative School (Post-WWII):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Introduced mathematical modelling, statistics, and computer simulations to optimise organizational decision-making</a:t>
            </a:r>
          </a:p>
          <a:p>
            <a:pPr>
              <a:lnSpc>
                <a:spcPct val="110000"/>
              </a:lnSpc>
            </a:pPr>
            <a:r>
              <a:rPr lang="en-GB" dirty="0"/>
              <a:t>Systems &amp; Contingency Theories (1960s - 1970s):</a:t>
            </a:r>
          </a:p>
          <a:p>
            <a:pPr lvl="1">
              <a:lnSpc>
                <a:spcPct val="110000"/>
              </a:lnSpc>
            </a:pPr>
            <a:r>
              <a:rPr lang="en-GB" b="1" dirty="0"/>
              <a:t>Systems Theory</a:t>
            </a:r>
            <a:r>
              <a:rPr lang="en-GB" dirty="0"/>
              <a:t>: Views the organization as a set of interrelated parts that interact with an external environment.</a:t>
            </a:r>
          </a:p>
          <a:p>
            <a:pPr lvl="1">
              <a:lnSpc>
                <a:spcPct val="110000"/>
              </a:lnSpc>
            </a:pPr>
            <a:r>
              <a:rPr lang="en-GB" b="1" dirty="0"/>
              <a:t>Contingency Theory</a:t>
            </a:r>
            <a:r>
              <a:rPr lang="en-GB" dirty="0"/>
              <a:t>: Argues there is no "one best way" to manage; the most effective approach depends on the specific situation or "contingency".</a:t>
            </a:r>
          </a:p>
          <a:p>
            <a:pPr>
              <a:lnSpc>
                <a:spcPct val="110000"/>
              </a:lnSpc>
            </a:pPr>
            <a:r>
              <a:rPr lang="en-GB" dirty="0"/>
              <a:t>Contemporary &amp; Global Era (1980s - Present):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Focuses on Total Quality Management (TQM), the Learning Organisation, and managing in a globalized, hyper-competitive landscape</a:t>
            </a:r>
          </a:p>
        </p:txBody>
      </p:sp>
    </p:spTree>
    <p:extLst>
      <p:ext uri="{BB962C8B-B14F-4D97-AF65-F5344CB8AC3E}">
        <p14:creationId xmlns:p14="http://schemas.microsoft.com/office/powerpoint/2010/main" val="175377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EFB1-8452-15F1-411C-F087F71D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evolution of management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D61B5-2CA1-432A-32CE-BAD0729EC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48050" cy="4540885"/>
          </a:xfrm>
        </p:spPr>
        <p:txBody>
          <a:bodyPr>
            <a:normAutofit/>
          </a:bodyPr>
          <a:lstStyle/>
          <a:p>
            <a:r>
              <a:rPr lang="en-GB" sz="2400" dirty="0"/>
              <a:t>Modern management continue to evolve by integrating theories </a:t>
            </a:r>
          </a:p>
          <a:p>
            <a:r>
              <a:rPr lang="en-GB" sz="2400" dirty="0"/>
              <a:t>Older approaches have become embedded in more contemporary forms of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CFB06-B122-F5F9-4D33-31F1EE7B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336" y="1451610"/>
            <a:ext cx="7352854" cy="517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6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E0D49-46A8-9513-5279-F4F6B24B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evolution of management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EF069-F26A-A1D5-F4EA-03EDC7A82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Why, after 80 years of formal study, do we still lack a unified theory of management?</a:t>
            </a:r>
          </a:p>
          <a:p>
            <a:pPr>
              <a:lnSpc>
                <a:spcPct val="110000"/>
              </a:lnSpc>
            </a:pPr>
            <a:endParaRPr lang="en-GB" dirty="0"/>
          </a:p>
          <a:p>
            <a:pPr>
              <a:lnSpc>
                <a:spcPct val="110000"/>
              </a:lnSpc>
            </a:pPr>
            <a:r>
              <a:rPr lang="en-GB" dirty="0"/>
              <a:t>Does the current lack of integration in the field provide an opportunity for your PhD thesis, or is it a barrier?</a:t>
            </a:r>
          </a:p>
        </p:txBody>
      </p:sp>
      <p:pic>
        <p:nvPicPr>
          <p:cNvPr id="4" name="Picture 3" descr="The image depicts a silhouette of a human figure, standing with a puzzled expression, holding an open question mark symbol.&#10;&#10;AI-generated content may be incorrect.">
            <a:extLst>
              <a:ext uri="{FF2B5EF4-FFF2-40B4-BE49-F238E27FC236}">
                <a16:creationId xmlns:a16="http://schemas.microsoft.com/office/drawing/2014/main" id="{095E5DFA-C7FD-54EB-46F9-6227BCA3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314" y="0"/>
            <a:ext cx="1901686" cy="190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7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4F4E-15ED-6C32-6050-E9BE72BE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 careful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2890D-3778-5C37-5978-ED214DF4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Management progress isn't always linear or strictly "scientific." Instead, it is a "fashion industry" where consultants, business schools, and gurus co-create "innovative" techniques to satisfy a demand for progress</a:t>
            </a:r>
          </a:p>
          <a:p>
            <a:endParaRPr lang="en-GB" dirty="0"/>
          </a:p>
          <a:p>
            <a:r>
              <a:rPr lang="en-GB" dirty="0"/>
              <a:t>Identify a "fashionable" concept typically used today by organisations</a:t>
            </a:r>
          </a:p>
          <a:p>
            <a:endParaRPr lang="en-GB" dirty="0"/>
          </a:p>
          <a:p>
            <a:r>
              <a:rPr lang="en-GB" dirty="0"/>
              <a:t>Discuss how these concepts gain legitimacy. Is it because they are empirically proven to work (rationality), or because they "look" modern and progressive (rhetoric)?</a:t>
            </a:r>
          </a:p>
        </p:txBody>
      </p:sp>
    </p:spTree>
    <p:extLst>
      <p:ext uri="{BB962C8B-B14F-4D97-AF65-F5344CB8AC3E}">
        <p14:creationId xmlns:p14="http://schemas.microsoft.com/office/powerpoint/2010/main" val="332223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A96B-7B9C-8F58-41F3-1F9715A68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 careful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4B6ED6-C360-320B-2E8A-54CC8EBF5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7532656"/>
              </p:ext>
            </p:extLst>
          </p:nvPr>
        </p:nvGraphicFramePr>
        <p:xfrm>
          <a:off x="755374" y="2505786"/>
          <a:ext cx="10515600" cy="35966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567751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326913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353827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65439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Concept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Key Driver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Main Criticism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Research Caution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529275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Management fashion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Demand for Progress and Novelty.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Short-lived; often lacks deep empirical grounding.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Avoid "buzzword" research; look for the enduring theory underneath.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0848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Rationality myth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The need for organisations to appear efficient.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Efficiency is often a performance for stakeholders, not a reality.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Question if the "efficiency" you are measuring is real or symbolic.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670766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Theoretical omissions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Disciplinary boundaries (Sociology vs. Economics).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You cannot see what your theory doesn't have a word for.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Always state your theoretical assumptions and what they "omit."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7514599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2D5D8BA-9E9E-0D70-513B-2A647DEC6BBC}"/>
              </a:ext>
            </a:extLst>
          </p:cNvPr>
          <p:cNvSpPr txBox="1"/>
          <p:nvPr/>
        </p:nvSpPr>
        <p:spPr>
          <a:xfrm>
            <a:off x="755374" y="1660195"/>
            <a:ext cx="9024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But this is not the only challenge in management theory (and other fields too).</a:t>
            </a:r>
          </a:p>
        </p:txBody>
      </p:sp>
    </p:spTree>
    <p:extLst>
      <p:ext uri="{BB962C8B-B14F-4D97-AF65-F5344CB8AC3E}">
        <p14:creationId xmlns:p14="http://schemas.microsoft.com/office/powerpoint/2010/main" val="312124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9F64-138E-56DB-3B2C-A3BF4EF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22668-D0B1-9D46-F174-5E528CFED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As a PhD researcher, how do you ensure your theoretical framework isn't just a 'fashionable' lens that makes you blind to the most critical aspects of your research problem?</a:t>
            </a:r>
          </a:p>
        </p:txBody>
      </p:sp>
      <p:pic>
        <p:nvPicPr>
          <p:cNvPr id="4" name="Picture 3" descr="The image depicts a silhouette of a human figure, standing with a puzzled expression, holding an open question mark symbol.&#10;&#10;AI-generated content may be incorrect.">
            <a:extLst>
              <a:ext uri="{FF2B5EF4-FFF2-40B4-BE49-F238E27FC236}">
                <a16:creationId xmlns:a16="http://schemas.microsoft.com/office/drawing/2014/main" id="{ABE81029-CEE8-BAE6-4FF7-43B101BC0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140" y="4275277"/>
            <a:ext cx="1901686" cy="190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94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3F06-EB0B-4E85-1E73-1CA604C7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pic>
        <p:nvPicPr>
          <p:cNvPr id="5" name="Picture 4" descr="A cartoon of people holding an elephant&#10;&#10;AI-generated content may be incorrect.">
            <a:extLst>
              <a:ext uri="{FF2B5EF4-FFF2-40B4-BE49-F238E27FC236}">
                <a16:creationId xmlns:a16="http://schemas.microsoft.com/office/drawing/2014/main" id="{CB6D83A7-D8C7-F667-A81C-2915963BA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617" y="1493159"/>
            <a:ext cx="6126071" cy="519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97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946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Google Sans Text</vt:lpstr>
      <vt:lpstr>Office Theme</vt:lpstr>
      <vt:lpstr>Management</vt:lpstr>
      <vt:lpstr>Agenda and Objective</vt:lpstr>
      <vt:lpstr>Introduction</vt:lpstr>
      <vt:lpstr>Using theory</vt:lpstr>
      <vt:lpstr>The evolution of management theory </vt:lpstr>
      <vt:lpstr>The evolution of management theory </vt:lpstr>
      <vt:lpstr>The evolution of management theory </vt:lpstr>
      <vt:lpstr>The evolution of management theory </vt:lpstr>
      <vt:lpstr>The evolution of management theory </vt:lpstr>
      <vt:lpstr>The evolution of management theory </vt:lpstr>
      <vt:lpstr>Be careful</vt:lpstr>
      <vt:lpstr>Be careful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Dario Torres</dc:creator>
  <cp:lastModifiedBy>Luis Torres-Retamal (staff)</cp:lastModifiedBy>
  <cp:revision>1</cp:revision>
  <dcterms:created xsi:type="dcterms:W3CDTF">2025-03-31T12:25:35Z</dcterms:created>
  <dcterms:modified xsi:type="dcterms:W3CDTF">2026-03-04T20:23:08Z</dcterms:modified>
</cp:coreProperties>
</file>