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93" r:id="rId4"/>
    <p:sldId id="340" r:id="rId5"/>
    <p:sldId id="298" r:id="rId6"/>
    <p:sldId id="273" r:id="rId7"/>
    <p:sldId id="274" r:id="rId8"/>
    <p:sldId id="275" r:id="rId9"/>
    <p:sldId id="282" r:id="rId10"/>
    <p:sldId id="276" r:id="rId11"/>
    <p:sldId id="277" r:id="rId12"/>
    <p:sldId id="278" r:id="rId13"/>
    <p:sldId id="279" r:id="rId14"/>
    <p:sldId id="280" r:id="rId15"/>
    <p:sldId id="327" r:id="rId16"/>
    <p:sldId id="332" r:id="rId17"/>
    <p:sldId id="333" r:id="rId18"/>
    <p:sldId id="334" r:id="rId19"/>
    <p:sldId id="335" r:id="rId20"/>
    <p:sldId id="339" r:id="rId21"/>
    <p:sldId id="268" r:id="rId22"/>
    <p:sldId id="269" r:id="rId23"/>
    <p:sldId id="270" r:id="rId24"/>
    <p:sldId id="337" r:id="rId25"/>
    <p:sldId id="266" r:id="rId26"/>
    <p:sldId id="271" r:id="rId27"/>
    <p:sldId id="33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DBA0D8-86EA-4CF3-86F0-C7670DEBD8DA}" v="37" dt="2026-03-22T19:28:31.7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3447" autoAdjust="0"/>
  </p:normalViewPr>
  <p:slideViewPr>
    <p:cSldViewPr snapToGrid="0">
      <p:cViewPr varScale="1">
        <p:scale>
          <a:sx n="77" d="100"/>
          <a:sy n="77" d="100"/>
        </p:scale>
        <p:origin x="609" y="2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s Torres" userId="d0083da5-80e0-407a-8e2b-3b7dd858bc0f" providerId="ADAL" clId="{7EEDEFD5-4BCA-4016-BE06-9E58D10BB4F4}"/>
    <pc:docChg chg="undo custSel addSld delSld modSld sldOrd">
      <pc:chgData name="Luis Torres" userId="d0083da5-80e0-407a-8e2b-3b7dd858bc0f" providerId="ADAL" clId="{7EEDEFD5-4BCA-4016-BE06-9E58D10BB4F4}" dt="2026-03-22T19:28:31.745" v="982"/>
      <pc:docMkLst>
        <pc:docMk/>
      </pc:docMkLst>
      <pc:sldChg chg="modSp mod">
        <pc:chgData name="Luis Torres" userId="d0083da5-80e0-407a-8e2b-3b7dd858bc0f" providerId="ADAL" clId="{7EEDEFD5-4BCA-4016-BE06-9E58D10BB4F4}" dt="2026-03-22T19:09:51.855" v="716" actId="20577"/>
        <pc:sldMkLst>
          <pc:docMk/>
          <pc:sldMk cId="3365187976" sldId="257"/>
        </pc:sldMkLst>
        <pc:spChg chg="mod">
          <ac:chgData name="Luis Torres" userId="d0083da5-80e0-407a-8e2b-3b7dd858bc0f" providerId="ADAL" clId="{7EEDEFD5-4BCA-4016-BE06-9E58D10BB4F4}" dt="2026-03-22T19:09:37.515" v="693" actId="404"/>
          <ac:spMkLst>
            <pc:docMk/>
            <pc:sldMk cId="3365187976" sldId="257"/>
            <ac:spMk id="2" creationId="{B7548BD0-9BB8-F5E7-BAF4-7957651F78B3}"/>
          </ac:spMkLst>
        </pc:spChg>
        <pc:spChg chg="mod">
          <ac:chgData name="Luis Torres" userId="d0083da5-80e0-407a-8e2b-3b7dd858bc0f" providerId="ADAL" clId="{7EEDEFD5-4BCA-4016-BE06-9E58D10BB4F4}" dt="2026-03-22T19:09:51.855" v="716" actId="20577"/>
          <ac:spMkLst>
            <pc:docMk/>
            <pc:sldMk cId="3365187976" sldId="257"/>
            <ac:spMk id="3" creationId="{41F21F08-1B86-1E9C-CDD6-203547261EE6}"/>
          </ac:spMkLst>
        </pc:spChg>
      </pc:sldChg>
      <pc:sldChg chg="modSp del mod">
        <pc:chgData name="Luis Torres" userId="d0083da5-80e0-407a-8e2b-3b7dd858bc0f" providerId="ADAL" clId="{7EEDEFD5-4BCA-4016-BE06-9E58D10BB4F4}" dt="2026-03-22T17:19:50.195" v="14" actId="47"/>
        <pc:sldMkLst>
          <pc:docMk/>
          <pc:sldMk cId="1082818824" sldId="258"/>
        </pc:sldMkLst>
        <pc:spChg chg="mod">
          <ac:chgData name="Luis Torres" userId="d0083da5-80e0-407a-8e2b-3b7dd858bc0f" providerId="ADAL" clId="{7EEDEFD5-4BCA-4016-BE06-9E58D10BB4F4}" dt="2026-03-22T17:19:43.439" v="12" actId="6549"/>
          <ac:spMkLst>
            <pc:docMk/>
            <pc:sldMk cId="1082818824" sldId="258"/>
            <ac:spMk id="3" creationId="{2F33D024-7144-DE41-344A-83951140C6DB}"/>
          </ac:spMkLst>
        </pc:spChg>
      </pc:sldChg>
      <pc:sldChg chg="del">
        <pc:chgData name="Luis Torres" userId="d0083da5-80e0-407a-8e2b-3b7dd858bc0f" providerId="ADAL" clId="{7EEDEFD5-4BCA-4016-BE06-9E58D10BB4F4}" dt="2026-03-22T19:08:13.788" v="681" actId="47"/>
        <pc:sldMkLst>
          <pc:docMk/>
          <pc:sldMk cId="55747878" sldId="259"/>
        </pc:sldMkLst>
      </pc:sldChg>
      <pc:sldChg chg="del">
        <pc:chgData name="Luis Torres" userId="d0083da5-80e0-407a-8e2b-3b7dd858bc0f" providerId="ADAL" clId="{7EEDEFD5-4BCA-4016-BE06-9E58D10BB4F4}" dt="2026-03-22T19:08:20.230" v="682" actId="47"/>
        <pc:sldMkLst>
          <pc:docMk/>
          <pc:sldMk cId="2690400332" sldId="260"/>
        </pc:sldMkLst>
      </pc:sldChg>
      <pc:sldChg chg="add del">
        <pc:chgData name="Luis Torres" userId="d0083da5-80e0-407a-8e2b-3b7dd858bc0f" providerId="ADAL" clId="{7EEDEFD5-4BCA-4016-BE06-9E58D10BB4F4}" dt="2026-03-22T19:08:06.529" v="680" actId="47"/>
        <pc:sldMkLst>
          <pc:docMk/>
          <pc:sldMk cId="2786768607" sldId="261"/>
        </pc:sldMkLst>
      </pc:sldChg>
      <pc:sldChg chg="del">
        <pc:chgData name="Luis Torres" userId="d0083da5-80e0-407a-8e2b-3b7dd858bc0f" providerId="ADAL" clId="{7EEDEFD5-4BCA-4016-BE06-9E58D10BB4F4}" dt="2026-03-22T19:08:22.837" v="683" actId="47"/>
        <pc:sldMkLst>
          <pc:docMk/>
          <pc:sldMk cId="3123229140" sldId="262"/>
        </pc:sldMkLst>
      </pc:sldChg>
      <pc:sldChg chg="del">
        <pc:chgData name="Luis Torres" userId="d0083da5-80e0-407a-8e2b-3b7dd858bc0f" providerId="ADAL" clId="{7EEDEFD5-4BCA-4016-BE06-9E58D10BB4F4}" dt="2026-03-22T19:07:52.582" v="676" actId="47"/>
        <pc:sldMkLst>
          <pc:docMk/>
          <pc:sldMk cId="2325806381" sldId="263"/>
        </pc:sldMkLst>
      </pc:sldChg>
      <pc:sldChg chg="del">
        <pc:chgData name="Luis Torres" userId="d0083da5-80e0-407a-8e2b-3b7dd858bc0f" providerId="ADAL" clId="{7EEDEFD5-4BCA-4016-BE06-9E58D10BB4F4}" dt="2026-03-22T19:07:55.914" v="677" actId="47"/>
        <pc:sldMkLst>
          <pc:docMk/>
          <pc:sldMk cId="819036565" sldId="264"/>
        </pc:sldMkLst>
      </pc:sldChg>
      <pc:sldChg chg="del">
        <pc:chgData name="Luis Torres" userId="d0083da5-80e0-407a-8e2b-3b7dd858bc0f" providerId="ADAL" clId="{7EEDEFD5-4BCA-4016-BE06-9E58D10BB4F4}" dt="2026-03-22T19:06:29.295" v="668" actId="47"/>
        <pc:sldMkLst>
          <pc:docMk/>
          <pc:sldMk cId="1138252014" sldId="265"/>
        </pc:sldMkLst>
      </pc:sldChg>
      <pc:sldChg chg="modSp mod ord">
        <pc:chgData name="Luis Torres" userId="d0083da5-80e0-407a-8e2b-3b7dd858bc0f" providerId="ADAL" clId="{7EEDEFD5-4BCA-4016-BE06-9E58D10BB4F4}" dt="2026-03-22T19:28:21.378" v="981" actId="1076"/>
        <pc:sldMkLst>
          <pc:docMk/>
          <pc:sldMk cId="825282660" sldId="266"/>
        </pc:sldMkLst>
        <pc:spChg chg="mod">
          <ac:chgData name="Luis Torres" userId="d0083da5-80e0-407a-8e2b-3b7dd858bc0f" providerId="ADAL" clId="{7EEDEFD5-4BCA-4016-BE06-9E58D10BB4F4}" dt="2026-03-22T19:28:07.125" v="978" actId="27636"/>
          <ac:spMkLst>
            <pc:docMk/>
            <pc:sldMk cId="825282660" sldId="266"/>
            <ac:spMk id="2" creationId="{86E5ECFA-2A14-7B0D-D4E8-7DA7707F46FA}"/>
          </ac:spMkLst>
        </pc:spChg>
        <pc:spChg chg="mod">
          <ac:chgData name="Luis Torres" userId="d0083da5-80e0-407a-8e2b-3b7dd858bc0f" providerId="ADAL" clId="{7EEDEFD5-4BCA-4016-BE06-9E58D10BB4F4}" dt="2026-03-22T19:28:21.378" v="981" actId="1076"/>
          <ac:spMkLst>
            <pc:docMk/>
            <pc:sldMk cId="825282660" sldId="266"/>
            <ac:spMk id="5" creationId="{D9FBB91F-E0D5-6287-5C0D-43E85CE25304}"/>
          </ac:spMkLst>
        </pc:spChg>
      </pc:sldChg>
      <pc:sldChg chg="delSp del mod">
        <pc:chgData name="Luis Torres" userId="d0083da5-80e0-407a-8e2b-3b7dd858bc0f" providerId="ADAL" clId="{7EEDEFD5-4BCA-4016-BE06-9E58D10BB4F4}" dt="2026-03-22T19:06:10.465" v="661" actId="47"/>
        <pc:sldMkLst>
          <pc:docMk/>
          <pc:sldMk cId="2177243153" sldId="267"/>
        </pc:sldMkLst>
        <pc:spChg chg="del">
          <ac:chgData name="Luis Torres" userId="d0083da5-80e0-407a-8e2b-3b7dd858bc0f" providerId="ADAL" clId="{7EEDEFD5-4BCA-4016-BE06-9E58D10BB4F4}" dt="2026-03-22T19:05:23.485" v="649" actId="478"/>
          <ac:spMkLst>
            <pc:docMk/>
            <pc:sldMk cId="2177243153" sldId="267"/>
            <ac:spMk id="19" creationId="{4C7A2E46-86B0-DEDC-E039-1746F392C2DF}"/>
          </ac:spMkLst>
        </pc:spChg>
        <pc:spChg chg="del">
          <ac:chgData name="Luis Torres" userId="d0083da5-80e0-407a-8e2b-3b7dd858bc0f" providerId="ADAL" clId="{7EEDEFD5-4BCA-4016-BE06-9E58D10BB4F4}" dt="2026-03-22T19:05:20.625" v="647" actId="478"/>
          <ac:spMkLst>
            <pc:docMk/>
            <pc:sldMk cId="2177243153" sldId="267"/>
            <ac:spMk id="20" creationId="{07D22706-B2D0-A00D-6EE8-E0F32B68B024}"/>
          </ac:spMkLst>
        </pc:spChg>
        <pc:spChg chg="del">
          <ac:chgData name="Luis Torres" userId="d0083da5-80e0-407a-8e2b-3b7dd858bc0f" providerId="ADAL" clId="{7EEDEFD5-4BCA-4016-BE06-9E58D10BB4F4}" dt="2026-03-22T19:05:21.868" v="648" actId="478"/>
          <ac:spMkLst>
            <pc:docMk/>
            <pc:sldMk cId="2177243153" sldId="267"/>
            <ac:spMk id="22" creationId="{B91F3CE9-7E6D-5AD2-5EF5-79992D777C44}"/>
          </ac:spMkLst>
        </pc:spChg>
      </pc:sldChg>
      <pc:sldChg chg="delSp mod ord">
        <pc:chgData name="Luis Torres" userId="d0083da5-80e0-407a-8e2b-3b7dd858bc0f" providerId="ADAL" clId="{7EEDEFD5-4BCA-4016-BE06-9E58D10BB4F4}" dt="2026-03-22T19:27:35.555" v="972" actId="478"/>
        <pc:sldMkLst>
          <pc:docMk/>
          <pc:sldMk cId="3834167863" sldId="268"/>
        </pc:sldMkLst>
        <pc:spChg chg="del">
          <ac:chgData name="Luis Torres" userId="d0083da5-80e0-407a-8e2b-3b7dd858bc0f" providerId="ADAL" clId="{7EEDEFD5-4BCA-4016-BE06-9E58D10BB4F4}" dt="2026-03-22T19:27:35.555" v="972" actId="478"/>
          <ac:spMkLst>
            <pc:docMk/>
            <pc:sldMk cId="3834167863" sldId="268"/>
            <ac:spMk id="20" creationId="{B77B4758-B3AC-0F21-0801-81CD450BDC30}"/>
          </ac:spMkLst>
        </pc:spChg>
      </pc:sldChg>
      <pc:sldChg chg="ord">
        <pc:chgData name="Luis Torres" userId="d0083da5-80e0-407a-8e2b-3b7dd858bc0f" providerId="ADAL" clId="{7EEDEFD5-4BCA-4016-BE06-9E58D10BB4F4}" dt="2026-03-22T19:27:39.900" v="974"/>
        <pc:sldMkLst>
          <pc:docMk/>
          <pc:sldMk cId="4036920515" sldId="269"/>
        </pc:sldMkLst>
      </pc:sldChg>
      <pc:sldChg chg="ord">
        <pc:chgData name="Luis Torres" userId="d0083da5-80e0-407a-8e2b-3b7dd858bc0f" providerId="ADAL" clId="{7EEDEFD5-4BCA-4016-BE06-9E58D10BB4F4}" dt="2026-03-22T19:27:47.573" v="976"/>
        <pc:sldMkLst>
          <pc:docMk/>
          <pc:sldMk cId="2600318483" sldId="270"/>
        </pc:sldMkLst>
      </pc:sldChg>
      <pc:sldChg chg="modSp ord">
        <pc:chgData name="Luis Torres" userId="d0083da5-80e0-407a-8e2b-3b7dd858bc0f" providerId="ADAL" clId="{7EEDEFD5-4BCA-4016-BE06-9E58D10BB4F4}" dt="2026-03-22T19:28:31.745" v="982"/>
        <pc:sldMkLst>
          <pc:docMk/>
          <pc:sldMk cId="3344903155" sldId="271"/>
        </pc:sldMkLst>
        <pc:spChg chg="mod">
          <ac:chgData name="Luis Torres" userId="d0083da5-80e0-407a-8e2b-3b7dd858bc0f" providerId="ADAL" clId="{7EEDEFD5-4BCA-4016-BE06-9E58D10BB4F4}" dt="2026-03-22T19:28:31.745" v="982"/>
          <ac:spMkLst>
            <pc:docMk/>
            <pc:sldMk cId="3344903155" sldId="271"/>
            <ac:spMk id="2" creationId="{4A7E2D31-58C5-008B-6F5D-BB276800BFEE}"/>
          </ac:spMkLst>
        </pc:spChg>
      </pc:sldChg>
      <pc:sldChg chg="add">
        <pc:chgData name="Luis Torres" userId="d0083da5-80e0-407a-8e2b-3b7dd858bc0f" providerId="ADAL" clId="{7EEDEFD5-4BCA-4016-BE06-9E58D10BB4F4}" dt="2026-03-22T17:11:50.255" v="0"/>
        <pc:sldMkLst>
          <pc:docMk/>
          <pc:sldMk cId="3022172470" sldId="273"/>
        </pc:sldMkLst>
      </pc:sldChg>
      <pc:sldChg chg="add">
        <pc:chgData name="Luis Torres" userId="d0083da5-80e0-407a-8e2b-3b7dd858bc0f" providerId="ADAL" clId="{7EEDEFD5-4BCA-4016-BE06-9E58D10BB4F4}" dt="2026-03-22T17:12:12.025" v="1"/>
        <pc:sldMkLst>
          <pc:docMk/>
          <pc:sldMk cId="55854507" sldId="274"/>
        </pc:sldMkLst>
      </pc:sldChg>
      <pc:sldChg chg="add">
        <pc:chgData name="Luis Torres" userId="d0083da5-80e0-407a-8e2b-3b7dd858bc0f" providerId="ADAL" clId="{7EEDEFD5-4BCA-4016-BE06-9E58D10BB4F4}" dt="2026-03-22T17:12:34.055" v="2"/>
        <pc:sldMkLst>
          <pc:docMk/>
          <pc:sldMk cId="3371773756" sldId="275"/>
        </pc:sldMkLst>
      </pc:sldChg>
      <pc:sldChg chg="add">
        <pc:chgData name="Luis Torres" userId="d0083da5-80e0-407a-8e2b-3b7dd858bc0f" providerId="ADAL" clId="{7EEDEFD5-4BCA-4016-BE06-9E58D10BB4F4}" dt="2026-03-22T17:12:58.615" v="3"/>
        <pc:sldMkLst>
          <pc:docMk/>
          <pc:sldMk cId="3948793389" sldId="276"/>
        </pc:sldMkLst>
      </pc:sldChg>
      <pc:sldChg chg="add">
        <pc:chgData name="Luis Torres" userId="d0083da5-80e0-407a-8e2b-3b7dd858bc0f" providerId="ADAL" clId="{7EEDEFD5-4BCA-4016-BE06-9E58D10BB4F4}" dt="2026-03-22T17:12:58.615" v="3"/>
        <pc:sldMkLst>
          <pc:docMk/>
          <pc:sldMk cId="1720911593" sldId="277"/>
        </pc:sldMkLst>
      </pc:sldChg>
      <pc:sldChg chg="add">
        <pc:chgData name="Luis Torres" userId="d0083da5-80e0-407a-8e2b-3b7dd858bc0f" providerId="ADAL" clId="{7EEDEFD5-4BCA-4016-BE06-9E58D10BB4F4}" dt="2026-03-22T17:13:27.118" v="4"/>
        <pc:sldMkLst>
          <pc:docMk/>
          <pc:sldMk cId="2335180442" sldId="278"/>
        </pc:sldMkLst>
      </pc:sldChg>
      <pc:sldChg chg="modSp add mod">
        <pc:chgData name="Luis Torres" userId="d0083da5-80e0-407a-8e2b-3b7dd858bc0f" providerId="ADAL" clId="{7EEDEFD5-4BCA-4016-BE06-9E58D10BB4F4}" dt="2026-03-22T17:13:56.315" v="8" actId="20577"/>
        <pc:sldMkLst>
          <pc:docMk/>
          <pc:sldMk cId="644230118" sldId="279"/>
        </pc:sldMkLst>
        <pc:spChg chg="mod">
          <ac:chgData name="Luis Torres" userId="d0083da5-80e0-407a-8e2b-3b7dd858bc0f" providerId="ADAL" clId="{7EEDEFD5-4BCA-4016-BE06-9E58D10BB4F4}" dt="2026-03-22T17:13:56.315" v="8" actId="20577"/>
          <ac:spMkLst>
            <pc:docMk/>
            <pc:sldMk cId="644230118" sldId="279"/>
            <ac:spMk id="2" creationId="{4E450E4A-BA58-5465-1C46-D61546254964}"/>
          </ac:spMkLst>
        </pc:spChg>
      </pc:sldChg>
      <pc:sldChg chg="addSp delSp modSp add mod">
        <pc:chgData name="Luis Torres" userId="d0083da5-80e0-407a-8e2b-3b7dd858bc0f" providerId="ADAL" clId="{7EEDEFD5-4BCA-4016-BE06-9E58D10BB4F4}" dt="2026-03-22T19:11:21.582" v="748" actId="478"/>
        <pc:sldMkLst>
          <pc:docMk/>
          <pc:sldMk cId="3258052650" sldId="280"/>
        </pc:sldMkLst>
        <pc:spChg chg="mod">
          <ac:chgData name="Luis Torres" userId="d0083da5-80e0-407a-8e2b-3b7dd858bc0f" providerId="ADAL" clId="{7EEDEFD5-4BCA-4016-BE06-9E58D10BB4F4}" dt="2026-03-22T19:11:19.347" v="747" actId="20577"/>
          <ac:spMkLst>
            <pc:docMk/>
            <pc:sldMk cId="3258052650" sldId="280"/>
            <ac:spMk id="10" creationId="{57ACDEE0-2415-2120-F487-9E283181FE3D}"/>
          </ac:spMkLst>
        </pc:spChg>
        <pc:picChg chg="add del mod">
          <ac:chgData name="Luis Torres" userId="d0083da5-80e0-407a-8e2b-3b7dd858bc0f" providerId="ADAL" clId="{7EEDEFD5-4BCA-4016-BE06-9E58D10BB4F4}" dt="2026-03-22T19:11:21.582" v="748" actId="478"/>
          <ac:picMkLst>
            <pc:docMk/>
            <pc:sldMk cId="3258052650" sldId="280"/>
            <ac:picMk id="3" creationId="{DFEC8B71-31CE-BB68-B0A6-A2B951244760}"/>
          </ac:picMkLst>
        </pc:picChg>
      </pc:sldChg>
      <pc:sldChg chg="modSp add del mod ord">
        <pc:chgData name="Luis Torres" userId="d0083da5-80e0-407a-8e2b-3b7dd858bc0f" providerId="ADAL" clId="{7EEDEFD5-4BCA-4016-BE06-9E58D10BB4F4}" dt="2026-03-22T19:26:59.229" v="971" actId="47"/>
        <pc:sldMkLst>
          <pc:docMk/>
          <pc:sldMk cId="19226091" sldId="281"/>
        </pc:sldMkLst>
        <pc:spChg chg="mod">
          <ac:chgData name="Luis Torres" userId="d0083da5-80e0-407a-8e2b-3b7dd858bc0f" providerId="ADAL" clId="{7EEDEFD5-4BCA-4016-BE06-9E58D10BB4F4}" dt="2026-03-22T19:26:36.747" v="961" actId="14100"/>
          <ac:spMkLst>
            <pc:docMk/>
            <pc:sldMk cId="19226091" sldId="281"/>
            <ac:spMk id="3" creationId="{C7BCFE01-5D72-3C41-36A8-C570CF0A2314}"/>
          </ac:spMkLst>
        </pc:spChg>
      </pc:sldChg>
      <pc:sldChg chg="addSp modSp new mod">
        <pc:chgData name="Luis Torres" userId="d0083da5-80e0-407a-8e2b-3b7dd858bc0f" providerId="ADAL" clId="{7EEDEFD5-4BCA-4016-BE06-9E58D10BB4F4}" dt="2026-03-22T19:26:57.535" v="970" actId="1076"/>
        <pc:sldMkLst>
          <pc:docMk/>
          <pc:sldMk cId="1305625245" sldId="282"/>
        </pc:sldMkLst>
        <pc:spChg chg="mod">
          <ac:chgData name="Luis Torres" userId="d0083da5-80e0-407a-8e2b-3b7dd858bc0f" providerId="ADAL" clId="{7EEDEFD5-4BCA-4016-BE06-9E58D10BB4F4}" dt="2026-03-22T17:20:07.288" v="67" actId="20577"/>
          <ac:spMkLst>
            <pc:docMk/>
            <pc:sldMk cId="1305625245" sldId="282"/>
            <ac:spMk id="2" creationId="{D8A82262-75E2-60EE-9EC8-48A2C3609799}"/>
          </ac:spMkLst>
        </pc:spChg>
        <pc:spChg chg="mod">
          <ac:chgData name="Luis Torres" userId="d0083da5-80e0-407a-8e2b-3b7dd858bc0f" providerId="ADAL" clId="{7EEDEFD5-4BCA-4016-BE06-9E58D10BB4F4}" dt="2026-03-22T19:26:43.607" v="965" actId="27636"/>
          <ac:spMkLst>
            <pc:docMk/>
            <pc:sldMk cId="1305625245" sldId="282"/>
            <ac:spMk id="3" creationId="{F1EED9BD-E69C-BB5C-295C-418C9DD9B290}"/>
          </ac:spMkLst>
        </pc:spChg>
        <pc:spChg chg="add mod">
          <ac:chgData name="Luis Torres" userId="d0083da5-80e0-407a-8e2b-3b7dd858bc0f" providerId="ADAL" clId="{7EEDEFD5-4BCA-4016-BE06-9E58D10BB4F4}" dt="2026-03-22T19:26:57.535" v="970" actId="1076"/>
          <ac:spMkLst>
            <pc:docMk/>
            <pc:sldMk cId="1305625245" sldId="282"/>
            <ac:spMk id="4" creationId="{A039AE51-382D-7530-A446-CEF5519629F3}"/>
          </ac:spMkLst>
        </pc:spChg>
      </pc:sldChg>
      <pc:sldChg chg="new del">
        <pc:chgData name="Luis Torres" userId="d0083da5-80e0-407a-8e2b-3b7dd858bc0f" providerId="ADAL" clId="{7EEDEFD5-4BCA-4016-BE06-9E58D10BB4F4}" dt="2026-03-22T19:08:57.701" v="686" actId="47"/>
        <pc:sldMkLst>
          <pc:docMk/>
          <pc:sldMk cId="3744323476" sldId="283"/>
        </pc:sldMkLst>
      </pc:sldChg>
      <pc:sldChg chg="addSp modSp new del mod">
        <pc:chgData name="Luis Torres" userId="d0083da5-80e0-407a-8e2b-3b7dd858bc0f" providerId="ADAL" clId="{7EEDEFD5-4BCA-4016-BE06-9E58D10BB4F4}" dt="2026-03-22T17:31:47.474" v="122" actId="47"/>
        <pc:sldMkLst>
          <pc:docMk/>
          <pc:sldMk cId="2230393184" sldId="284"/>
        </pc:sldMkLst>
        <pc:spChg chg="mod">
          <ac:chgData name="Luis Torres" userId="d0083da5-80e0-407a-8e2b-3b7dd858bc0f" providerId="ADAL" clId="{7EEDEFD5-4BCA-4016-BE06-9E58D10BB4F4}" dt="2026-03-22T17:29:33.209" v="112" actId="20577"/>
          <ac:spMkLst>
            <pc:docMk/>
            <pc:sldMk cId="2230393184" sldId="284"/>
            <ac:spMk id="2" creationId="{08DA40CE-3C6C-9CDD-6DBC-5BB77FDE98D8}"/>
          </ac:spMkLst>
        </pc:spChg>
        <pc:spChg chg="add mod">
          <ac:chgData name="Luis Torres" userId="d0083da5-80e0-407a-8e2b-3b7dd858bc0f" providerId="ADAL" clId="{7EEDEFD5-4BCA-4016-BE06-9E58D10BB4F4}" dt="2026-03-22T17:29:51.426" v="120" actId="1076"/>
          <ac:spMkLst>
            <pc:docMk/>
            <pc:sldMk cId="2230393184" sldId="284"/>
            <ac:spMk id="5" creationId="{6F549F85-D335-CDF3-9B4E-A8F4B8267186}"/>
          </ac:spMkLst>
        </pc:spChg>
      </pc:sldChg>
      <pc:sldChg chg="modSp add del mod">
        <pc:chgData name="Luis Torres" userId="d0083da5-80e0-407a-8e2b-3b7dd858bc0f" providerId="ADAL" clId="{7EEDEFD5-4BCA-4016-BE06-9E58D10BB4F4}" dt="2026-03-22T19:16:34.305" v="769" actId="47"/>
        <pc:sldMkLst>
          <pc:docMk/>
          <pc:sldMk cId="674786691" sldId="286"/>
        </pc:sldMkLst>
        <pc:spChg chg="mod">
          <ac:chgData name="Luis Torres" userId="d0083da5-80e0-407a-8e2b-3b7dd858bc0f" providerId="ADAL" clId="{7EEDEFD5-4BCA-4016-BE06-9E58D10BB4F4}" dt="2026-03-22T19:16:08.715" v="754" actId="1076"/>
          <ac:spMkLst>
            <pc:docMk/>
            <pc:sldMk cId="674786691" sldId="286"/>
            <ac:spMk id="10" creationId="{57D6BDFB-48E8-5BAB-4584-F78A78730EEB}"/>
          </ac:spMkLst>
        </pc:spChg>
      </pc:sldChg>
      <pc:sldChg chg="add ord">
        <pc:chgData name="Luis Torres" userId="d0083da5-80e0-407a-8e2b-3b7dd858bc0f" providerId="ADAL" clId="{7EEDEFD5-4BCA-4016-BE06-9E58D10BB4F4}" dt="2026-03-22T19:13:17.455" v="751"/>
        <pc:sldMkLst>
          <pc:docMk/>
          <pc:sldMk cId="3696862197" sldId="293"/>
        </pc:sldMkLst>
      </pc:sldChg>
      <pc:sldChg chg="modSp add mod">
        <pc:chgData name="Luis Torres" userId="d0083da5-80e0-407a-8e2b-3b7dd858bc0f" providerId="ADAL" clId="{7EEDEFD5-4BCA-4016-BE06-9E58D10BB4F4}" dt="2026-03-22T19:16:29.361" v="767" actId="6549"/>
        <pc:sldMkLst>
          <pc:docMk/>
          <pc:sldMk cId="4128600508" sldId="298"/>
        </pc:sldMkLst>
        <pc:spChg chg="mod">
          <ac:chgData name="Luis Torres" userId="d0083da5-80e0-407a-8e2b-3b7dd858bc0f" providerId="ADAL" clId="{7EEDEFD5-4BCA-4016-BE06-9E58D10BB4F4}" dt="2026-03-22T19:16:29.361" v="767" actId="6549"/>
          <ac:spMkLst>
            <pc:docMk/>
            <pc:sldMk cId="4128600508" sldId="298"/>
            <ac:spMk id="3" creationId="{8B31ADED-DFFB-F31E-A02E-421C3F2A1114}"/>
          </ac:spMkLst>
        </pc:spChg>
      </pc:sldChg>
      <pc:sldChg chg="addSp delSp modSp add mod chgLayout">
        <pc:chgData name="Luis Torres" userId="d0083da5-80e0-407a-8e2b-3b7dd858bc0f" providerId="ADAL" clId="{7EEDEFD5-4BCA-4016-BE06-9E58D10BB4F4}" dt="2026-03-22T19:01:13.675" v="566" actId="2710"/>
        <pc:sldMkLst>
          <pc:docMk/>
          <pc:sldMk cId="2400548737" sldId="327"/>
        </pc:sldMkLst>
        <pc:spChg chg="add mod">
          <ac:chgData name="Luis Torres" userId="d0083da5-80e0-407a-8e2b-3b7dd858bc0f" providerId="ADAL" clId="{7EEDEFD5-4BCA-4016-BE06-9E58D10BB4F4}" dt="2026-03-22T17:35:02.416" v="142" actId="1076"/>
          <ac:spMkLst>
            <pc:docMk/>
            <pc:sldMk cId="2400548737" sldId="327"/>
            <ac:spMk id="3" creationId="{53EBAF02-FC62-EA55-1D58-8EDE58366015}"/>
          </ac:spMkLst>
        </pc:spChg>
        <pc:spChg chg="mod ord">
          <ac:chgData name="Luis Torres" userId="d0083da5-80e0-407a-8e2b-3b7dd858bc0f" providerId="ADAL" clId="{7EEDEFD5-4BCA-4016-BE06-9E58D10BB4F4}" dt="2026-03-22T19:00:47.256" v="545" actId="700"/>
          <ac:spMkLst>
            <pc:docMk/>
            <pc:sldMk cId="2400548737" sldId="327"/>
            <ac:spMk id="4" creationId="{FD3A049A-9BA2-FDD4-96FF-CE9C7B653A70}"/>
          </ac:spMkLst>
        </pc:spChg>
        <pc:spChg chg="mod ord">
          <ac:chgData name="Luis Torres" userId="d0083da5-80e0-407a-8e2b-3b7dd858bc0f" providerId="ADAL" clId="{7EEDEFD5-4BCA-4016-BE06-9E58D10BB4F4}" dt="2026-03-22T19:00:47.256" v="545" actId="700"/>
          <ac:spMkLst>
            <pc:docMk/>
            <pc:sldMk cId="2400548737" sldId="327"/>
            <ac:spMk id="5" creationId="{33955270-8CD9-6C78-EB29-25BB84E81733}"/>
          </ac:spMkLst>
        </pc:spChg>
        <pc:spChg chg="mod ord">
          <ac:chgData name="Luis Torres" userId="d0083da5-80e0-407a-8e2b-3b7dd858bc0f" providerId="ADAL" clId="{7EEDEFD5-4BCA-4016-BE06-9E58D10BB4F4}" dt="2026-03-22T19:00:47.256" v="545" actId="700"/>
          <ac:spMkLst>
            <pc:docMk/>
            <pc:sldMk cId="2400548737" sldId="327"/>
            <ac:spMk id="6" creationId="{30A0B8F0-E2B8-6599-2371-9B019E11E994}"/>
          </ac:spMkLst>
        </pc:spChg>
        <pc:spChg chg="del">
          <ac:chgData name="Luis Torres" userId="d0083da5-80e0-407a-8e2b-3b7dd858bc0f" providerId="ADAL" clId="{7EEDEFD5-4BCA-4016-BE06-9E58D10BB4F4}" dt="2026-03-22T17:34:58.481" v="140" actId="478"/>
          <ac:spMkLst>
            <pc:docMk/>
            <pc:sldMk cId="2400548737" sldId="327"/>
            <ac:spMk id="7" creationId="{FA2FC0B0-86D8-6BA3-09F4-B0E6716B638C}"/>
          </ac:spMkLst>
        </pc:spChg>
        <pc:spChg chg="del mod">
          <ac:chgData name="Luis Torres" userId="d0083da5-80e0-407a-8e2b-3b7dd858bc0f" providerId="ADAL" clId="{7EEDEFD5-4BCA-4016-BE06-9E58D10BB4F4}" dt="2026-03-22T17:34:56.760" v="139" actId="478"/>
          <ac:spMkLst>
            <pc:docMk/>
            <pc:sldMk cId="2400548737" sldId="327"/>
            <ac:spMk id="8" creationId="{A7ED34AE-35E5-D609-7CF7-613EE625EC05}"/>
          </ac:spMkLst>
        </pc:spChg>
        <pc:spChg chg="add del mod">
          <ac:chgData name="Luis Torres" userId="d0083da5-80e0-407a-8e2b-3b7dd858bc0f" providerId="ADAL" clId="{7EEDEFD5-4BCA-4016-BE06-9E58D10BB4F4}" dt="2026-03-22T17:35:35.373" v="145" actId="478"/>
          <ac:spMkLst>
            <pc:docMk/>
            <pc:sldMk cId="2400548737" sldId="327"/>
            <ac:spMk id="10" creationId="{3BD380A7-2693-44EC-26D4-89C933DF8FC5}"/>
          </ac:spMkLst>
        </pc:spChg>
        <pc:spChg chg="add del mod">
          <ac:chgData name="Luis Torres" userId="d0083da5-80e0-407a-8e2b-3b7dd858bc0f" providerId="ADAL" clId="{7EEDEFD5-4BCA-4016-BE06-9E58D10BB4F4}" dt="2026-03-22T17:34:59.706" v="141" actId="478"/>
          <ac:spMkLst>
            <pc:docMk/>
            <pc:sldMk cId="2400548737" sldId="327"/>
            <ac:spMk id="12" creationId="{72CEF56B-8366-B402-499A-1D36F569DD69}"/>
          </ac:spMkLst>
        </pc:spChg>
        <pc:spChg chg="add mod ord">
          <ac:chgData name="Luis Torres" userId="d0083da5-80e0-407a-8e2b-3b7dd858bc0f" providerId="ADAL" clId="{7EEDEFD5-4BCA-4016-BE06-9E58D10BB4F4}" dt="2026-03-22T19:01:08.501" v="565" actId="20577"/>
          <ac:spMkLst>
            <pc:docMk/>
            <pc:sldMk cId="2400548737" sldId="327"/>
            <ac:spMk id="14" creationId="{BECA1550-3256-A7F8-F79F-D493D179F312}"/>
          </ac:spMkLst>
        </pc:spChg>
        <pc:spChg chg="add mod ord">
          <ac:chgData name="Luis Torres" userId="d0083da5-80e0-407a-8e2b-3b7dd858bc0f" providerId="ADAL" clId="{7EEDEFD5-4BCA-4016-BE06-9E58D10BB4F4}" dt="2026-03-22T19:01:13.675" v="566" actId="2710"/>
          <ac:spMkLst>
            <pc:docMk/>
            <pc:sldMk cId="2400548737" sldId="327"/>
            <ac:spMk id="15" creationId="{409C3BAA-3727-2F8B-11C9-49B9445C48E7}"/>
          </ac:spMkLst>
        </pc:spChg>
        <pc:picChg chg="add del mod">
          <ac:chgData name="Luis Torres" userId="d0083da5-80e0-407a-8e2b-3b7dd858bc0f" providerId="ADAL" clId="{7EEDEFD5-4BCA-4016-BE06-9E58D10BB4F4}" dt="2026-03-22T19:00:20.837" v="536" actId="21"/>
          <ac:picMkLst>
            <pc:docMk/>
            <pc:sldMk cId="2400548737" sldId="327"/>
            <ac:picMk id="13" creationId="{58A2CFD3-97CD-EE77-E961-A8BA7983A05E}"/>
          </ac:picMkLst>
        </pc:picChg>
      </pc:sldChg>
      <pc:sldChg chg="addSp delSp modSp new del mod modClrScheme chgLayout">
        <pc:chgData name="Luis Torres" userId="d0083da5-80e0-407a-8e2b-3b7dd858bc0f" providerId="ADAL" clId="{7EEDEFD5-4BCA-4016-BE06-9E58D10BB4F4}" dt="2026-03-22T17:36:27.493" v="152" actId="47"/>
        <pc:sldMkLst>
          <pc:docMk/>
          <pc:sldMk cId="597984557" sldId="328"/>
        </pc:sldMkLst>
        <pc:spChg chg="del mod ord">
          <ac:chgData name="Luis Torres" userId="d0083da5-80e0-407a-8e2b-3b7dd858bc0f" providerId="ADAL" clId="{7EEDEFD5-4BCA-4016-BE06-9E58D10BB4F4}" dt="2026-03-22T17:34:15.451" v="131" actId="700"/>
          <ac:spMkLst>
            <pc:docMk/>
            <pc:sldMk cId="597984557" sldId="328"/>
            <ac:spMk id="2" creationId="{3702CBF5-C2F0-AF19-81E9-3965D807EDB6}"/>
          </ac:spMkLst>
        </pc:spChg>
        <pc:spChg chg="del">
          <ac:chgData name="Luis Torres" userId="d0083da5-80e0-407a-8e2b-3b7dd858bc0f" providerId="ADAL" clId="{7EEDEFD5-4BCA-4016-BE06-9E58D10BB4F4}" dt="2026-03-22T17:34:15.451" v="131" actId="700"/>
          <ac:spMkLst>
            <pc:docMk/>
            <pc:sldMk cId="597984557" sldId="328"/>
            <ac:spMk id="3" creationId="{B420D495-70C1-1CC6-329B-ADD6BF2FEB70}"/>
          </ac:spMkLst>
        </pc:spChg>
        <pc:spChg chg="del mod ord">
          <ac:chgData name="Luis Torres" userId="d0083da5-80e0-407a-8e2b-3b7dd858bc0f" providerId="ADAL" clId="{7EEDEFD5-4BCA-4016-BE06-9E58D10BB4F4}" dt="2026-03-22T17:34:15.451" v="131" actId="700"/>
          <ac:spMkLst>
            <pc:docMk/>
            <pc:sldMk cId="597984557" sldId="328"/>
            <ac:spMk id="4" creationId="{F6476A4C-7A5B-B1D5-E6C8-238B5CFCFC80}"/>
          </ac:spMkLst>
        </pc:spChg>
        <pc:spChg chg="del">
          <ac:chgData name="Luis Torres" userId="d0083da5-80e0-407a-8e2b-3b7dd858bc0f" providerId="ADAL" clId="{7EEDEFD5-4BCA-4016-BE06-9E58D10BB4F4}" dt="2026-03-22T17:34:15.451" v="131" actId="700"/>
          <ac:spMkLst>
            <pc:docMk/>
            <pc:sldMk cId="597984557" sldId="328"/>
            <ac:spMk id="5" creationId="{392F3670-4099-1A14-CE6C-A56933177446}"/>
          </ac:spMkLst>
        </pc:spChg>
        <pc:spChg chg="del">
          <ac:chgData name="Luis Torres" userId="d0083da5-80e0-407a-8e2b-3b7dd858bc0f" providerId="ADAL" clId="{7EEDEFD5-4BCA-4016-BE06-9E58D10BB4F4}" dt="2026-03-22T17:34:15.451" v="131" actId="700"/>
          <ac:spMkLst>
            <pc:docMk/>
            <pc:sldMk cId="597984557" sldId="328"/>
            <ac:spMk id="6" creationId="{833DCB70-6E68-4378-C56D-884A03D91797}"/>
          </ac:spMkLst>
        </pc:spChg>
        <pc:spChg chg="add mod ord">
          <ac:chgData name="Luis Torres" userId="d0083da5-80e0-407a-8e2b-3b7dd858bc0f" providerId="ADAL" clId="{7EEDEFD5-4BCA-4016-BE06-9E58D10BB4F4}" dt="2026-03-22T17:34:15.451" v="131" actId="700"/>
          <ac:spMkLst>
            <pc:docMk/>
            <pc:sldMk cId="597984557" sldId="328"/>
            <ac:spMk id="7" creationId="{3A20BCA3-81CC-0B0A-9A02-E988E751F5E0}"/>
          </ac:spMkLst>
        </pc:spChg>
        <pc:spChg chg="add mod ord">
          <ac:chgData name="Luis Torres" userId="d0083da5-80e0-407a-8e2b-3b7dd858bc0f" providerId="ADAL" clId="{7EEDEFD5-4BCA-4016-BE06-9E58D10BB4F4}" dt="2026-03-22T17:34:18.248" v="132"/>
          <ac:spMkLst>
            <pc:docMk/>
            <pc:sldMk cId="597984557" sldId="328"/>
            <ac:spMk id="8" creationId="{650BFB5C-0BAA-EE11-EE41-531AA53CF26F}"/>
          </ac:spMkLst>
        </pc:spChg>
      </pc:sldChg>
      <pc:sldChg chg="addSp delSp modSp add mod">
        <pc:chgData name="Luis Torres" userId="d0083da5-80e0-407a-8e2b-3b7dd858bc0f" providerId="ADAL" clId="{7EEDEFD5-4BCA-4016-BE06-9E58D10BB4F4}" dt="2026-03-22T19:02:26.667" v="613" actId="11529"/>
        <pc:sldMkLst>
          <pc:docMk/>
          <pc:sldMk cId="1362072971" sldId="332"/>
        </pc:sldMkLst>
        <pc:spChg chg="mod">
          <ac:chgData name="Luis Torres" userId="d0083da5-80e0-407a-8e2b-3b7dd858bc0f" providerId="ADAL" clId="{7EEDEFD5-4BCA-4016-BE06-9E58D10BB4F4}" dt="2026-03-22T19:01:58.617" v="601" actId="6549"/>
          <ac:spMkLst>
            <pc:docMk/>
            <pc:sldMk cId="1362072971" sldId="332"/>
            <ac:spMk id="2" creationId="{2C00A45B-5D5B-4F1D-0A1B-170968C8F345}"/>
          </ac:spMkLst>
        </pc:spChg>
        <pc:spChg chg="del">
          <ac:chgData name="Luis Torres" userId="d0083da5-80e0-407a-8e2b-3b7dd858bc0f" providerId="ADAL" clId="{7EEDEFD5-4BCA-4016-BE06-9E58D10BB4F4}" dt="2026-03-22T19:02:07.929" v="602" actId="478"/>
          <ac:spMkLst>
            <pc:docMk/>
            <pc:sldMk cId="1362072971" sldId="332"/>
            <ac:spMk id="3" creationId="{EA07B64C-DE7F-D265-72D8-78E59186BAB6}"/>
          </ac:spMkLst>
        </pc:spChg>
        <pc:spChg chg="add mod">
          <ac:chgData name="Luis Torres" userId="d0083da5-80e0-407a-8e2b-3b7dd858bc0f" providerId="ADAL" clId="{7EEDEFD5-4BCA-4016-BE06-9E58D10BB4F4}" dt="2026-03-22T19:02:20.017" v="611" actId="1076"/>
          <ac:spMkLst>
            <pc:docMk/>
            <pc:sldMk cId="1362072971" sldId="332"/>
            <ac:spMk id="6" creationId="{3108214D-FB81-C6A6-B7EC-C7CDA832CFAA}"/>
          </ac:spMkLst>
        </pc:spChg>
        <pc:spChg chg="add del mod">
          <ac:chgData name="Luis Torres" userId="d0083da5-80e0-407a-8e2b-3b7dd858bc0f" providerId="ADAL" clId="{7EEDEFD5-4BCA-4016-BE06-9E58D10BB4F4}" dt="2026-03-22T19:02:10.045" v="604" actId="478"/>
          <ac:spMkLst>
            <pc:docMk/>
            <pc:sldMk cId="1362072971" sldId="332"/>
            <ac:spMk id="8" creationId="{D9EFB9BF-8D9E-CC42-6F8E-9BEB77241111}"/>
          </ac:spMkLst>
        </pc:spChg>
        <pc:picChg chg="mod">
          <ac:chgData name="Luis Torres" userId="d0083da5-80e0-407a-8e2b-3b7dd858bc0f" providerId="ADAL" clId="{7EEDEFD5-4BCA-4016-BE06-9E58D10BB4F4}" dt="2026-03-22T19:02:21.907" v="612" actId="1076"/>
          <ac:picMkLst>
            <pc:docMk/>
            <pc:sldMk cId="1362072971" sldId="332"/>
            <ac:picMk id="4" creationId="{CB32A267-A073-5436-7384-DD372F5C7EB4}"/>
          </ac:picMkLst>
        </pc:picChg>
        <pc:picChg chg="add mod">
          <ac:chgData name="Luis Torres" userId="d0083da5-80e0-407a-8e2b-3b7dd858bc0f" providerId="ADAL" clId="{7EEDEFD5-4BCA-4016-BE06-9E58D10BB4F4}" dt="2026-03-22T19:02:17.572" v="609" actId="1076"/>
          <ac:picMkLst>
            <pc:docMk/>
            <pc:sldMk cId="1362072971" sldId="332"/>
            <ac:picMk id="9" creationId="{6346F5AA-E8E6-21AF-9D7D-7E90DDD5B81F}"/>
          </ac:picMkLst>
        </pc:picChg>
        <pc:cxnChg chg="add">
          <ac:chgData name="Luis Torres" userId="d0083da5-80e0-407a-8e2b-3b7dd858bc0f" providerId="ADAL" clId="{7EEDEFD5-4BCA-4016-BE06-9E58D10BB4F4}" dt="2026-03-22T19:02:26.667" v="613" actId="11529"/>
          <ac:cxnSpMkLst>
            <pc:docMk/>
            <pc:sldMk cId="1362072971" sldId="332"/>
            <ac:cxnSpMk id="11" creationId="{DA48FB06-FCFC-A954-8A22-FD4DC6A22960}"/>
          </ac:cxnSpMkLst>
        </pc:cxnChg>
      </pc:sldChg>
      <pc:sldChg chg="addSp delSp modSp new mod modClrScheme chgLayout">
        <pc:chgData name="Luis Torres" userId="d0083da5-80e0-407a-8e2b-3b7dd858bc0f" providerId="ADAL" clId="{7EEDEFD5-4BCA-4016-BE06-9E58D10BB4F4}" dt="2026-03-22T19:09:29.577" v="692" actId="404"/>
        <pc:sldMkLst>
          <pc:docMk/>
          <pc:sldMk cId="159877114" sldId="333"/>
        </pc:sldMkLst>
        <pc:spChg chg="mod ord">
          <ac:chgData name="Luis Torres" userId="d0083da5-80e0-407a-8e2b-3b7dd858bc0f" providerId="ADAL" clId="{7EEDEFD5-4BCA-4016-BE06-9E58D10BB4F4}" dt="2026-03-22T19:09:29.577" v="692" actId="404"/>
          <ac:spMkLst>
            <pc:docMk/>
            <pc:sldMk cId="159877114" sldId="333"/>
            <ac:spMk id="2" creationId="{0D05A2C2-7436-CADE-BBE3-4E45AFF8AE08}"/>
          </ac:spMkLst>
        </pc:spChg>
        <pc:spChg chg="del mod ord">
          <ac:chgData name="Luis Torres" userId="d0083da5-80e0-407a-8e2b-3b7dd858bc0f" providerId="ADAL" clId="{7EEDEFD5-4BCA-4016-BE06-9E58D10BB4F4}" dt="2026-03-22T17:40:48.732" v="235" actId="700"/>
          <ac:spMkLst>
            <pc:docMk/>
            <pc:sldMk cId="159877114" sldId="333"/>
            <ac:spMk id="3" creationId="{2284EF33-A1A8-EF0C-71C9-438DFAE0B42E}"/>
          </ac:spMkLst>
        </pc:spChg>
        <pc:spChg chg="add del mod ord">
          <ac:chgData name="Luis Torres" userId="d0083da5-80e0-407a-8e2b-3b7dd858bc0f" providerId="ADAL" clId="{7EEDEFD5-4BCA-4016-BE06-9E58D10BB4F4}" dt="2026-03-22T17:40:59.889" v="236" actId="700"/>
          <ac:spMkLst>
            <pc:docMk/>
            <pc:sldMk cId="159877114" sldId="333"/>
            <ac:spMk id="4" creationId="{1AAC2C8C-7E8A-7125-D8C2-1FE502AB1DFF}"/>
          </ac:spMkLst>
        </pc:spChg>
        <pc:spChg chg="add del mod ord">
          <ac:chgData name="Luis Torres" userId="d0083da5-80e0-407a-8e2b-3b7dd858bc0f" providerId="ADAL" clId="{7EEDEFD5-4BCA-4016-BE06-9E58D10BB4F4}" dt="2026-03-22T17:40:59.889" v="236" actId="700"/>
          <ac:spMkLst>
            <pc:docMk/>
            <pc:sldMk cId="159877114" sldId="333"/>
            <ac:spMk id="5" creationId="{FE63E0A9-CC63-7509-4B05-3313652B1737}"/>
          </ac:spMkLst>
        </pc:spChg>
        <pc:spChg chg="add del mod ord">
          <ac:chgData name="Luis Torres" userId="d0083da5-80e0-407a-8e2b-3b7dd858bc0f" providerId="ADAL" clId="{7EEDEFD5-4BCA-4016-BE06-9E58D10BB4F4}" dt="2026-03-22T17:40:59.889" v="236" actId="700"/>
          <ac:spMkLst>
            <pc:docMk/>
            <pc:sldMk cId="159877114" sldId="333"/>
            <ac:spMk id="6" creationId="{14C9CB9D-F9D8-8285-E341-A61E3F85A199}"/>
          </ac:spMkLst>
        </pc:spChg>
        <pc:spChg chg="add del mod ord">
          <ac:chgData name="Luis Torres" userId="d0083da5-80e0-407a-8e2b-3b7dd858bc0f" providerId="ADAL" clId="{7EEDEFD5-4BCA-4016-BE06-9E58D10BB4F4}" dt="2026-03-22T17:40:59.889" v="236" actId="700"/>
          <ac:spMkLst>
            <pc:docMk/>
            <pc:sldMk cId="159877114" sldId="333"/>
            <ac:spMk id="7" creationId="{6F2C4760-4271-86FC-4FE7-0A03298184CE}"/>
          </ac:spMkLst>
        </pc:spChg>
        <pc:spChg chg="add mod ord">
          <ac:chgData name="Luis Torres" userId="d0083da5-80e0-407a-8e2b-3b7dd858bc0f" providerId="ADAL" clId="{7EEDEFD5-4BCA-4016-BE06-9E58D10BB4F4}" dt="2026-03-22T19:04:06.218" v="641" actId="6549"/>
          <ac:spMkLst>
            <pc:docMk/>
            <pc:sldMk cId="159877114" sldId="333"/>
            <ac:spMk id="8" creationId="{A3475318-CB24-693F-4693-E2C846426BF5}"/>
          </ac:spMkLst>
        </pc:spChg>
        <pc:spChg chg="add mod ord">
          <ac:chgData name="Luis Torres" userId="d0083da5-80e0-407a-8e2b-3b7dd858bc0f" providerId="ADAL" clId="{7EEDEFD5-4BCA-4016-BE06-9E58D10BB4F4}" dt="2026-03-22T19:04:19.879" v="646" actId="403"/>
          <ac:spMkLst>
            <pc:docMk/>
            <pc:sldMk cId="159877114" sldId="333"/>
            <ac:spMk id="9" creationId="{4F2BF115-B287-61AD-49AA-6E42890B9CB4}"/>
          </ac:spMkLst>
        </pc:spChg>
        <pc:spChg chg="add mod">
          <ac:chgData name="Luis Torres" userId="d0083da5-80e0-407a-8e2b-3b7dd858bc0f" providerId="ADAL" clId="{7EEDEFD5-4BCA-4016-BE06-9E58D10BB4F4}" dt="2026-03-22T19:03:27.794" v="626" actId="1076"/>
          <ac:spMkLst>
            <pc:docMk/>
            <pc:sldMk cId="159877114" sldId="333"/>
            <ac:spMk id="11" creationId="{86BBA9C9-5C55-357B-5850-5374760B0B46}"/>
          </ac:spMkLst>
        </pc:spChg>
        <pc:spChg chg="add mod">
          <ac:chgData name="Luis Torres" userId="d0083da5-80e0-407a-8e2b-3b7dd858bc0f" providerId="ADAL" clId="{7EEDEFD5-4BCA-4016-BE06-9E58D10BB4F4}" dt="2026-03-22T19:07:29.265" v="675" actId="404"/>
          <ac:spMkLst>
            <pc:docMk/>
            <pc:sldMk cId="159877114" sldId="333"/>
            <ac:spMk id="13" creationId="{A59BD6C7-1746-2B52-FA55-D031A493D355}"/>
          </ac:spMkLst>
        </pc:spChg>
      </pc:sldChg>
      <pc:sldChg chg="addSp delSp modSp new mod ord modClrScheme chgLayout">
        <pc:chgData name="Luis Torres" userId="d0083da5-80e0-407a-8e2b-3b7dd858bc0f" providerId="ADAL" clId="{7EEDEFD5-4BCA-4016-BE06-9E58D10BB4F4}" dt="2026-03-22T19:17:05.881" v="771" actId="27636"/>
        <pc:sldMkLst>
          <pc:docMk/>
          <pc:sldMk cId="3788051604" sldId="334"/>
        </pc:sldMkLst>
        <pc:spChg chg="mod ord">
          <ac:chgData name="Luis Torres" userId="d0083da5-80e0-407a-8e2b-3b7dd858bc0f" providerId="ADAL" clId="{7EEDEFD5-4BCA-4016-BE06-9E58D10BB4F4}" dt="2026-03-22T19:09:16.375" v="687" actId="404"/>
          <ac:spMkLst>
            <pc:docMk/>
            <pc:sldMk cId="3788051604" sldId="334"/>
            <ac:spMk id="2" creationId="{38AB15AC-946D-6619-D696-D75539D42017}"/>
          </ac:spMkLst>
        </pc:spChg>
        <pc:spChg chg="mod ord">
          <ac:chgData name="Luis Torres" userId="d0083da5-80e0-407a-8e2b-3b7dd858bc0f" providerId="ADAL" clId="{7EEDEFD5-4BCA-4016-BE06-9E58D10BB4F4}" dt="2026-03-22T19:17:05.881" v="771" actId="27636"/>
          <ac:spMkLst>
            <pc:docMk/>
            <pc:sldMk cId="3788051604" sldId="334"/>
            <ac:spMk id="3" creationId="{7656E250-AFF8-00EE-F9AA-75DEC183CECE}"/>
          </ac:spMkLst>
        </pc:spChg>
        <pc:spChg chg="del">
          <ac:chgData name="Luis Torres" userId="d0083da5-80e0-407a-8e2b-3b7dd858bc0f" providerId="ADAL" clId="{7EEDEFD5-4BCA-4016-BE06-9E58D10BB4F4}" dt="2026-03-22T18:45:00.665" v="326" actId="700"/>
          <ac:spMkLst>
            <pc:docMk/>
            <pc:sldMk cId="3788051604" sldId="334"/>
            <ac:spMk id="4" creationId="{631CF96B-5666-7521-69A9-576EB8A05E38}"/>
          </ac:spMkLst>
        </pc:spChg>
        <pc:spChg chg="add mod">
          <ac:chgData name="Luis Torres" userId="d0083da5-80e0-407a-8e2b-3b7dd858bc0f" providerId="ADAL" clId="{7EEDEFD5-4BCA-4016-BE06-9E58D10BB4F4}" dt="2026-03-22T18:51:46.625" v="456" actId="1076"/>
          <ac:spMkLst>
            <pc:docMk/>
            <pc:sldMk cId="3788051604" sldId="334"/>
            <ac:spMk id="6" creationId="{5444EDF3-2CCF-9CA9-757B-3F36ABDAD621}"/>
          </ac:spMkLst>
        </pc:spChg>
      </pc:sldChg>
      <pc:sldChg chg="addSp modSp new mod">
        <pc:chgData name="Luis Torres" userId="d0083da5-80e0-407a-8e2b-3b7dd858bc0f" providerId="ADAL" clId="{7EEDEFD5-4BCA-4016-BE06-9E58D10BB4F4}" dt="2026-03-22T19:20:12.303" v="791" actId="27636"/>
        <pc:sldMkLst>
          <pc:docMk/>
          <pc:sldMk cId="2817364034" sldId="335"/>
        </pc:sldMkLst>
        <pc:spChg chg="mod">
          <ac:chgData name="Luis Torres" userId="d0083da5-80e0-407a-8e2b-3b7dd858bc0f" providerId="ADAL" clId="{7EEDEFD5-4BCA-4016-BE06-9E58D10BB4F4}" dt="2026-03-22T19:09:21.297" v="689" actId="404"/>
          <ac:spMkLst>
            <pc:docMk/>
            <pc:sldMk cId="2817364034" sldId="335"/>
            <ac:spMk id="2" creationId="{7EC3FF95-96C7-F29B-BDBA-A32D1F72B506}"/>
          </ac:spMkLst>
        </pc:spChg>
        <pc:spChg chg="mod">
          <ac:chgData name="Luis Torres" userId="d0083da5-80e0-407a-8e2b-3b7dd858bc0f" providerId="ADAL" clId="{7EEDEFD5-4BCA-4016-BE06-9E58D10BB4F4}" dt="2026-03-22T19:20:12.303" v="791" actId="27636"/>
          <ac:spMkLst>
            <pc:docMk/>
            <pc:sldMk cId="2817364034" sldId="335"/>
            <ac:spMk id="3" creationId="{9DB20140-4A66-BF9E-62BB-F43FF1CE0298}"/>
          </ac:spMkLst>
        </pc:spChg>
        <pc:spChg chg="add mod">
          <ac:chgData name="Luis Torres" userId="d0083da5-80e0-407a-8e2b-3b7dd858bc0f" providerId="ADAL" clId="{7EEDEFD5-4BCA-4016-BE06-9E58D10BB4F4}" dt="2026-03-22T18:53:01.429" v="469" actId="14100"/>
          <ac:spMkLst>
            <pc:docMk/>
            <pc:sldMk cId="2817364034" sldId="335"/>
            <ac:spMk id="5" creationId="{CF0CE2DC-CC22-F66D-930B-2040F631D586}"/>
          </ac:spMkLst>
        </pc:spChg>
      </pc:sldChg>
      <pc:sldChg chg="modSp new del mod">
        <pc:chgData name="Luis Torres" userId="d0083da5-80e0-407a-8e2b-3b7dd858bc0f" providerId="ADAL" clId="{7EEDEFD5-4BCA-4016-BE06-9E58D10BB4F4}" dt="2026-03-22T19:23:38.875" v="924" actId="47"/>
        <pc:sldMkLst>
          <pc:docMk/>
          <pc:sldMk cId="2736954422" sldId="336"/>
        </pc:sldMkLst>
        <pc:spChg chg="mod">
          <ac:chgData name="Luis Torres" userId="d0083da5-80e0-407a-8e2b-3b7dd858bc0f" providerId="ADAL" clId="{7EEDEFD5-4BCA-4016-BE06-9E58D10BB4F4}" dt="2026-03-22T19:09:25.989" v="691" actId="404"/>
          <ac:spMkLst>
            <pc:docMk/>
            <pc:sldMk cId="2736954422" sldId="336"/>
            <ac:spMk id="2" creationId="{295420BD-343D-3EB0-D93A-306F4DDBB8AF}"/>
          </ac:spMkLst>
        </pc:spChg>
        <pc:spChg chg="mod">
          <ac:chgData name="Luis Torres" userId="d0083da5-80e0-407a-8e2b-3b7dd858bc0f" providerId="ADAL" clId="{7EEDEFD5-4BCA-4016-BE06-9E58D10BB4F4}" dt="2026-03-22T18:54:51.255" v="494"/>
          <ac:spMkLst>
            <pc:docMk/>
            <pc:sldMk cId="2736954422" sldId="336"/>
            <ac:spMk id="3" creationId="{86341527-DAB5-1584-8E4A-9744809B06AA}"/>
          </ac:spMkLst>
        </pc:spChg>
      </pc:sldChg>
      <pc:sldChg chg="new del">
        <pc:chgData name="Luis Torres" userId="d0083da5-80e0-407a-8e2b-3b7dd858bc0f" providerId="ADAL" clId="{7EEDEFD5-4BCA-4016-BE06-9E58D10BB4F4}" dt="2026-03-22T18:54:41.315" v="492" actId="680"/>
        <pc:sldMkLst>
          <pc:docMk/>
          <pc:sldMk cId="2766032290" sldId="336"/>
        </pc:sldMkLst>
      </pc:sldChg>
      <pc:sldChg chg="addSp modSp new mod">
        <pc:chgData name="Luis Torres" userId="d0083da5-80e0-407a-8e2b-3b7dd858bc0f" providerId="ADAL" clId="{7EEDEFD5-4BCA-4016-BE06-9E58D10BB4F4}" dt="2026-03-22T19:26:08.285" v="954" actId="20577"/>
        <pc:sldMkLst>
          <pc:docMk/>
          <pc:sldMk cId="537115559" sldId="337"/>
        </pc:sldMkLst>
        <pc:spChg chg="mod">
          <ac:chgData name="Luis Torres" userId="d0083da5-80e0-407a-8e2b-3b7dd858bc0f" providerId="ADAL" clId="{7EEDEFD5-4BCA-4016-BE06-9E58D10BB4F4}" dt="2026-03-22T18:55:41.737" v="499" actId="20577"/>
          <ac:spMkLst>
            <pc:docMk/>
            <pc:sldMk cId="537115559" sldId="337"/>
            <ac:spMk id="2" creationId="{AE5A2F96-7A5E-1199-0F3C-662F7E50EFFB}"/>
          </ac:spMkLst>
        </pc:spChg>
        <pc:spChg chg="mod">
          <ac:chgData name="Luis Torres" userId="d0083da5-80e0-407a-8e2b-3b7dd858bc0f" providerId="ADAL" clId="{7EEDEFD5-4BCA-4016-BE06-9E58D10BB4F4}" dt="2026-03-22T19:26:08.285" v="954" actId="20577"/>
          <ac:spMkLst>
            <pc:docMk/>
            <pc:sldMk cId="537115559" sldId="337"/>
            <ac:spMk id="3" creationId="{338FED28-5F01-3858-E25B-3A0A7C11E575}"/>
          </ac:spMkLst>
        </pc:spChg>
        <pc:spChg chg="add mod">
          <ac:chgData name="Luis Torres" userId="d0083da5-80e0-407a-8e2b-3b7dd858bc0f" providerId="ADAL" clId="{7EEDEFD5-4BCA-4016-BE06-9E58D10BB4F4}" dt="2026-03-22T18:55:55.365" v="504" actId="404"/>
          <ac:spMkLst>
            <pc:docMk/>
            <pc:sldMk cId="537115559" sldId="337"/>
            <ac:spMk id="5" creationId="{B5B405AA-7790-5D53-E2E6-D1EA55343F1A}"/>
          </ac:spMkLst>
        </pc:spChg>
      </pc:sldChg>
      <pc:sldChg chg="modSp new mod">
        <pc:chgData name="Luis Torres" userId="d0083da5-80e0-407a-8e2b-3b7dd858bc0f" providerId="ADAL" clId="{7EEDEFD5-4BCA-4016-BE06-9E58D10BB4F4}" dt="2026-03-22T18:57:47.075" v="534" actId="20577"/>
        <pc:sldMkLst>
          <pc:docMk/>
          <pc:sldMk cId="390381108" sldId="338"/>
        </pc:sldMkLst>
        <pc:spChg chg="mod">
          <ac:chgData name="Luis Torres" userId="d0083da5-80e0-407a-8e2b-3b7dd858bc0f" providerId="ADAL" clId="{7EEDEFD5-4BCA-4016-BE06-9E58D10BB4F4}" dt="2026-03-22T18:57:43.235" v="532" actId="20577"/>
          <ac:spMkLst>
            <pc:docMk/>
            <pc:sldMk cId="390381108" sldId="338"/>
            <ac:spMk id="2" creationId="{A929A5C9-8719-0273-4696-255BAFEB1A71}"/>
          </ac:spMkLst>
        </pc:spChg>
        <pc:spChg chg="mod">
          <ac:chgData name="Luis Torres" userId="d0083da5-80e0-407a-8e2b-3b7dd858bc0f" providerId="ADAL" clId="{7EEDEFD5-4BCA-4016-BE06-9E58D10BB4F4}" dt="2026-03-22T18:57:47.075" v="534" actId="20577"/>
          <ac:spMkLst>
            <pc:docMk/>
            <pc:sldMk cId="390381108" sldId="338"/>
            <ac:spMk id="3" creationId="{914DA70C-CCDB-77A2-BE32-A7C2F1F88294}"/>
          </ac:spMkLst>
        </pc:spChg>
      </pc:sldChg>
      <pc:sldChg chg="addSp delSp modSp new del mod modClrScheme chgLayout">
        <pc:chgData name="Luis Torres" userId="d0083da5-80e0-407a-8e2b-3b7dd858bc0f" providerId="ADAL" clId="{7EEDEFD5-4BCA-4016-BE06-9E58D10BB4F4}" dt="2026-03-22T19:02:31.425" v="614" actId="47"/>
        <pc:sldMkLst>
          <pc:docMk/>
          <pc:sldMk cId="2163128952" sldId="339"/>
        </pc:sldMkLst>
        <pc:spChg chg="del mod ord">
          <ac:chgData name="Luis Torres" userId="d0083da5-80e0-407a-8e2b-3b7dd858bc0f" providerId="ADAL" clId="{7EEDEFD5-4BCA-4016-BE06-9E58D10BB4F4}" dt="2026-03-22T19:00:26.945" v="539" actId="700"/>
          <ac:spMkLst>
            <pc:docMk/>
            <pc:sldMk cId="2163128952" sldId="339"/>
            <ac:spMk id="2" creationId="{E826DCB9-796E-3835-A4E5-0C015E4A6AF7}"/>
          </ac:spMkLst>
        </pc:spChg>
        <pc:spChg chg="del">
          <ac:chgData name="Luis Torres" userId="d0083da5-80e0-407a-8e2b-3b7dd858bc0f" providerId="ADAL" clId="{7EEDEFD5-4BCA-4016-BE06-9E58D10BB4F4}" dt="2026-03-22T19:00:26.945" v="539" actId="700"/>
          <ac:spMkLst>
            <pc:docMk/>
            <pc:sldMk cId="2163128952" sldId="339"/>
            <ac:spMk id="3" creationId="{532DF9E8-D3E5-5BAF-9B1C-B48C5F8ECDA1}"/>
          </ac:spMkLst>
        </pc:spChg>
        <pc:spChg chg="del mod ord">
          <ac:chgData name="Luis Torres" userId="d0083da5-80e0-407a-8e2b-3b7dd858bc0f" providerId="ADAL" clId="{7EEDEFD5-4BCA-4016-BE06-9E58D10BB4F4}" dt="2026-03-22T19:00:26.945" v="539" actId="700"/>
          <ac:spMkLst>
            <pc:docMk/>
            <pc:sldMk cId="2163128952" sldId="339"/>
            <ac:spMk id="4" creationId="{E15A5F5D-35E0-DB78-E6FB-A24297A62B6D}"/>
          </ac:spMkLst>
        </pc:spChg>
        <pc:spChg chg="del">
          <ac:chgData name="Luis Torres" userId="d0083da5-80e0-407a-8e2b-3b7dd858bc0f" providerId="ADAL" clId="{7EEDEFD5-4BCA-4016-BE06-9E58D10BB4F4}" dt="2026-03-22T19:00:26.945" v="539" actId="700"/>
          <ac:spMkLst>
            <pc:docMk/>
            <pc:sldMk cId="2163128952" sldId="339"/>
            <ac:spMk id="5" creationId="{595A38BA-E4C9-2205-31E4-452D763C2EA7}"/>
          </ac:spMkLst>
        </pc:spChg>
        <pc:spChg chg="del">
          <ac:chgData name="Luis Torres" userId="d0083da5-80e0-407a-8e2b-3b7dd858bc0f" providerId="ADAL" clId="{7EEDEFD5-4BCA-4016-BE06-9E58D10BB4F4}" dt="2026-03-22T19:00:26.945" v="539" actId="700"/>
          <ac:spMkLst>
            <pc:docMk/>
            <pc:sldMk cId="2163128952" sldId="339"/>
            <ac:spMk id="6" creationId="{0959D9CA-0EE3-312C-050D-7E88E603D2E8}"/>
          </ac:spMkLst>
        </pc:spChg>
        <pc:spChg chg="add mod ord">
          <ac:chgData name="Luis Torres" userId="d0083da5-80e0-407a-8e2b-3b7dd858bc0f" providerId="ADAL" clId="{7EEDEFD5-4BCA-4016-BE06-9E58D10BB4F4}" dt="2026-03-22T19:00:37.825" v="542" actId="404"/>
          <ac:spMkLst>
            <pc:docMk/>
            <pc:sldMk cId="2163128952" sldId="339"/>
            <ac:spMk id="7" creationId="{0CD3CB00-E20E-825C-B6E6-9A08D13BC1B4}"/>
          </ac:spMkLst>
        </pc:spChg>
        <pc:spChg chg="add mod ord">
          <ac:chgData name="Luis Torres" userId="d0083da5-80e0-407a-8e2b-3b7dd858bc0f" providerId="ADAL" clId="{7EEDEFD5-4BCA-4016-BE06-9E58D10BB4F4}" dt="2026-03-22T19:00:26.945" v="539" actId="700"/>
          <ac:spMkLst>
            <pc:docMk/>
            <pc:sldMk cId="2163128952" sldId="339"/>
            <ac:spMk id="8" creationId="{B83026AC-F005-5EB8-099A-3EC4D77D0EF4}"/>
          </ac:spMkLst>
        </pc:spChg>
        <pc:picChg chg="add mod">
          <ac:chgData name="Luis Torres" userId="d0083da5-80e0-407a-8e2b-3b7dd858bc0f" providerId="ADAL" clId="{7EEDEFD5-4BCA-4016-BE06-9E58D10BB4F4}" dt="2026-03-22T19:00:23.455" v="538" actId="1076"/>
          <ac:picMkLst>
            <pc:docMk/>
            <pc:sldMk cId="2163128952" sldId="339"/>
            <ac:picMk id="13" creationId="{58A2CFD3-97CD-EE77-E961-A8BA7983A05E}"/>
          </ac:picMkLst>
        </pc:picChg>
      </pc:sldChg>
      <pc:sldChg chg="addSp delSp modSp new mod ord">
        <pc:chgData name="Luis Torres" userId="d0083da5-80e0-407a-8e2b-3b7dd858bc0f" providerId="ADAL" clId="{7EEDEFD5-4BCA-4016-BE06-9E58D10BB4F4}" dt="2026-03-22T19:22:52.898" v="923" actId="1076"/>
        <pc:sldMkLst>
          <pc:docMk/>
          <pc:sldMk cId="3027107083" sldId="339"/>
        </pc:sldMkLst>
        <pc:spChg chg="mod">
          <ac:chgData name="Luis Torres" userId="d0083da5-80e0-407a-8e2b-3b7dd858bc0f" providerId="ADAL" clId="{7EEDEFD5-4BCA-4016-BE06-9E58D10BB4F4}" dt="2026-03-22T19:05:44.405" v="652"/>
          <ac:spMkLst>
            <pc:docMk/>
            <pc:sldMk cId="3027107083" sldId="339"/>
            <ac:spMk id="2" creationId="{FE532AF8-C8FE-4E18-6C10-BFA9ACD72571}"/>
          </ac:spMkLst>
        </pc:spChg>
        <pc:spChg chg="del">
          <ac:chgData name="Luis Torres" userId="d0083da5-80e0-407a-8e2b-3b7dd858bc0f" providerId="ADAL" clId="{7EEDEFD5-4BCA-4016-BE06-9E58D10BB4F4}" dt="2026-03-22T19:06:02.893" v="658" actId="478"/>
          <ac:spMkLst>
            <pc:docMk/>
            <pc:sldMk cId="3027107083" sldId="339"/>
            <ac:spMk id="3" creationId="{E65E196D-A4E7-CAC2-7F7A-FE9932B4B161}"/>
          </ac:spMkLst>
        </pc:spChg>
        <pc:spChg chg="mod">
          <ac:chgData name="Luis Torres" userId="d0083da5-80e0-407a-8e2b-3b7dd858bc0f" providerId="ADAL" clId="{7EEDEFD5-4BCA-4016-BE06-9E58D10BB4F4}" dt="2026-03-22T19:05:38.367" v="651"/>
          <ac:spMkLst>
            <pc:docMk/>
            <pc:sldMk cId="3027107083" sldId="339"/>
            <ac:spMk id="5" creationId="{F6391EDC-7E12-F9B6-9E21-4E5041793CF9}"/>
          </ac:spMkLst>
        </pc:spChg>
        <pc:spChg chg="mod">
          <ac:chgData name="Luis Torres" userId="d0083da5-80e0-407a-8e2b-3b7dd858bc0f" providerId="ADAL" clId="{7EEDEFD5-4BCA-4016-BE06-9E58D10BB4F4}" dt="2026-03-22T19:05:38.367" v="651"/>
          <ac:spMkLst>
            <pc:docMk/>
            <pc:sldMk cId="3027107083" sldId="339"/>
            <ac:spMk id="6" creationId="{A3D81A5B-2B5B-B227-44CA-BEFE1FE4EF6C}"/>
          </ac:spMkLst>
        </pc:spChg>
        <pc:spChg chg="mod">
          <ac:chgData name="Luis Torres" userId="d0083da5-80e0-407a-8e2b-3b7dd858bc0f" providerId="ADAL" clId="{7EEDEFD5-4BCA-4016-BE06-9E58D10BB4F4}" dt="2026-03-22T19:05:38.367" v="651"/>
          <ac:spMkLst>
            <pc:docMk/>
            <pc:sldMk cId="3027107083" sldId="339"/>
            <ac:spMk id="7" creationId="{DDEB2C70-1D33-E70D-7446-E09E07D919DB}"/>
          </ac:spMkLst>
        </pc:spChg>
        <pc:spChg chg="mod">
          <ac:chgData name="Luis Torres" userId="d0083da5-80e0-407a-8e2b-3b7dd858bc0f" providerId="ADAL" clId="{7EEDEFD5-4BCA-4016-BE06-9E58D10BB4F4}" dt="2026-03-22T19:22:07.299" v="796" actId="1076"/>
          <ac:spMkLst>
            <pc:docMk/>
            <pc:sldMk cId="3027107083" sldId="339"/>
            <ac:spMk id="8" creationId="{D6D3D3B6-A643-829F-723B-5CB28C1E5887}"/>
          </ac:spMkLst>
        </pc:spChg>
        <pc:spChg chg="mod">
          <ac:chgData name="Luis Torres" userId="d0083da5-80e0-407a-8e2b-3b7dd858bc0f" providerId="ADAL" clId="{7EEDEFD5-4BCA-4016-BE06-9E58D10BB4F4}" dt="2026-03-22T19:22:07.299" v="796" actId="1076"/>
          <ac:spMkLst>
            <pc:docMk/>
            <pc:sldMk cId="3027107083" sldId="339"/>
            <ac:spMk id="9" creationId="{13BBD36D-84B4-25C3-2DF0-D545D212ABBE}"/>
          </ac:spMkLst>
        </pc:spChg>
        <pc:spChg chg="add mod">
          <ac:chgData name="Luis Torres" userId="d0083da5-80e0-407a-8e2b-3b7dd858bc0f" providerId="ADAL" clId="{7EEDEFD5-4BCA-4016-BE06-9E58D10BB4F4}" dt="2026-03-22T19:22:07.299" v="796" actId="1076"/>
          <ac:spMkLst>
            <pc:docMk/>
            <pc:sldMk cId="3027107083" sldId="339"/>
            <ac:spMk id="10" creationId="{74765465-F051-38D7-5506-D49B5D8CF723}"/>
          </ac:spMkLst>
        </pc:spChg>
        <pc:spChg chg="add mod">
          <ac:chgData name="Luis Torres" userId="d0083da5-80e0-407a-8e2b-3b7dd858bc0f" providerId="ADAL" clId="{7EEDEFD5-4BCA-4016-BE06-9E58D10BB4F4}" dt="2026-03-22T19:22:07.299" v="796" actId="1076"/>
          <ac:spMkLst>
            <pc:docMk/>
            <pc:sldMk cId="3027107083" sldId="339"/>
            <ac:spMk id="11" creationId="{412ED6E3-2C1C-ADED-338A-2B272C37CC6D}"/>
          </ac:spMkLst>
        </pc:spChg>
        <pc:spChg chg="add mod">
          <ac:chgData name="Luis Torres" userId="d0083da5-80e0-407a-8e2b-3b7dd858bc0f" providerId="ADAL" clId="{7EEDEFD5-4BCA-4016-BE06-9E58D10BB4F4}" dt="2026-03-22T19:05:38.367" v="651"/>
          <ac:spMkLst>
            <pc:docMk/>
            <pc:sldMk cId="3027107083" sldId="339"/>
            <ac:spMk id="12" creationId="{AFA6A143-95B9-3640-21F3-4F0CF33DC731}"/>
          </ac:spMkLst>
        </pc:spChg>
        <pc:spChg chg="add mod">
          <ac:chgData name="Luis Torres" userId="d0083da5-80e0-407a-8e2b-3b7dd858bc0f" providerId="ADAL" clId="{7EEDEFD5-4BCA-4016-BE06-9E58D10BB4F4}" dt="2026-03-22T19:22:07.299" v="796" actId="1076"/>
          <ac:spMkLst>
            <pc:docMk/>
            <pc:sldMk cId="3027107083" sldId="339"/>
            <ac:spMk id="13" creationId="{6C2A6614-E03F-00BD-98AB-6880CACBD30A}"/>
          </ac:spMkLst>
        </pc:spChg>
        <pc:spChg chg="mod">
          <ac:chgData name="Luis Torres" userId="d0083da5-80e0-407a-8e2b-3b7dd858bc0f" providerId="ADAL" clId="{7EEDEFD5-4BCA-4016-BE06-9E58D10BB4F4}" dt="2026-03-22T19:22:07.299" v="796" actId="1076"/>
          <ac:spMkLst>
            <pc:docMk/>
            <pc:sldMk cId="3027107083" sldId="339"/>
            <ac:spMk id="14" creationId="{AA161304-53D7-13E0-9ADC-998ACB31FFC5}"/>
          </ac:spMkLst>
        </pc:spChg>
        <pc:spChg chg="mod">
          <ac:chgData name="Luis Torres" userId="d0083da5-80e0-407a-8e2b-3b7dd858bc0f" providerId="ADAL" clId="{7EEDEFD5-4BCA-4016-BE06-9E58D10BB4F4}" dt="2026-03-22T19:22:07.299" v="796" actId="1076"/>
          <ac:spMkLst>
            <pc:docMk/>
            <pc:sldMk cId="3027107083" sldId="339"/>
            <ac:spMk id="15" creationId="{E909B4BF-FCC4-F994-5DA9-2EED553FA427}"/>
          </ac:spMkLst>
        </pc:spChg>
        <pc:spChg chg="add mod">
          <ac:chgData name="Luis Torres" userId="d0083da5-80e0-407a-8e2b-3b7dd858bc0f" providerId="ADAL" clId="{7EEDEFD5-4BCA-4016-BE06-9E58D10BB4F4}" dt="2026-03-22T19:22:07.299" v="796" actId="1076"/>
          <ac:spMkLst>
            <pc:docMk/>
            <pc:sldMk cId="3027107083" sldId="339"/>
            <ac:spMk id="16" creationId="{F6CA7383-FBA5-F0CA-DCA1-F76052C1F291}"/>
          </ac:spMkLst>
        </pc:spChg>
        <pc:spChg chg="add mod">
          <ac:chgData name="Luis Torres" userId="d0083da5-80e0-407a-8e2b-3b7dd858bc0f" providerId="ADAL" clId="{7EEDEFD5-4BCA-4016-BE06-9E58D10BB4F4}" dt="2026-03-22T19:22:07.299" v="796" actId="1076"/>
          <ac:spMkLst>
            <pc:docMk/>
            <pc:sldMk cId="3027107083" sldId="339"/>
            <ac:spMk id="17" creationId="{3924CB92-D687-8A67-8A87-B3EF1DC5345F}"/>
          </ac:spMkLst>
        </pc:spChg>
        <pc:spChg chg="add mod">
          <ac:chgData name="Luis Torres" userId="d0083da5-80e0-407a-8e2b-3b7dd858bc0f" providerId="ADAL" clId="{7EEDEFD5-4BCA-4016-BE06-9E58D10BB4F4}" dt="2026-03-22T19:22:07.299" v="796" actId="1076"/>
          <ac:spMkLst>
            <pc:docMk/>
            <pc:sldMk cId="3027107083" sldId="339"/>
            <ac:spMk id="18" creationId="{865F1664-C39C-E63B-3904-C652A169E217}"/>
          </ac:spMkLst>
        </pc:spChg>
        <pc:spChg chg="add mod">
          <ac:chgData name="Luis Torres" userId="d0083da5-80e0-407a-8e2b-3b7dd858bc0f" providerId="ADAL" clId="{7EEDEFD5-4BCA-4016-BE06-9E58D10BB4F4}" dt="2026-03-22T19:06:00.665" v="657" actId="14100"/>
          <ac:spMkLst>
            <pc:docMk/>
            <pc:sldMk cId="3027107083" sldId="339"/>
            <ac:spMk id="20" creationId="{DC41E106-D82A-B87A-4AB9-D6EF372CEEE1}"/>
          </ac:spMkLst>
        </pc:spChg>
        <pc:spChg chg="add mod">
          <ac:chgData name="Luis Torres" userId="d0083da5-80e0-407a-8e2b-3b7dd858bc0f" providerId="ADAL" clId="{7EEDEFD5-4BCA-4016-BE06-9E58D10BB4F4}" dt="2026-03-22T19:22:52.898" v="923" actId="1076"/>
          <ac:spMkLst>
            <pc:docMk/>
            <pc:sldMk cId="3027107083" sldId="339"/>
            <ac:spMk id="22" creationId="{2A46E1E6-BC9C-A68D-FEB5-5E579A33AF45}"/>
          </ac:spMkLst>
        </pc:spChg>
      </pc:sldChg>
      <pc:sldChg chg="new del">
        <pc:chgData name="Luis Torres" userId="d0083da5-80e0-407a-8e2b-3b7dd858bc0f" providerId="ADAL" clId="{7EEDEFD5-4BCA-4016-BE06-9E58D10BB4F4}" dt="2026-03-22T19:06:06.325" v="660" actId="47"/>
        <pc:sldMkLst>
          <pc:docMk/>
          <pc:sldMk cId="1034202105" sldId="340"/>
        </pc:sldMkLst>
      </pc:sldChg>
      <pc:sldChg chg="add">
        <pc:chgData name="Luis Torres" userId="d0083da5-80e0-407a-8e2b-3b7dd858bc0f" providerId="ADAL" clId="{7EEDEFD5-4BCA-4016-BE06-9E58D10BB4F4}" dt="2026-03-22T19:13:50.085" v="752"/>
        <pc:sldMkLst>
          <pc:docMk/>
          <pc:sldMk cId="3092555409" sldId="340"/>
        </pc:sldMkLst>
      </pc:sldChg>
      <pc:sldChg chg="new del">
        <pc:chgData name="Luis Torres" userId="d0083da5-80e0-407a-8e2b-3b7dd858bc0f" providerId="ADAL" clId="{7EEDEFD5-4BCA-4016-BE06-9E58D10BB4F4}" dt="2026-03-22T19:20:44.713" v="795" actId="47"/>
        <pc:sldMkLst>
          <pc:docMk/>
          <pc:sldMk cId="3154811698" sldId="341"/>
        </pc:sldMkLst>
      </pc:sldChg>
      <pc:sldChg chg="add del">
        <pc:chgData name="Luis Torres" userId="d0083da5-80e0-407a-8e2b-3b7dd858bc0f" providerId="ADAL" clId="{7EEDEFD5-4BCA-4016-BE06-9E58D10BB4F4}" dt="2026-03-22T19:16:33.495" v="768" actId="47"/>
        <pc:sldMkLst>
          <pc:docMk/>
          <pc:sldMk cId="3408294823" sldId="34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5CACB6-9C86-4BA1-85BB-B10CC0DFB978}" type="datetimeFigureOut">
              <a:rPr lang="en-GB" smtClean="0"/>
              <a:t>22/03/2026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869A2A-7382-4F13-81C1-6F0F55AB88BA}" type="slidenum">
              <a:rPr lang="en-GB" smtClean="0"/>
              <a:t>‹#›</a:t>
            </a:fld>
            <a:endParaRPr lang="en-GB"/>
          </a:p>
        </p:txBody>
      </p:sp>
    </p:spTree>
    <p:extLst>
      <p:ext uri="{BB962C8B-B14F-4D97-AF65-F5344CB8AC3E}">
        <p14:creationId xmlns:p14="http://schemas.microsoft.com/office/powerpoint/2010/main" val="2291772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A869A2A-7382-4F13-81C1-6F0F55AB88BA}" type="slidenum">
              <a:rPr lang="en-GB" smtClean="0"/>
              <a:t>1</a:t>
            </a:fld>
            <a:endParaRPr lang="en-GB"/>
          </a:p>
        </p:txBody>
      </p:sp>
    </p:spTree>
    <p:extLst>
      <p:ext uri="{BB962C8B-B14F-4D97-AF65-F5344CB8AC3E}">
        <p14:creationId xmlns:p14="http://schemas.microsoft.com/office/powerpoint/2010/main" val="1900054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91FD8-228D-45D2-F4DF-3956F6B96F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F5D9984-7DCE-524E-53E1-AD41513E8A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B76364D-8BFD-0A93-D54B-08B7171D2400}"/>
              </a:ext>
            </a:extLst>
          </p:cNvPr>
          <p:cNvSpPr>
            <a:spLocks noGrp="1"/>
          </p:cNvSpPr>
          <p:nvPr>
            <p:ph type="dt" sz="half" idx="10"/>
          </p:nvPr>
        </p:nvSpPr>
        <p:spPr/>
        <p:txBody>
          <a:bodyPr/>
          <a:lstStyle/>
          <a:p>
            <a:fld id="{FF570C8D-A5F8-484D-A42B-6A1C55BA86EA}" type="datetimeFigureOut">
              <a:rPr lang="en-GB" smtClean="0"/>
              <a:t>22/03/2026</a:t>
            </a:fld>
            <a:endParaRPr lang="en-GB"/>
          </a:p>
        </p:txBody>
      </p:sp>
      <p:sp>
        <p:nvSpPr>
          <p:cNvPr id="5" name="Footer Placeholder 4">
            <a:extLst>
              <a:ext uri="{FF2B5EF4-FFF2-40B4-BE49-F238E27FC236}">
                <a16:creationId xmlns:a16="http://schemas.microsoft.com/office/drawing/2014/main" id="{A39BD282-73A9-770C-E7C7-6226C01D6B9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FC212E2-7B13-4835-87CE-2BEA1FD2E618}"/>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3606400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D080D-903E-5561-B736-7A49DD7F571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AF29354-7830-C388-E3B6-5000193691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3815749-D04F-0264-BE57-3719400EF55A}"/>
              </a:ext>
            </a:extLst>
          </p:cNvPr>
          <p:cNvSpPr>
            <a:spLocks noGrp="1"/>
          </p:cNvSpPr>
          <p:nvPr>
            <p:ph type="dt" sz="half" idx="10"/>
          </p:nvPr>
        </p:nvSpPr>
        <p:spPr/>
        <p:txBody>
          <a:bodyPr/>
          <a:lstStyle/>
          <a:p>
            <a:fld id="{FF570C8D-A5F8-484D-A42B-6A1C55BA86EA}" type="datetimeFigureOut">
              <a:rPr lang="en-GB" smtClean="0"/>
              <a:t>22/03/2026</a:t>
            </a:fld>
            <a:endParaRPr lang="en-GB"/>
          </a:p>
        </p:txBody>
      </p:sp>
      <p:sp>
        <p:nvSpPr>
          <p:cNvPr id="5" name="Footer Placeholder 4">
            <a:extLst>
              <a:ext uri="{FF2B5EF4-FFF2-40B4-BE49-F238E27FC236}">
                <a16:creationId xmlns:a16="http://schemas.microsoft.com/office/drawing/2014/main" id="{FBA93A5F-64CE-4D8E-2080-0C0680664C0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8901B68-91A0-3F50-E90E-851057CB74E1}"/>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55060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AACB5-6607-5FE6-9603-09AA9FD79B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A39C150-D282-FA1A-4FC4-E15C71F38D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FFADC2-148B-E644-D7DC-3A489E0202A6}"/>
              </a:ext>
            </a:extLst>
          </p:cNvPr>
          <p:cNvSpPr>
            <a:spLocks noGrp="1"/>
          </p:cNvSpPr>
          <p:nvPr>
            <p:ph type="dt" sz="half" idx="10"/>
          </p:nvPr>
        </p:nvSpPr>
        <p:spPr/>
        <p:txBody>
          <a:bodyPr/>
          <a:lstStyle/>
          <a:p>
            <a:fld id="{FF570C8D-A5F8-484D-A42B-6A1C55BA86EA}" type="datetimeFigureOut">
              <a:rPr lang="en-GB" smtClean="0"/>
              <a:t>22/03/2026</a:t>
            </a:fld>
            <a:endParaRPr lang="en-GB"/>
          </a:p>
        </p:txBody>
      </p:sp>
      <p:sp>
        <p:nvSpPr>
          <p:cNvPr id="5" name="Footer Placeholder 4">
            <a:extLst>
              <a:ext uri="{FF2B5EF4-FFF2-40B4-BE49-F238E27FC236}">
                <a16:creationId xmlns:a16="http://schemas.microsoft.com/office/drawing/2014/main" id="{2AB2CB95-716F-2C11-0447-60985A146D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9356A9C-9A71-5351-46A8-439EB78F7EA1}"/>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1603892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12B90-6474-4523-3BD9-B365F20926E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21FCEA5-4EFA-5258-A624-F6EA767EC1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0AFD77A-9877-5A38-54D8-8D6F153DE2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2C89EE2-F969-B4AA-267F-9076B1D081D0}"/>
              </a:ext>
            </a:extLst>
          </p:cNvPr>
          <p:cNvSpPr>
            <a:spLocks noGrp="1"/>
          </p:cNvSpPr>
          <p:nvPr>
            <p:ph type="dt" sz="half" idx="10"/>
          </p:nvPr>
        </p:nvSpPr>
        <p:spPr/>
        <p:txBody>
          <a:bodyPr/>
          <a:lstStyle/>
          <a:p>
            <a:fld id="{FF570C8D-A5F8-484D-A42B-6A1C55BA86EA}" type="datetimeFigureOut">
              <a:rPr lang="en-GB" smtClean="0"/>
              <a:t>22/03/2026</a:t>
            </a:fld>
            <a:endParaRPr lang="en-GB"/>
          </a:p>
        </p:txBody>
      </p:sp>
      <p:sp>
        <p:nvSpPr>
          <p:cNvPr id="6" name="Footer Placeholder 5">
            <a:extLst>
              <a:ext uri="{FF2B5EF4-FFF2-40B4-BE49-F238E27FC236}">
                <a16:creationId xmlns:a16="http://schemas.microsoft.com/office/drawing/2014/main" id="{E3CF9156-08F4-34DC-F2C8-4CD099F6AD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2C69098-116F-5CE1-D54F-38EA39B06B07}"/>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2674585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5F7C7-2A30-6CFD-3FA5-546BB72DCEB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6176A49-54F9-037F-DC06-8DC7505998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1B7625-C95E-C7F2-513D-D91C9D61F7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B1C4E4A-5FC0-FBDE-A358-EAB8896638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1B2968-D248-0212-9A53-8CC04C08C6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5D02CA5-B7FB-E561-BAFE-2EC139B81DDB}"/>
              </a:ext>
            </a:extLst>
          </p:cNvPr>
          <p:cNvSpPr>
            <a:spLocks noGrp="1"/>
          </p:cNvSpPr>
          <p:nvPr>
            <p:ph type="dt" sz="half" idx="10"/>
          </p:nvPr>
        </p:nvSpPr>
        <p:spPr/>
        <p:txBody>
          <a:bodyPr/>
          <a:lstStyle/>
          <a:p>
            <a:fld id="{FF570C8D-A5F8-484D-A42B-6A1C55BA86EA}" type="datetimeFigureOut">
              <a:rPr lang="en-GB" smtClean="0"/>
              <a:t>22/03/2026</a:t>
            </a:fld>
            <a:endParaRPr lang="en-GB"/>
          </a:p>
        </p:txBody>
      </p:sp>
      <p:sp>
        <p:nvSpPr>
          <p:cNvPr id="8" name="Footer Placeholder 7">
            <a:extLst>
              <a:ext uri="{FF2B5EF4-FFF2-40B4-BE49-F238E27FC236}">
                <a16:creationId xmlns:a16="http://schemas.microsoft.com/office/drawing/2014/main" id="{88D31292-BB77-80E7-D8E4-47FBCCA9605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93BA356-2359-B590-9AED-7E77DE823567}"/>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358771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FBBA1-0793-0D44-AF62-89C0A1D6510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26E3014-F4C7-236C-1F92-08CDD0AD54D1}"/>
              </a:ext>
            </a:extLst>
          </p:cNvPr>
          <p:cNvSpPr>
            <a:spLocks noGrp="1"/>
          </p:cNvSpPr>
          <p:nvPr>
            <p:ph type="dt" sz="half" idx="10"/>
          </p:nvPr>
        </p:nvSpPr>
        <p:spPr/>
        <p:txBody>
          <a:bodyPr/>
          <a:lstStyle/>
          <a:p>
            <a:fld id="{FF570C8D-A5F8-484D-A42B-6A1C55BA86EA}" type="datetimeFigureOut">
              <a:rPr lang="en-GB" smtClean="0"/>
              <a:t>22/03/2026</a:t>
            </a:fld>
            <a:endParaRPr lang="en-GB"/>
          </a:p>
        </p:txBody>
      </p:sp>
      <p:sp>
        <p:nvSpPr>
          <p:cNvPr id="4" name="Footer Placeholder 3">
            <a:extLst>
              <a:ext uri="{FF2B5EF4-FFF2-40B4-BE49-F238E27FC236}">
                <a16:creationId xmlns:a16="http://schemas.microsoft.com/office/drawing/2014/main" id="{21FB4227-AD7E-3844-6235-C14D8F8F643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AF270D9-DCA8-6664-5D0E-7A2122DBAA87}"/>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1210422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57C13C-1060-9D70-621B-8B5D52D1FFDE}"/>
              </a:ext>
            </a:extLst>
          </p:cNvPr>
          <p:cNvSpPr>
            <a:spLocks noGrp="1"/>
          </p:cNvSpPr>
          <p:nvPr>
            <p:ph type="dt" sz="half" idx="10"/>
          </p:nvPr>
        </p:nvSpPr>
        <p:spPr/>
        <p:txBody>
          <a:bodyPr/>
          <a:lstStyle/>
          <a:p>
            <a:fld id="{FF570C8D-A5F8-484D-A42B-6A1C55BA86EA}" type="datetimeFigureOut">
              <a:rPr lang="en-GB" smtClean="0"/>
              <a:t>22/03/2026</a:t>
            </a:fld>
            <a:endParaRPr lang="en-GB"/>
          </a:p>
        </p:txBody>
      </p:sp>
      <p:sp>
        <p:nvSpPr>
          <p:cNvPr id="3" name="Footer Placeholder 2">
            <a:extLst>
              <a:ext uri="{FF2B5EF4-FFF2-40B4-BE49-F238E27FC236}">
                <a16:creationId xmlns:a16="http://schemas.microsoft.com/office/drawing/2014/main" id="{D21A35B8-E85E-89CC-2B6E-56C4166450B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EE77EC8-615B-92AE-426B-8398C0EE7F42}"/>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1266845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1BDC1-C498-6317-7C04-E121C5ACA4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BC32D61-374E-28F2-1A83-BA498F7B5B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F1AFA52-0195-BCB5-10A4-EA175E6382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82C8BE-6D6B-F5B0-759F-C91B3B528391}"/>
              </a:ext>
            </a:extLst>
          </p:cNvPr>
          <p:cNvSpPr>
            <a:spLocks noGrp="1"/>
          </p:cNvSpPr>
          <p:nvPr>
            <p:ph type="dt" sz="half" idx="10"/>
          </p:nvPr>
        </p:nvSpPr>
        <p:spPr/>
        <p:txBody>
          <a:bodyPr/>
          <a:lstStyle/>
          <a:p>
            <a:fld id="{FF570C8D-A5F8-484D-A42B-6A1C55BA86EA}" type="datetimeFigureOut">
              <a:rPr lang="en-GB" smtClean="0"/>
              <a:t>22/03/2026</a:t>
            </a:fld>
            <a:endParaRPr lang="en-GB"/>
          </a:p>
        </p:txBody>
      </p:sp>
      <p:sp>
        <p:nvSpPr>
          <p:cNvPr id="6" name="Footer Placeholder 5">
            <a:extLst>
              <a:ext uri="{FF2B5EF4-FFF2-40B4-BE49-F238E27FC236}">
                <a16:creationId xmlns:a16="http://schemas.microsoft.com/office/drawing/2014/main" id="{22AE5447-FF87-E549-EB0C-19F7EA9BBD6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7CC5345-6456-E40B-FD75-6208CC94155A}"/>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2413157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E81F1-2F15-BAB8-9EB5-6B458B5A75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6BB8A0E-BDD0-CBBB-68A2-5C408F5EEF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DC8996E-6F95-464C-EBAF-16A024BD23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FDA288-FD97-73F1-DCB2-2D60B8FB1448}"/>
              </a:ext>
            </a:extLst>
          </p:cNvPr>
          <p:cNvSpPr>
            <a:spLocks noGrp="1"/>
          </p:cNvSpPr>
          <p:nvPr>
            <p:ph type="dt" sz="half" idx="10"/>
          </p:nvPr>
        </p:nvSpPr>
        <p:spPr/>
        <p:txBody>
          <a:bodyPr/>
          <a:lstStyle/>
          <a:p>
            <a:fld id="{FF570C8D-A5F8-484D-A42B-6A1C55BA86EA}" type="datetimeFigureOut">
              <a:rPr lang="en-GB" smtClean="0"/>
              <a:t>22/03/2026</a:t>
            </a:fld>
            <a:endParaRPr lang="en-GB"/>
          </a:p>
        </p:txBody>
      </p:sp>
      <p:sp>
        <p:nvSpPr>
          <p:cNvPr id="6" name="Footer Placeholder 5">
            <a:extLst>
              <a:ext uri="{FF2B5EF4-FFF2-40B4-BE49-F238E27FC236}">
                <a16:creationId xmlns:a16="http://schemas.microsoft.com/office/drawing/2014/main" id="{7D535728-39C4-9679-BE33-89C7E65D6AA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33D9600-0A19-1B1A-E405-4146B7724CD5}"/>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4139093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5B810-DE01-22B9-75DE-CA0BD74ED61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D0F69AA-3225-8599-AB49-04C7F0DE5B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019FCE3-2054-6110-9C85-B2BA9F71C807}"/>
              </a:ext>
            </a:extLst>
          </p:cNvPr>
          <p:cNvSpPr>
            <a:spLocks noGrp="1"/>
          </p:cNvSpPr>
          <p:nvPr>
            <p:ph type="dt" sz="half" idx="10"/>
          </p:nvPr>
        </p:nvSpPr>
        <p:spPr/>
        <p:txBody>
          <a:bodyPr/>
          <a:lstStyle/>
          <a:p>
            <a:fld id="{FF570C8D-A5F8-484D-A42B-6A1C55BA86EA}" type="datetimeFigureOut">
              <a:rPr lang="en-GB" smtClean="0"/>
              <a:t>22/03/2026</a:t>
            </a:fld>
            <a:endParaRPr lang="en-GB"/>
          </a:p>
        </p:txBody>
      </p:sp>
      <p:sp>
        <p:nvSpPr>
          <p:cNvPr id="5" name="Footer Placeholder 4">
            <a:extLst>
              <a:ext uri="{FF2B5EF4-FFF2-40B4-BE49-F238E27FC236}">
                <a16:creationId xmlns:a16="http://schemas.microsoft.com/office/drawing/2014/main" id="{B9CBB98F-B55F-CDE4-9BAF-A0C67C76F0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1322341-F796-24C3-E10B-638373679E2B}"/>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916806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7DB971-8145-793A-9684-EF02A56F81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1E4901C-B164-8A10-8E0D-11629364EC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14A34E6-592E-AE46-5CBD-D3DD938F47AB}"/>
              </a:ext>
            </a:extLst>
          </p:cNvPr>
          <p:cNvSpPr>
            <a:spLocks noGrp="1"/>
          </p:cNvSpPr>
          <p:nvPr>
            <p:ph type="dt" sz="half" idx="10"/>
          </p:nvPr>
        </p:nvSpPr>
        <p:spPr/>
        <p:txBody>
          <a:bodyPr/>
          <a:lstStyle/>
          <a:p>
            <a:fld id="{FF570C8D-A5F8-484D-A42B-6A1C55BA86EA}" type="datetimeFigureOut">
              <a:rPr lang="en-GB" smtClean="0"/>
              <a:t>22/03/2026</a:t>
            </a:fld>
            <a:endParaRPr lang="en-GB"/>
          </a:p>
        </p:txBody>
      </p:sp>
      <p:sp>
        <p:nvSpPr>
          <p:cNvPr id="5" name="Footer Placeholder 4">
            <a:extLst>
              <a:ext uri="{FF2B5EF4-FFF2-40B4-BE49-F238E27FC236}">
                <a16:creationId xmlns:a16="http://schemas.microsoft.com/office/drawing/2014/main" id="{3222E37D-2CCB-CDFA-72BF-CB92E355B34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A286B89-F112-6384-C909-24FC1DC5C9B0}"/>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3475584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4DF7FE-61AB-001F-D2D8-E0EEB34084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953C15A-3066-8DFC-5812-80DB4E3446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4C6B1E9-932F-07D7-228A-0FA1E1DEE8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570C8D-A5F8-484D-A42B-6A1C55BA86EA}" type="datetimeFigureOut">
              <a:rPr lang="en-GB" smtClean="0"/>
              <a:t>22/03/2026</a:t>
            </a:fld>
            <a:endParaRPr lang="en-GB"/>
          </a:p>
        </p:txBody>
      </p:sp>
      <p:sp>
        <p:nvSpPr>
          <p:cNvPr id="5" name="Footer Placeholder 4">
            <a:extLst>
              <a:ext uri="{FF2B5EF4-FFF2-40B4-BE49-F238E27FC236}">
                <a16:creationId xmlns:a16="http://schemas.microsoft.com/office/drawing/2014/main" id="{8F468190-275F-B3AD-29A9-46EA62FDD6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74036061-BFA9-C2E4-33E8-CECFF3CBDC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AD33C2-9678-45FF-A777-7DEE0AD52BD2}" type="slidenum">
              <a:rPr lang="en-GB" smtClean="0"/>
              <a:t>‹#›</a:t>
            </a:fld>
            <a:endParaRPr lang="en-GB"/>
          </a:p>
        </p:txBody>
      </p:sp>
    </p:spTree>
    <p:extLst>
      <p:ext uri="{BB962C8B-B14F-4D97-AF65-F5344CB8AC3E}">
        <p14:creationId xmlns:p14="http://schemas.microsoft.com/office/powerpoint/2010/main" val="3629829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F294B-7DC9-49B1-2A8C-FC44ECD21FE3}"/>
              </a:ext>
            </a:extLst>
          </p:cNvPr>
          <p:cNvSpPr>
            <a:spLocks noGrp="1"/>
          </p:cNvSpPr>
          <p:nvPr>
            <p:ph type="ctrTitle"/>
          </p:nvPr>
        </p:nvSpPr>
        <p:spPr/>
        <p:txBody>
          <a:bodyPr/>
          <a:lstStyle/>
          <a:p>
            <a:r>
              <a:rPr lang="en-GB" dirty="0"/>
              <a:t>Management</a:t>
            </a:r>
          </a:p>
        </p:txBody>
      </p:sp>
      <p:sp>
        <p:nvSpPr>
          <p:cNvPr id="3" name="Subtitle 2">
            <a:extLst>
              <a:ext uri="{FF2B5EF4-FFF2-40B4-BE49-F238E27FC236}">
                <a16:creationId xmlns:a16="http://schemas.microsoft.com/office/drawing/2014/main" id="{382A2E26-50C4-43CA-6A9E-094AE3EFB997}"/>
              </a:ext>
            </a:extLst>
          </p:cNvPr>
          <p:cNvSpPr>
            <a:spLocks noGrp="1"/>
          </p:cNvSpPr>
          <p:nvPr>
            <p:ph type="subTitle" idx="1"/>
          </p:nvPr>
        </p:nvSpPr>
        <p:spPr/>
        <p:txBody>
          <a:bodyPr/>
          <a:lstStyle/>
          <a:p>
            <a:r>
              <a:rPr lang="en-GB" dirty="0"/>
              <a:t>PhD in Business Economics </a:t>
            </a:r>
          </a:p>
          <a:p>
            <a:endParaRPr lang="en-GB" dirty="0"/>
          </a:p>
          <a:p>
            <a:r>
              <a:rPr lang="en-GB" dirty="0"/>
              <a:t>Luis D. Torres, PhD.</a:t>
            </a:r>
          </a:p>
        </p:txBody>
      </p:sp>
    </p:spTree>
    <p:extLst>
      <p:ext uri="{BB962C8B-B14F-4D97-AF65-F5344CB8AC3E}">
        <p14:creationId xmlns:p14="http://schemas.microsoft.com/office/powerpoint/2010/main" val="3893749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8BD0-9BB8-F5E7-BAF4-7957651F78B3}"/>
              </a:ext>
            </a:extLst>
          </p:cNvPr>
          <p:cNvSpPr>
            <a:spLocks noGrp="1"/>
          </p:cNvSpPr>
          <p:nvPr>
            <p:ph type="title"/>
          </p:nvPr>
        </p:nvSpPr>
        <p:spPr/>
        <p:txBody>
          <a:bodyPr>
            <a:normAutofit/>
          </a:bodyPr>
          <a:lstStyle/>
          <a:p>
            <a:r>
              <a:rPr lang="en-GB" sz="4000" dirty="0"/>
              <a:t>Agenda</a:t>
            </a:r>
          </a:p>
        </p:txBody>
      </p:sp>
      <p:sp>
        <p:nvSpPr>
          <p:cNvPr id="3" name="Content Placeholder 2">
            <a:extLst>
              <a:ext uri="{FF2B5EF4-FFF2-40B4-BE49-F238E27FC236}">
                <a16:creationId xmlns:a16="http://schemas.microsoft.com/office/drawing/2014/main" id="{41F21F08-1B86-1E9C-CDD6-203547261EE6}"/>
              </a:ext>
            </a:extLst>
          </p:cNvPr>
          <p:cNvSpPr>
            <a:spLocks noGrp="1"/>
          </p:cNvSpPr>
          <p:nvPr>
            <p:ph idx="1"/>
          </p:nvPr>
        </p:nvSpPr>
        <p:spPr>
          <a:xfrm>
            <a:off x="838200" y="1825625"/>
            <a:ext cx="5500816" cy="4351338"/>
          </a:xfrm>
        </p:spPr>
        <p:txBody>
          <a:bodyPr>
            <a:normAutofit lnSpcReduction="10000"/>
          </a:bodyPr>
          <a:lstStyle/>
          <a:p>
            <a:pPr>
              <a:lnSpc>
                <a:spcPct val="100000"/>
              </a:lnSpc>
            </a:pPr>
            <a:r>
              <a:rPr lang="en-GB" dirty="0"/>
              <a:t>First part: Strategic Management </a:t>
            </a:r>
          </a:p>
          <a:p>
            <a:pPr lvl="1">
              <a:lnSpc>
                <a:spcPct val="100000"/>
              </a:lnSpc>
            </a:pPr>
            <a:r>
              <a:rPr lang="en-GB" dirty="0"/>
              <a:t>Intro to Strategy</a:t>
            </a:r>
          </a:p>
          <a:p>
            <a:pPr lvl="1">
              <a:lnSpc>
                <a:spcPct val="100000"/>
              </a:lnSpc>
            </a:pPr>
            <a:r>
              <a:rPr lang="en-GB" dirty="0"/>
              <a:t>Building competitive advantage – the resource base view and its evolution</a:t>
            </a:r>
          </a:p>
          <a:p>
            <a:pPr>
              <a:lnSpc>
                <a:spcPct val="100000"/>
              </a:lnSpc>
            </a:pPr>
            <a:endParaRPr lang="en-GB" dirty="0"/>
          </a:p>
          <a:p>
            <a:pPr>
              <a:lnSpc>
                <a:spcPct val="100000"/>
              </a:lnSpc>
            </a:pPr>
            <a:r>
              <a:rPr lang="en-GB" dirty="0"/>
              <a:t>Second part: Leadership</a:t>
            </a:r>
          </a:p>
          <a:p>
            <a:pPr lvl="1">
              <a:lnSpc>
                <a:spcPct val="100000"/>
              </a:lnSpc>
            </a:pPr>
            <a:r>
              <a:rPr lang="en-GB" dirty="0"/>
              <a:t>The Landscape of Leadership Theories </a:t>
            </a:r>
          </a:p>
          <a:p>
            <a:pPr lvl="1">
              <a:lnSpc>
                <a:spcPct val="100000"/>
              </a:lnSpc>
            </a:pPr>
            <a:r>
              <a:rPr lang="en-GB" dirty="0"/>
              <a:t>Leadership Stupidity and Hubris </a:t>
            </a:r>
          </a:p>
        </p:txBody>
      </p:sp>
      <p:pic>
        <p:nvPicPr>
          <p:cNvPr id="5" name="Picture 4">
            <a:extLst>
              <a:ext uri="{FF2B5EF4-FFF2-40B4-BE49-F238E27FC236}">
                <a16:creationId xmlns:a16="http://schemas.microsoft.com/office/drawing/2014/main" id="{4F2826B5-4149-3BCB-7148-33AB30B3204E}"/>
              </a:ext>
            </a:extLst>
          </p:cNvPr>
          <p:cNvPicPr>
            <a:picLocks noChangeAspect="1"/>
          </p:cNvPicPr>
          <p:nvPr/>
        </p:nvPicPr>
        <p:blipFill>
          <a:blip r:embed="rId2"/>
          <a:stretch>
            <a:fillRect/>
          </a:stretch>
        </p:blipFill>
        <p:spPr>
          <a:xfrm>
            <a:off x="6489303" y="2113004"/>
            <a:ext cx="5702697" cy="3297839"/>
          </a:xfrm>
          <a:prstGeom prst="rect">
            <a:avLst/>
          </a:prstGeom>
        </p:spPr>
      </p:pic>
    </p:spTree>
    <p:extLst>
      <p:ext uri="{BB962C8B-B14F-4D97-AF65-F5344CB8AC3E}">
        <p14:creationId xmlns:p14="http://schemas.microsoft.com/office/powerpoint/2010/main" val="3365187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75583-B811-1FC9-3E36-E7251ED1320E}"/>
              </a:ext>
            </a:extLst>
          </p:cNvPr>
          <p:cNvSpPr>
            <a:spLocks noGrp="1"/>
          </p:cNvSpPr>
          <p:nvPr>
            <p:ph type="title"/>
          </p:nvPr>
        </p:nvSpPr>
        <p:spPr/>
        <p:txBody>
          <a:bodyPr/>
          <a:lstStyle/>
          <a:p>
            <a:r>
              <a:rPr lang="en-GB" dirty="0"/>
              <a:t>Let’s think about competitive advantage</a:t>
            </a:r>
          </a:p>
        </p:txBody>
      </p:sp>
      <p:sp>
        <p:nvSpPr>
          <p:cNvPr id="3" name="Content Placeholder 2">
            <a:extLst>
              <a:ext uri="{FF2B5EF4-FFF2-40B4-BE49-F238E27FC236}">
                <a16:creationId xmlns:a16="http://schemas.microsoft.com/office/drawing/2014/main" id="{7C588706-F59F-AEF2-8ECF-2EBCBFB27FD7}"/>
              </a:ext>
            </a:extLst>
          </p:cNvPr>
          <p:cNvSpPr>
            <a:spLocks noGrp="1"/>
          </p:cNvSpPr>
          <p:nvPr>
            <p:ph idx="1"/>
          </p:nvPr>
        </p:nvSpPr>
        <p:spPr>
          <a:xfrm>
            <a:off x="838200" y="1825625"/>
            <a:ext cx="7185991" cy="4351338"/>
          </a:xfrm>
        </p:spPr>
        <p:txBody>
          <a:bodyPr>
            <a:normAutofit/>
          </a:bodyPr>
          <a:lstStyle/>
          <a:p>
            <a:pPr>
              <a:lnSpc>
                <a:spcPct val="100000"/>
              </a:lnSpc>
            </a:pPr>
            <a:r>
              <a:rPr lang="en-GB" sz="2400" dirty="0"/>
              <a:t>Think of a company you prefer buying something, which company would that be? Which product do you buy from them?</a:t>
            </a:r>
          </a:p>
          <a:p>
            <a:pPr>
              <a:lnSpc>
                <a:spcPct val="100000"/>
              </a:lnSpc>
            </a:pPr>
            <a:r>
              <a:rPr lang="en-GB" sz="2400" dirty="0"/>
              <a:t>Now, think of other companies you could buy a similar or the same product, which companies are those?</a:t>
            </a:r>
          </a:p>
          <a:p>
            <a:pPr>
              <a:lnSpc>
                <a:spcPct val="100000"/>
              </a:lnSpc>
            </a:pPr>
            <a:r>
              <a:rPr lang="en-GB" sz="2400" dirty="0"/>
              <a:t>Then, tell me the difference between the company you prefer and the others.</a:t>
            </a:r>
          </a:p>
        </p:txBody>
      </p:sp>
      <p:pic>
        <p:nvPicPr>
          <p:cNvPr id="1026" name="Picture 2" descr="Free Brain Color photo and picture">
            <a:extLst>
              <a:ext uri="{FF2B5EF4-FFF2-40B4-BE49-F238E27FC236}">
                <a16:creationId xmlns:a16="http://schemas.microsoft.com/office/drawing/2014/main" id="{C3B28812-BDF5-B1A3-10DE-93591F0E266C}"/>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r="25686"/>
          <a:stretch>
            <a:fillRect/>
          </a:stretch>
        </p:blipFill>
        <p:spPr bwMode="auto">
          <a:xfrm>
            <a:off x="8306320" y="2206487"/>
            <a:ext cx="3554376" cy="31871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6862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C21E4-5A1E-310C-3791-4F792FCDCDB8}"/>
              </a:ext>
            </a:extLst>
          </p:cNvPr>
          <p:cNvSpPr>
            <a:spLocks noGrp="1"/>
          </p:cNvSpPr>
          <p:nvPr>
            <p:ph type="title"/>
          </p:nvPr>
        </p:nvSpPr>
        <p:spPr/>
        <p:txBody>
          <a:bodyPr/>
          <a:lstStyle/>
          <a:p>
            <a:r>
              <a:rPr lang="en-GB" dirty="0"/>
              <a:t>What is competitive advantage?</a:t>
            </a:r>
          </a:p>
        </p:txBody>
      </p:sp>
      <p:sp>
        <p:nvSpPr>
          <p:cNvPr id="3" name="Content Placeholder 2">
            <a:extLst>
              <a:ext uri="{FF2B5EF4-FFF2-40B4-BE49-F238E27FC236}">
                <a16:creationId xmlns:a16="http://schemas.microsoft.com/office/drawing/2014/main" id="{2819BA63-FE9E-674D-E794-2BE34B009686}"/>
              </a:ext>
            </a:extLst>
          </p:cNvPr>
          <p:cNvSpPr>
            <a:spLocks noGrp="1"/>
          </p:cNvSpPr>
          <p:nvPr>
            <p:ph idx="1"/>
          </p:nvPr>
        </p:nvSpPr>
        <p:spPr>
          <a:xfrm>
            <a:off x="838200" y="1825624"/>
            <a:ext cx="6163101" cy="3821413"/>
          </a:xfrm>
        </p:spPr>
        <p:txBody>
          <a:bodyPr>
            <a:normAutofit/>
          </a:bodyPr>
          <a:lstStyle/>
          <a:p>
            <a:pPr>
              <a:lnSpc>
                <a:spcPct val="100000"/>
              </a:lnSpc>
            </a:pPr>
            <a:r>
              <a:rPr lang="en-GB" sz="1800" dirty="0"/>
              <a:t>In simple terms, a competitive advantage is an attribute that allows a company to outperform its competitors </a:t>
            </a:r>
          </a:p>
          <a:p>
            <a:pPr>
              <a:lnSpc>
                <a:spcPct val="100000"/>
              </a:lnSpc>
            </a:pPr>
            <a:r>
              <a:rPr lang="en-GB" sz="1800" dirty="0"/>
              <a:t>It is the unique feature that sets a business apart in the market enabling it to earn bigger profits and gain more market share:</a:t>
            </a:r>
          </a:p>
          <a:p>
            <a:pPr lvl="1">
              <a:lnSpc>
                <a:spcPct val="100000"/>
              </a:lnSpc>
            </a:pPr>
            <a:r>
              <a:rPr lang="en-GB" sz="1600" dirty="0"/>
              <a:t>Unique to your organisation</a:t>
            </a:r>
          </a:p>
          <a:p>
            <a:pPr lvl="1">
              <a:lnSpc>
                <a:spcPct val="100000"/>
              </a:lnSpc>
            </a:pPr>
            <a:r>
              <a:rPr lang="en-GB" sz="1600" dirty="0"/>
              <a:t>Valuable to your clients</a:t>
            </a:r>
          </a:p>
          <a:p>
            <a:pPr marL="0" indent="0">
              <a:lnSpc>
                <a:spcPct val="100000"/>
              </a:lnSpc>
              <a:buNone/>
            </a:pPr>
            <a:endParaRPr lang="en-GB" sz="1800" dirty="0"/>
          </a:p>
          <a:p>
            <a:pPr>
              <a:lnSpc>
                <a:spcPct val="100000"/>
              </a:lnSpc>
            </a:pPr>
            <a:r>
              <a:rPr lang="en-GB" sz="1800" dirty="0"/>
              <a:t>Source of competitive advantage are several including price discrimination, lower cost, superior product (differentiation), innovation, human capital, etc.</a:t>
            </a:r>
          </a:p>
          <a:p>
            <a:pPr>
              <a:lnSpc>
                <a:spcPct val="100000"/>
              </a:lnSpc>
            </a:pPr>
            <a:endParaRPr lang="en-GB" sz="1800" dirty="0"/>
          </a:p>
        </p:txBody>
      </p:sp>
      <p:pic>
        <p:nvPicPr>
          <p:cNvPr id="4" name="Picture 3">
            <a:extLst>
              <a:ext uri="{FF2B5EF4-FFF2-40B4-BE49-F238E27FC236}">
                <a16:creationId xmlns:a16="http://schemas.microsoft.com/office/drawing/2014/main" id="{A36D3434-EC44-08A9-CD6D-56D8E6853EE7}"/>
              </a:ext>
            </a:extLst>
          </p:cNvPr>
          <p:cNvPicPr>
            <a:picLocks noChangeAspect="1"/>
          </p:cNvPicPr>
          <p:nvPr/>
        </p:nvPicPr>
        <p:blipFill>
          <a:blip r:embed="rId2"/>
          <a:stretch>
            <a:fillRect/>
          </a:stretch>
        </p:blipFill>
        <p:spPr>
          <a:xfrm>
            <a:off x="9852660" y="277046"/>
            <a:ext cx="2153850" cy="317949"/>
          </a:xfrm>
          <a:prstGeom prst="rect">
            <a:avLst/>
          </a:prstGeom>
        </p:spPr>
      </p:pic>
      <p:pic>
        <p:nvPicPr>
          <p:cNvPr id="5" name="Picture 2" descr="Free Men Run photo and picture">
            <a:extLst>
              <a:ext uri="{FF2B5EF4-FFF2-40B4-BE49-F238E27FC236}">
                <a16:creationId xmlns:a16="http://schemas.microsoft.com/office/drawing/2014/main" id="{5EF994D6-751B-B070-784C-E512CD54B8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1148" y="2306927"/>
            <a:ext cx="4089662" cy="272517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9822A07-828B-6CF9-1C61-05AEDAA3C0D8}"/>
              </a:ext>
            </a:extLst>
          </p:cNvPr>
          <p:cNvSpPr txBox="1"/>
          <p:nvPr/>
        </p:nvSpPr>
        <p:spPr>
          <a:xfrm>
            <a:off x="355257" y="6362070"/>
            <a:ext cx="7738419" cy="261610"/>
          </a:xfrm>
          <a:prstGeom prst="rect">
            <a:avLst/>
          </a:prstGeom>
          <a:noFill/>
        </p:spPr>
        <p:txBody>
          <a:bodyPr wrap="square">
            <a:spAutoFit/>
          </a:bodyPr>
          <a:lstStyle/>
          <a:p>
            <a:r>
              <a:rPr lang="en-GB" sz="1050" dirty="0"/>
              <a:t>Source: https://online.hbs.edu/blog/post/sources-of-competitive-advantage</a:t>
            </a:r>
          </a:p>
        </p:txBody>
      </p:sp>
    </p:spTree>
    <p:extLst>
      <p:ext uri="{BB962C8B-B14F-4D97-AF65-F5344CB8AC3E}">
        <p14:creationId xmlns:p14="http://schemas.microsoft.com/office/powerpoint/2010/main" val="3092555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777A7-CC78-8C43-1FB6-2B4280E766D7}"/>
              </a:ext>
            </a:extLst>
          </p:cNvPr>
          <p:cNvSpPr>
            <a:spLocks noGrp="1"/>
          </p:cNvSpPr>
          <p:nvPr>
            <p:ph type="title"/>
          </p:nvPr>
        </p:nvSpPr>
        <p:spPr/>
        <p:txBody>
          <a:bodyPr/>
          <a:lstStyle/>
          <a:p>
            <a:r>
              <a:rPr lang="en-GB" dirty="0"/>
              <a:t>What is value?</a:t>
            </a:r>
          </a:p>
        </p:txBody>
      </p:sp>
      <p:sp>
        <p:nvSpPr>
          <p:cNvPr id="3" name="Content Placeholder 2">
            <a:extLst>
              <a:ext uri="{FF2B5EF4-FFF2-40B4-BE49-F238E27FC236}">
                <a16:creationId xmlns:a16="http://schemas.microsoft.com/office/drawing/2014/main" id="{8B31ADED-DFFB-F31E-A02E-421C3F2A1114}"/>
              </a:ext>
            </a:extLst>
          </p:cNvPr>
          <p:cNvSpPr>
            <a:spLocks noGrp="1"/>
          </p:cNvSpPr>
          <p:nvPr>
            <p:ph idx="1"/>
          </p:nvPr>
        </p:nvSpPr>
        <p:spPr>
          <a:xfrm>
            <a:off x="838200" y="1825625"/>
            <a:ext cx="5480713" cy="4351338"/>
          </a:xfrm>
        </p:spPr>
        <p:txBody>
          <a:bodyPr>
            <a:normAutofit/>
          </a:bodyPr>
          <a:lstStyle/>
          <a:p>
            <a:r>
              <a:rPr lang="en-GB" sz="2000" dirty="0"/>
              <a:t>Value and value creation are the foundation of competitive advantage.</a:t>
            </a:r>
          </a:p>
          <a:p>
            <a:endParaRPr lang="en-GB" sz="2000" dirty="0"/>
          </a:p>
          <a:p>
            <a:r>
              <a:rPr lang="en-GB" sz="2000" dirty="0"/>
              <a:t>When you buy a product or a service, what is value for you?</a:t>
            </a:r>
          </a:p>
          <a:p>
            <a:endParaRPr lang="en-GB" sz="2000" dirty="0"/>
          </a:p>
          <a:p>
            <a:pPr marL="285750" lvl="2" indent="-285750">
              <a:lnSpc>
                <a:spcPct val="120000"/>
              </a:lnSpc>
            </a:pPr>
            <a:r>
              <a:rPr lang="en-GB" dirty="0"/>
              <a:t>Who are we creating value for? </a:t>
            </a:r>
          </a:p>
          <a:p>
            <a:pPr marL="0" lvl="2" indent="0">
              <a:lnSpc>
                <a:spcPct val="120000"/>
              </a:lnSpc>
              <a:buNone/>
            </a:pPr>
            <a:endParaRPr lang="en-GB" dirty="0"/>
          </a:p>
          <a:p>
            <a:pPr marL="285750" lvl="2" indent="-285750">
              <a:lnSpc>
                <a:spcPct val="120000"/>
              </a:lnSpc>
            </a:pPr>
            <a:r>
              <a:rPr lang="en-GB" dirty="0"/>
              <a:t>What is value for those groups?  </a:t>
            </a:r>
          </a:p>
        </p:txBody>
      </p:sp>
      <p:pic>
        <p:nvPicPr>
          <p:cNvPr id="4" name="Picture 3">
            <a:extLst>
              <a:ext uri="{FF2B5EF4-FFF2-40B4-BE49-F238E27FC236}">
                <a16:creationId xmlns:a16="http://schemas.microsoft.com/office/drawing/2014/main" id="{E00AE3D3-2B45-13EC-97D6-ACC89A541DF0}"/>
              </a:ext>
            </a:extLst>
          </p:cNvPr>
          <p:cNvPicPr>
            <a:picLocks noChangeAspect="1"/>
          </p:cNvPicPr>
          <p:nvPr/>
        </p:nvPicPr>
        <p:blipFill>
          <a:blip r:embed="rId2"/>
          <a:stretch>
            <a:fillRect/>
          </a:stretch>
        </p:blipFill>
        <p:spPr>
          <a:xfrm>
            <a:off x="7224790" y="1958453"/>
            <a:ext cx="4418544" cy="2941093"/>
          </a:xfrm>
          <a:prstGeom prst="rect">
            <a:avLst/>
          </a:prstGeom>
        </p:spPr>
      </p:pic>
    </p:spTree>
    <p:extLst>
      <p:ext uri="{BB962C8B-B14F-4D97-AF65-F5344CB8AC3E}">
        <p14:creationId xmlns:p14="http://schemas.microsoft.com/office/powerpoint/2010/main" val="4128600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BC679-B3E7-5ABF-0DCA-84C807E9CCAE}"/>
              </a:ext>
            </a:extLst>
          </p:cNvPr>
          <p:cNvSpPr>
            <a:spLocks noGrp="1"/>
          </p:cNvSpPr>
          <p:nvPr>
            <p:ph type="title"/>
          </p:nvPr>
        </p:nvSpPr>
        <p:spPr/>
        <p:txBody>
          <a:bodyPr>
            <a:normAutofit/>
          </a:bodyPr>
          <a:lstStyle/>
          <a:p>
            <a:r>
              <a:rPr lang="en-GB" sz="3600" dirty="0"/>
              <a:t>Where does the (Western) concept of strategy come from?</a:t>
            </a:r>
          </a:p>
        </p:txBody>
      </p:sp>
      <p:pic>
        <p:nvPicPr>
          <p:cNvPr id="5" name="Picture 4">
            <a:extLst>
              <a:ext uri="{FF2B5EF4-FFF2-40B4-BE49-F238E27FC236}">
                <a16:creationId xmlns:a16="http://schemas.microsoft.com/office/drawing/2014/main" id="{FE4D4133-973F-D8B4-F331-957A77D3D755}"/>
              </a:ext>
            </a:extLst>
          </p:cNvPr>
          <p:cNvPicPr>
            <a:picLocks noChangeAspect="1"/>
          </p:cNvPicPr>
          <p:nvPr/>
        </p:nvPicPr>
        <p:blipFill>
          <a:blip r:embed="rId2"/>
          <a:stretch>
            <a:fillRect/>
          </a:stretch>
        </p:blipFill>
        <p:spPr>
          <a:xfrm>
            <a:off x="1371600" y="1766462"/>
            <a:ext cx="9621719" cy="4819886"/>
          </a:xfrm>
          <a:prstGeom prst="rect">
            <a:avLst/>
          </a:prstGeom>
        </p:spPr>
      </p:pic>
      <p:pic>
        <p:nvPicPr>
          <p:cNvPr id="6" name="Picture 5">
            <a:extLst>
              <a:ext uri="{FF2B5EF4-FFF2-40B4-BE49-F238E27FC236}">
                <a16:creationId xmlns:a16="http://schemas.microsoft.com/office/drawing/2014/main" id="{6D240E57-76CE-2B36-3345-3E8EF25E3EA5}"/>
              </a:ext>
            </a:extLst>
          </p:cNvPr>
          <p:cNvPicPr>
            <a:picLocks noChangeAspect="1"/>
          </p:cNvPicPr>
          <p:nvPr/>
        </p:nvPicPr>
        <p:blipFill>
          <a:blip r:embed="rId3"/>
          <a:stretch>
            <a:fillRect/>
          </a:stretch>
        </p:blipFill>
        <p:spPr>
          <a:xfrm>
            <a:off x="9852660" y="277046"/>
            <a:ext cx="2153850" cy="317949"/>
          </a:xfrm>
          <a:prstGeom prst="rect">
            <a:avLst/>
          </a:prstGeom>
        </p:spPr>
      </p:pic>
    </p:spTree>
    <p:extLst>
      <p:ext uri="{BB962C8B-B14F-4D97-AF65-F5344CB8AC3E}">
        <p14:creationId xmlns:p14="http://schemas.microsoft.com/office/powerpoint/2010/main" val="3022172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2F9FA-3525-1D15-DF0A-FF8B00092E6D}"/>
              </a:ext>
            </a:extLst>
          </p:cNvPr>
          <p:cNvSpPr>
            <a:spLocks noGrp="1"/>
          </p:cNvSpPr>
          <p:nvPr>
            <p:ph type="title"/>
          </p:nvPr>
        </p:nvSpPr>
        <p:spPr/>
        <p:txBody>
          <a:bodyPr>
            <a:normAutofit/>
          </a:bodyPr>
          <a:lstStyle/>
          <a:p>
            <a:r>
              <a:rPr lang="en-GB" sz="3600" dirty="0"/>
              <a:t>From the military to </a:t>
            </a:r>
            <a:r>
              <a:rPr lang="en-GB" sz="3600" i="1" dirty="0"/>
              <a:t>management</a:t>
            </a:r>
            <a:r>
              <a:rPr lang="en-GB" sz="3600" dirty="0"/>
              <a:t>: Strategy in the business world</a:t>
            </a:r>
          </a:p>
        </p:txBody>
      </p:sp>
      <p:pic>
        <p:nvPicPr>
          <p:cNvPr id="5" name="Picture 4">
            <a:extLst>
              <a:ext uri="{FF2B5EF4-FFF2-40B4-BE49-F238E27FC236}">
                <a16:creationId xmlns:a16="http://schemas.microsoft.com/office/drawing/2014/main" id="{70C8DA28-0B8C-B6AC-8510-56D0AF034B92}"/>
              </a:ext>
            </a:extLst>
          </p:cNvPr>
          <p:cNvPicPr>
            <a:picLocks noChangeAspect="1"/>
          </p:cNvPicPr>
          <p:nvPr/>
        </p:nvPicPr>
        <p:blipFill>
          <a:blip r:embed="rId2"/>
          <a:stretch>
            <a:fillRect/>
          </a:stretch>
        </p:blipFill>
        <p:spPr>
          <a:xfrm>
            <a:off x="912163" y="1935842"/>
            <a:ext cx="10367674" cy="4557033"/>
          </a:xfrm>
          <a:prstGeom prst="rect">
            <a:avLst/>
          </a:prstGeom>
        </p:spPr>
      </p:pic>
      <p:pic>
        <p:nvPicPr>
          <p:cNvPr id="6" name="Picture 5">
            <a:extLst>
              <a:ext uri="{FF2B5EF4-FFF2-40B4-BE49-F238E27FC236}">
                <a16:creationId xmlns:a16="http://schemas.microsoft.com/office/drawing/2014/main" id="{CE6C49EC-0C92-56D1-6F81-F9B694A05779}"/>
              </a:ext>
            </a:extLst>
          </p:cNvPr>
          <p:cNvPicPr>
            <a:picLocks noChangeAspect="1"/>
          </p:cNvPicPr>
          <p:nvPr/>
        </p:nvPicPr>
        <p:blipFill>
          <a:blip r:embed="rId3"/>
          <a:stretch>
            <a:fillRect/>
          </a:stretch>
        </p:blipFill>
        <p:spPr>
          <a:xfrm>
            <a:off x="9852660" y="277046"/>
            <a:ext cx="2153850" cy="317949"/>
          </a:xfrm>
          <a:prstGeom prst="rect">
            <a:avLst/>
          </a:prstGeom>
        </p:spPr>
      </p:pic>
    </p:spTree>
    <p:extLst>
      <p:ext uri="{BB962C8B-B14F-4D97-AF65-F5344CB8AC3E}">
        <p14:creationId xmlns:p14="http://schemas.microsoft.com/office/powerpoint/2010/main" val="55854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B4FCF-E246-8CF9-87EE-32F2C4838274}"/>
              </a:ext>
            </a:extLst>
          </p:cNvPr>
          <p:cNvSpPr>
            <a:spLocks noGrp="1"/>
          </p:cNvSpPr>
          <p:nvPr>
            <p:ph type="title"/>
          </p:nvPr>
        </p:nvSpPr>
        <p:spPr/>
        <p:txBody>
          <a:bodyPr>
            <a:normAutofit/>
          </a:bodyPr>
          <a:lstStyle/>
          <a:p>
            <a:r>
              <a:rPr lang="en-GB" sz="3200" dirty="0"/>
              <a:t>Beginning to conceptualize what strategy is: History in context </a:t>
            </a:r>
          </a:p>
        </p:txBody>
      </p:sp>
      <p:grpSp>
        <p:nvGrpSpPr>
          <p:cNvPr id="7" name="Group 6">
            <a:extLst>
              <a:ext uri="{FF2B5EF4-FFF2-40B4-BE49-F238E27FC236}">
                <a16:creationId xmlns:a16="http://schemas.microsoft.com/office/drawing/2014/main" id="{A3BDF241-83E6-869C-B7DC-744A82B63D00}"/>
              </a:ext>
            </a:extLst>
          </p:cNvPr>
          <p:cNvGrpSpPr/>
          <p:nvPr/>
        </p:nvGrpSpPr>
        <p:grpSpPr>
          <a:xfrm>
            <a:off x="424070" y="1610139"/>
            <a:ext cx="11168051" cy="5122364"/>
            <a:chOff x="212035" y="1493692"/>
            <a:chExt cx="11366833" cy="5278567"/>
          </a:xfrm>
        </p:grpSpPr>
        <p:pic>
          <p:nvPicPr>
            <p:cNvPr id="5" name="Picture 4">
              <a:extLst>
                <a:ext uri="{FF2B5EF4-FFF2-40B4-BE49-F238E27FC236}">
                  <a16:creationId xmlns:a16="http://schemas.microsoft.com/office/drawing/2014/main" id="{2E474348-D875-269B-95E3-DBBAFD734235}"/>
                </a:ext>
              </a:extLst>
            </p:cNvPr>
            <p:cNvPicPr>
              <a:picLocks noChangeAspect="1"/>
            </p:cNvPicPr>
            <p:nvPr/>
          </p:nvPicPr>
          <p:blipFill>
            <a:blip r:embed="rId2"/>
            <a:stretch>
              <a:fillRect/>
            </a:stretch>
          </p:blipFill>
          <p:spPr>
            <a:xfrm>
              <a:off x="361122" y="1493692"/>
              <a:ext cx="11217746" cy="5239208"/>
            </a:xfrm>
            <a:prstGeom prst="rect">
              <a:avLst/>
            </a:prstGeom>
          </p:spPr>
        </p:pic>
        <p:sp>
          <p:nvSpPr>
            <p:cNvPr id="6" name="Rectangle 5">
              <a:extLst>
                <a:ext uri="{FF2B5EF4-FFF2-40B4-BE49-F238E27FC236}">
                  <a16:creationId xmlns:a16="http://schemas.microsoft.com/office/drawing/2014/main" id="{28555E70-D45E-1584-C90C-4F9563F5E03D}"/>
                </a:ext>
              </a:extLst>
            </p:cNvPr>
            <p:cNvSpPr/>
            <p:nvPr/>
          </p:nvSpPr>
          <p:spPr>
            <a:xfrm>
              <a:off x="212035" y="6407825"/>
              <a:ext cx="1086678" cy="3644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8" name="Picture 7">
            <a:extLst>
              <a:ext uri="{FF2B5EF4-FFF2-40B4-BE49-F238E27FC236}">
                <a16:creationId xmlns:a16="http://schemas.microsoft.com/office/drawing/2014/main" id="{312E721D-50D1-21B7-62CB-D3D64039E8AC}"/>
              </a:ext>
            </a:extLst>
          </p:cNvPr>
          <p:cNvPicPr>
            <a:picLocks noChangeAspect="1"/>
          </p:cNvPicPr>
          <p:nvPr/>
        </p:nvPicPr>
        <p:blipFill>
          <a:blip r:embed="rId3"/>
          <a:stretch>
            <a:fillRect/>
          </a:stretch>
        </p:blipFill>
        <p:spPr>
          <a:xfrm>
            <a:off x="9852660" y="277046"/>
            <a:ext cx="2153850" cy="317949"/>
          </a:xfrm>
          <a:prstGeom prst="rect">
            <a:avLst/>
          </a:prstGeom>
        </p:spPr>
      </p:pic>
    </p:spTree>
    <p:extLst>
      <p:ext uri="{BB962C8B-B14F-4D97-AF65-F5344CB8AC3E}">
        <p14:creationId xmlns:p14="http://schemas.microsoft.com/office/powerpoint/2010/main" val="3371773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82262-75E2-60EE-9EC8-48A2C3609799}"/>
              </a:ext>
            </a:extLst>
          </p:cNvPr>
          <p:cNvSpPr>
            <a:spLocks noGrp="1"/>
          </p:cNvSpPr>
          <p:nvPr>
            <p:ph type="title"/>
          </p:nvPr>
        </p:nvSpPr>
        <p:spPr/>
        <p:txBody>
          <a:bodyPr/>
          <a:lstStyle/>
          <a:p>
            <a:r>
              <a:rPr lang="en-GB" dirty="0"/>
              <a:t>What about today?</a:t>
            </a:r>
          </a:p>
        </p:txBody>
      </p:sp>
      <p:sp>
        <p:nvSpPr>
          <p:cNvPr id="3" name="Content Placeholder 2">
            <a:extLst>
              <a:ext uri="{FF2B5EF4-FFF2-40B4-BE49-F238E27FC236}">
                <a16:creationId xmlns:a16="http://schemas.microsoft.com/office/drawing/2014/main" id="{F1EED9BD-E69C-BB5C-295C-418C9DD9B290}"/>
              </a:ext>
            </a:extLst>
          </p:cNvPr>
          <p:cNvSpPr>
            <a:spLocks noGrp="1"/>
          </p:cNvSpPr>
          <p:nvPr>
            <p:ph idx="1"/>
          </p:nvPr>
        </p:nvSpPr>
        <p:spPr>
          <a:xfrm>
            <a:off x="838200" y="1825625"/>
            <a:ext cx="5195596" cy="4351338"/>
          </a:xfrm>
        </p:spPr>
        <p:txBody>
          <a:bodyPr>
            <a:normAutofit fontScale="92500" lnSpcReduction="20000"/>
          </a:bodyPr>
          <a:lstStyle/>
          <a:p>
            <a:pPr>
              <a:lnSpc>
                <a:spcPct val="150000"/>
              </a:lnSpc>
            </a:pPr>
            <a:r>
              <a:rPr lang="en-GB" sz="2400" dirty="0"/>
              <a:t>Ecosystems </a:t>
            </a:r>
          </a:p>
          <a:p>
            <a:pPr>
              <a:lnSpc>
                <a:spcPct val="150000"/>
              </a:lnSpc>
            </a:pPr>
            <a:r>
              <a:rPr lang="en-GB" sz="2400" dirty="0"/>
              <a:t>Digital transformation</a:t>
            </a:r>
          </a:p>
          <a:p>
            <a:pPr>
              <a:lnSpc>
                <a:spcPct val="150000"/>
              </a:lnSpc>
            </a:pPr>
            <a:r>
              <a:rPr lang="en-GB" sz="2400" dirty="0"/>
              <a:t>Sustainability, ESG, and grand challenges</a:t>
            </a:r>
          </a:p>
          <a:p>
            <a:pPr>
              <a:lnSpc>
                <a:spcPct val="150000"/>
              </a:lnSpc>
            </a:pPr>
            <a:r>
              <a:rPr lang="en-GB" sz="2400" dirty="0"/>
              <a:t>Non-market strategy and geopolitical fragmentation</a:t>
            </a:r>
          </a:p>
          <a:p>
            <a:pPr>
              <a:lnSpc>
                <a:spcPct val="150000"/>
              </a:lnSpc>
            </a:pPr>
            <a:r>
              <a:rPr lang="en-GB" sz="2400" dirty="0"/>
              <a:t>Behavioural strategy</a:t>
            </a:r>
          </a:p>
          <a:p>
            <a:pPr>
              <a:lnSpc>
                <a:spcPct val="150000"/>
              </a:lnSpc>
            </a:pPr>
            <a:r>
              <a:rPr lang="en-GB" sz="2400" dirty="0"/>
              <a:t>Organisational resilience</a:t>
            </a:r>
          </a:p>
        </p:txBody>
      </p:sp>
      <p:sp>
        <p:nvSpPr>
          <p:cNvPr id="4" name="Content Placeholder 2">
            <a:extLst>
              <a:ext uri="{FF2B5EF4-FFF2-40B4-BE49-F238E27FC236}">
                <a16:creationId xmlns:a16="http://schemas.microsoft.com/office/drawing/2014/main" id="{A039AE51-382D-7530-A446-CEF5519629F3}"/>
              </a:ext>
            </a:extLst>
          </p:cNvPr>
          <p:cNvSpPr txBox="1">
            <a:spLocks/>
          </p:cNvSpPr>
          <p:nvPr/>
        </p:nvSpPr>
        <p:spPr>
          <a:xfrm>
            <a:off x="6730481" y="1912711"/>
            <a:ext cx="4895461" cy="435133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pPr>
            <a:r>
              <a:rPr lang="en-GB" sz="2400" dirty="0"/>
              <a:t>Although the basic elements of Strategy are relevant in most circumstances, how they play out precisely is likely to differ according to organisational contexts:</a:t>
            </a:r>
          </a:p>
          <a:p>
            <a:pPr algn="just">
              <a:lnSpc>
                <a:spcPct val="110000"/>
              </a:lnSpc>
            </a:pPr>
            <a:endParaRPr lang="en-GB" sz="1000" dirty="0"/>
          </a:p>
          <a:p>
            <a:pPr lvl="1" algn="just">
              <a:lnSpc>
                <a:spcPct val="110000"/>
              </a:lnSpc>
            </a:pPr>
            <a:r>
              <a:rPr lang="en-GB" sz="2000" dirty="0"/>
              <a:t>Start-ups and small businesses</a:t>
            </a:r>
          </a:p>
          <a:p>
            <a:pPr lvl="1" algn="just">
              <a:lnSpc>
                <a:spcPct val="110000"/>
              </a:lnSpc>
            </a:pPr>
            <a:r>
              <a:rPr lang="en-GB" sz="2000" dirty="0"/>
              <a:t>Family businesses</a:t>
            </a:r>
          </a:p>
          <a:p>
            <a:pPr lvl="1" algn="just">
              <a:lnSpc>
                <a:spcPct val="110000"/>
              </a:lnSpc>
            </a:pPr>
            <a:r>
              <a:rPr lang="en-GB" sz="2000" dirty="0"/>
              <a:t>Multinational corporations</a:t>
            </a:r>
          </a:p>
          <a:p>
            <a:pPr lvl="1" algn="just">
              <a:lnSpc>
                <a:spcPct val="110000"/>
              </a:lnSpc>
            </a:pPr>
            <a:r>
              <a:rPr lang="en-GB" sz="2000" dirty="0"/>
              <a:t>Public sector and not-for-profits</a:t>
            </a:r>
          </a:p>
          <a:p>
            <a:pPr lvl="1" algn="just">
              <a:lnSpc>
                <a:spcPct val="110000"/>
              </a:lnSpc>
            </a:pPr>
            <a:r>
              <a:rPr lang="en-GB" sz="2000" dirty="0"/>
              <a:t>…</a:t>
            </a:r>
          </a:p>
        </p:txBody>
      </p:sp>
    </p:spTree>
    <p:extLst>
      <p:ext uri="{BB962C8B-B14F-4D97-AF65-F5344CB8AC3E}">
        <p14:creationId xmlns:p14="http://schemas.microsoft.com/office/powerpoint/2010/main" val="1305625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A1F4D-BB0A-2475-560F-468AB196CF0C}"/>
              </a:ext>
            </a:extLst>
          </p:cNvPr>
          <p:cNvSpPr>
            <a:spLocks noGrp="1"/>
          </p:cNvSpPr>
          <p:nvPr>
            <p:ph type="title"/>
          </p:nvPr>
        </p:nvSpPr>
        <p:spPr/>
        <p:txBody>
          <a:bodyPr/>
          <a:lstStyle/>
          <a:p>
            <a:r>
              <a:rPr lang="en-GB" dirty="0"/>
              <a:t>Towards a definition of strategy </a:t>
            </a:r>
          </a:p>
        </p:txBody>
      </p:sp>
      <p:pic>
        <p:nvPicPr>
          <p:cNvPr id="3" name="Picture 2">
            <a:extLst>
              <a:ext uri="{FF2B5EF4-FFF2-40B4-BE49-F238E27FC236}">
                <a16:creationId xmlns:a16="http://schemas.microsoft.com/office/drawing/2014/main" id="{57E007FC-7872-3425-C0B2-5BE700D0235E}"/>
              </a:ext>
            </a:extLst>
          </p:cNvPr>
          <p:cNvPicPr>
            <a:picLocks noChangeAspect="1"/>
          </p:cNvPicPr>
          <p:nvPr/>
        </p:nvPicPr>
        <p:blipFill>
          <a:blip r:embed="rId2"/>
          <a:stretch>
            <a:fillRect/>
          </a:stretch>
        </p:blipFill>
        <p:spPr>
          <a:xfrm>
            <a:off x="9852660" y="277046"/>
            <a:ext cx="2153850" cy="317949"/>
          </a:xfrm>
          <a:prstGeom prst="rect">
            <a:avLst/>
          </a:prstGeom>
        </p:spPr>
      </p:pic>
      <p:grpSp>
        <p:nvGrpSpPr>
          <p:cNvPr id="7" name="Group 6">
            <a:extLst>
              <a:ext uri="{FF2B5EF4-FFF2-40B4-BE49-F238E27FC236}">
                <a16:creationId xmlns:a16="http://schemas.microsoft.com/office/drawing/2014/main" id="{DBD696F7-A4F4-099E-2E0B-1D52E2A11AAE}"/>
              </a:ext>
            </a:extLst>
          </p:cNvPr>
          <p:cNvGrpSpPr/>
          <p:nvPr/>
        </p:nvGrpSpPr>
        <p:grpSpPr>
          <a:xfrm>
            <a:off x="838200" y="2133089"/>
            <a:ext cx="7107274" cy="3690041"/>
            <a:chOff x="889155" y="1569871"/>
            <a:chExt cx="7107274" cy="3690041"/>
          </a:xfrm>
        </p:grpSpPr>
        <p:pic>
          <p:nvPicPr>
            <p:cNvPr id="5" name="Picture 4">
              <a:extLst>
                <a:ext uri="{FF2B5EF4-FFF2-40B4-BE49-F238E27FC236}">
                  <a16:creationId xmlns:a16="http://schemas.microsoft.com/office/drawing/2014/main" id="{16E876DE-8EBF-1C62-02DA-68DC1D155EBC}"/>
                </a:ext>
              </a:extLst>
            </p:cNvPr>
            <p:cNvPicPr>
              <a:picLocks noChangeAspect="1"/>
            </p:cNvPicPr>
            <p:nvPr/>
          </p:nvPicPr>
          <p:blipFill>
            <a:blip r:embed="rId3">
              <a:extLst>
                <a:ext uri="{28A0092B-C50C-407E-A947-70E740481C1C}">
                  <a14:useLocalDpi xmlns:a14="http://schemas.microsoft.com/office/drawing/2010/main" val="0"/>
                </a:ext>
              </a:extLst>
            </a:blip>
            <a:srcRect t="70068" r="50745"/>
            <a:stretch>
              <a:fillRect/>
            </a:stretch>
          </p:blipFill>
          <p:spPr>
            <a:xfrm>
              <a:off x="889155" y="4160672"/>
              <a:ext cx="3500682" cy="1099240"/>
            </a:xfrm>
            <a:prstGeom prst="rect">
              <a:avLst/>
            </a:prstGeom>
          </p:spPr>
        </p:pic>
        <p:pic>
          <p:nvPicPr>
            <p:cNvPr id="6" name="Picture 5">
              <a:extLst>
                <a:ext uri="{FF2B5EF4-FFF2-40B4-BE49-F238E27FC236}">
                  <a16:creationId xmlns:a16="http://schemas.microsoft.com/office/drawing/2014/main" id="{CCC0B4FF-94D0-26FA-013F-30EC02F50349}"/>
                </a:ext>
              </a:extLst>
            </p:cNvPr>
            <p:cNvPicPr>
              <a:picLocks noChangeAspect="1"/>
            </p:cNvPicPr>
            <p:nvPr/>
          </p:nvPicPr>
          <p:blipFill>
            <a:blip r:embed="rId3">
              <a:extLst>
                <a:ext uri="{28A0092B-C50C-407E-A947-70E740481C1C}">
                  <a14:useLocalDpi xmlns:a14="http://schemas.microsoft.com/office/drawing/2010/main" val="0"/>
                </a:ext>
              </a:extLst>
            </a:blip>
            <a:srcRect b="29980"/>
            <a:stretch>
              <a:fillRect/>
            </a:stretch>
          </p:blipFill>
          <p:spPr>
            <a:xfrm>
              <a:off x="889155" y="1569871"/>
              <a:ext cx="7107274" cy="2571433"/>
            </a:xfrm>
            <a:prstGeom prst="rect">
              <a:avLst/>
            </a:prstGeom>
          </p:spPr>
        </p:pic>
      </p:grpSp>
      <p:sp>
        <p:nvSpPr>
          <p:cNvPr id="8" name="Oval 7">
            <a:extLst>
              <a:ext uri="{FF2B5EF4-FFF2-40B4-BE49-F238E27FC236}">
                <a16:creationId xmlns:a16="http://schemas.microsoft.com/office/drawing/2014/main" id="{D297C621-C830-29C5-05A0-4D4BDA3F2B5B}"/>
              </a:ext>
            </a:extLst>
          </p:cNvPr>
          <p:cNvSpPr/>
          <p:nvPr/>
        </p:nvSpPr>
        <p:spPr>
          <a:xfrm>
            <a:off x="8994913" y="2519358"/>
            <a:ext cx="2358887" cy="244213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The long-term direction of an organisation</a:t>
            </a:r>
          </a:p>
        </p:txBody>
      </p:sp>
    </p:spTree>
    <p:extLst>
      <p:ext uri="{BB962C8B-B14F-4D97-AF65-F5344CB8AC3E}">
        <p14:creationId xmlns:p14="http://schemas.microsoft.com/office/powerpoint/2010/main" val="3948793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EF6EF-68F3-FF36-30FA-21948E8426CB}"/>
              </a:ext>
            </a:extLst>
          </p:cNvPr>
          <p:cNvSpPr>
            <a:spLocks noGrp="1"/>
          </p:cNvSpPr>
          <p:nvPr>
            <p:ph type="title"/>
          </p:nvPr>
        </p:nvSpPr>
        <p:spPr/>
        <p:txBody>
          <a:bodyPr/>
          <a:lstStyle/>
          <a:p>
            <a:r>
              <a:rPr lang="en-GB" dirty="0"/>
              <a:t>Levels of Strategy</a:t>
            </a:r>
          </a:p>
        </p:txBody>
      </p:sp>
      <p:pic>
        <p:nvPicPr>
          <p:cNvPr id="4" name="Picture 3">
            <a:extLst>
              <a:ext uri="{FF2B5EF4-FFF2-40B4-BE49-F238E27FC236}">
                <a16:creationId xmlns:a16="http://schemas.microsoft.com/office/drawing/2014/main" id="{0F94633B-4DF2-51A2-9BAF-FB1BAA6BF3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4379" y="1690688"/>
            <a:ext cx="7948662" cy="3864225"/>
          </a:xfrm>
          <a:prstGeom prst="rect">
            <a:avLst/>
          </a:prstGeom>
        </p:spPr>
      </p:pic>
      <p:pic>
        <p:nvPicPr>
          <p:cNvPr id="5" name="Picture 4">
            <a:extLst>
              <a:ext uri="{FF2B5EF4-FFF2-40B4-BE49-F238E27FC236}">
                <a16:creationId xmlns:a16="http://schemas.microsoft.com/office/drawing/2014/main" id="{17C5A655-7CDC-7B9D-7EE8-D89EC6C3CAED}"/>
              </a:ext>
            </a:extLst>
          </p:cNvPr>
          <p:cNvPicPr>
            <a:picLocks noChangeAspect="1"/>
          </p:cNvPicPr>
          <p:nvPr/>
        </p:nvPicPr>
        <p:blipFill>
          <a:blip r:embed="rId3"/>
          <a:stretch>
            <a:fillRect/>
          </a:stretch>
        </p:blipFill>
        <p:spPr>
          <a:xfrm>
            <a:off x="9852660" y="277046"/>
            <a:ext cx="2153850" cy="317949"/>
          </a:xfrm>
          <a:prstGeom prst="rect">
            <a:avLst/>
          </a:prstGeom>
        </p:spPr>
      </p:pic>
      <p:sp>
        <p:nvSpPr>
          <p:cNvPr id="3" name="Oval 2">
            <a:extLst>
              <a:ext uri="{FF2B5EF4-FFF2-40B4-BE49-F238E27FC236}">
                <a16:creationId xmlns:a16="http://schemas.microsoft.com/office/drawing/2014/main" id="{24A1F9C0-30AB-23A0-945F-A8CA480BE0CF}"/>
              </a:ext>
            </a:extLst>
          </p:cNvPr>
          <p:cNvSpPr/>
          <p:nvPr/>
        </p:nvSpPr>
        <p:spPr>
          <a:xfrm>
            <a:off x="5479773" y="5318903"/>
            <a:ext cx="2339009" cy="646332"/>
          </a:xfrm>
          <a:prstGeom prst="ellipse">
            <a:avLst/>
          </a:prstGeom>
          <a:ln>
            <a:solidFill>
              <a:schemeClr val="bg1">
                <a:lumMod val="6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r>
              <a:rPr lang="en-GB" dirty="0"/>
              <a:t>Operational strategy</a:t>
            </a:r>
          </a:p>
        </p:txBody>
      </p:sp>
      <p:sp>
        <p:nvSpPr>
          <p:cNvPr id="9" name="TextBox 8">
            <a:extLst>
              <a:ext uri="{FF2B5EF4-FFF2-40B4-BE49-F238E27FC236}">
                <a16:creationId xmlns:a16="http://schemas.microsoft.com/office/drawing/2014/main" id="{BC964D63-39AB-BC05-C0BD-E419ED394DCC}"/>
              </a:ext>
            </a:extLst>
          </p:cNvPr>
          <p:cNvSpPr txBox="1"/>
          <p:nvPr/>
        </p:nvSpPr>
        <p:spPr>
          <a:xfrm>
            <a:off x="2434610" y="6122008"/>
            <a:ext cx="8474765" cy="646331"/>
          </a:xfrm>
          <a:prstGeom prst="rect">
            <a:avLst/>
          </a:prstGeom>
          <a:noFill/>
        </p:spPr>
        <p:txBody>
          <a:bodyPr wrap="square" rtlCol="0">
            <a:spAutoFit/>
          </a:bodyPr>
          <a:lstStyle/>
          <a:p>
            <a:r>
              <a:rPr lang="en-GB" dirty="0"/>
              <a:t>Sometime the functional-level strategy is separated into functional and operational adding an additional level. However, we will study operational strategy as a function.</a:t>
            </a:r>
          </a:p>
        </p:txBody>
      </p:sp>
    </p:spTree>
    <p:extLst>
      <p:ext uri="{BB962C8B-B14F-4D97-AF65-F5344CB8AC3E}">
        <p14:creationId xmlns:p14="http://schemas.microsoft.com/office/powerpoint/2010/main" val="1720911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CDB07-626A-202D-3F48-4D5887B4DECA}"/>
              </a:ext>
            </a:extLst>
          </p:cNvPr>
          <p:cNvSpPr>
            <a:spLocks noGrp="1"/>
          </p:cNvSpPr>
          <p:nvPr>
            <p:ph type="title"/>
          </p:nvPr>
        </p:nvSpPr>
        <p:spPr/>
        <p:txBody>
          <a:bodyPr/>
          <a:lstStyle/>
          <a:p>
            <a:r>
              <a:rPr lang="en-GB" dirty="0"/>
              <a:t>The strategic formulation process </a:t>
            </a:r>
          </a:p>
        </p:txBody>
      </p:sp>
      <p:pic>
        <p:nvPicPr>
          <p:cNvPr id="5" name="Picture 4">
            <a:extLst>
              <a:ext uri="{FF2B5EF4-FFF2-40B4-BE49-F238E27FC236}">
                <a16:creationId xmlns:a16="http://schemas.microsoft.com/office/drawing/2014/main" id="{1791EA79-C2EC-3D4D-6BBE-5922D125BDEE}"/>
              </a:ext>
            </a:extLst>
          </p:cNvPr>
          <p:cNvPicPr>
            <a:picLocks noChangeAspect="1"/>
          </p:cNvPicPr>
          <p:nvPr/>
        </p:nvPicPr>
        <p:blipFill>
          <a:blip r:embed="rId2"/>
          <a:stretch>
            <a:fillRect/>
          </a:stretch>
        </p:blipFill>
        <p:spPr>
          <a:xfrm>
            <a:off x="838200" y="1690688"/>
            <a:ext cx="10283795" cy="4959428"/>
          </a:xfrm>
          <a:prstGeom prst="rect">
            <a:avLst/>
          </a:prstGeom>
        </p:spPr>
      </p:pic>
      <p:pic>
        <p:nvPicPr>
          <p:cNvPr id="6" name="Picture 5">
            <a:extLst>
              <a:ext uri="{FF2B5EF4-FFF2-40B4-BE49-F238E27FC236}">
                <a16:creationId xmlns:a16="http://schemas.microsoft.com/office/drawing/2014/main" id="{49164903-A4EA-F84B-02EC-79BB47CA30F3}"/>
              </a:ext>
            </a:extLst>
          </p:cNvPr>
          <p:cNvPicPr>
            <a:picLocks noChangeAspect="1"/>
          </p:cNvPicPr>
          <p:nvPr/>
        </p:nvPicPr>
        <p:blipFill>
          <a:blip r:embed="rId3"/>
          <a:stretch>
            <a:fillRect/>
          </a:stretch>
        </p:blipFill>
        <p:spPr>
          <a:xfrm>
            <a:off x="9852660" y="277046"/>
            <a:ext cx="2153850" cy="317949"/>
          </a:xfrm>
          <a:prstGeom prst="rect">
            <a:avLst/>
          </a:prstGeom>
        </p:spPr>
      </p:pic>
    </p:spTree>
    <p:extLst>
      <p:ext uri="{BB962C8B-B14F-4D97-AF65-F5344CB8AC3E}">
        <p14:creationId xmlns:p14="http://schemas.microsoft.com/office/powerpoint/2010/main" val="2335180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50E4A-BA58-5465-1C46-D61546254964}"/>
              </a:ext>
            </a:extLst>
          </p:cNvPr>
          <p:cNvSpPr>
            <a:spLocks noGrp="1"/>
          </p:cNvSpPr>
          <p:nvPr>
            <p:ph type="title"/>
          </p:nvPr>
        </p:nvSpPr>
        <p:spPr/>
        <p:txBody>
          <a:bodyPr/>
          <a:lstStyle/>
          <a:p>
            <a:r>
              <a:rPr lang="en-GB" dirty="0"/>
              <a:t>Strategic hierarchy</a:t>
            </a:r>
          </a:p>
        </p:txBody>
      </p:sp>
      <p:pic>
        <p:nvPicPr>
          <p:cNvPr id="4" name="Picture 3">
            <a:extLst>
              <a:ext uri="{FF2B5EF4-FFF2-40B4-BE49-F238E27FC236}">
                <a16:creationId xmlns:a16="http://schemas.microsoft.com/office/drawing/2014/main" id="{95927E71-5675-5815-EF01-B45423132FF6}"/>
              </a:ext>
            </a:extLst>
          </p:cNvPr>
          <p:cNvPicPr>
            <a:picLocks noChangeAspect="1"/>
          </p:cNvPicPr>
          <p:nvPr/>
        </p:nvPicPr>
        <p:blipFill>
          <a:blip r:embed="rId2">
            <a:extLst>
              <a:ext uri="{28A0092B-C50C-407E-A947-70E740481C1C}">
                <a14:useLocalDpi xmlns:a14="http://schemas.microsoft.com/office/drawing/2010/main" val="0"/>
              </a:ext>
            </a:extLst>
          </a:blip>
          <a:srcRect r="85892" b="15700"/>
          <a:stretch>
            <a:fillRect/>
          </a:stretch>
        </p:blipFill>
        <p:spPr>
          <a:xfrm>
            <a:off x="286136" y="2055766"/>
            <a:ext cx="1104128" cy="3216404"/>
          </a:xfrm>
          <a:prstGeom prst="rect">
            <a:avLst/>
          </a:prstGeom>
        </p:spPr>
      </p:pic>
      <p:sp>
        <p:nvSpPr>
          <p:cNvPr id="3" name="Flowchart: Manual Operation 2">
            <a:extLst>
              <a:ext uri="{FF2B5EF4-FFF2-40B4-BE49-F238E27FC236}">
                <a16:creationId xmlns:a16="http://schemas.microsoft.com/office/drawing/2014/main" id="{4355DB6A-8808-A1E0-BA2F-9EE99090C75A}"/>
              </a:ext>
            </a:extLst>
          </p:cNvPr>
          <p:cNvSpPr/>
          <p:nvPr/>
        </p:nvSpPr>
        <p:spPr>
          <a:xfrm>
            <a:off x="1449484" y="1778767"/>
            <a:ext cx="3036379" cy="3216404"/>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Purpose</a:t>
            </a:r>
          </a:p>
          <a:p>
            <a:pPr algn="ctr"/>
            <a:r>
              <a:rPr lang="en-GB" dirty="0"/>
              <a:t> </a:t>
            </a:r>
          </a:p>
          <a:p>
            <a:pPr algn="ctr"/>
            <a:r>
              <a:rPr lang="en-GB" dirty="0"/>
              <a:t>Vision</a:t>
            </a:r>
          </a:p>
          <a:p>
            <a:pPr algn="ctr"/>
            <a:endParaRPr lang="en-GB" dirty="0"/>
          </a:p>
          <a:p>
            <a:pPr algn="ctr"/>
            <a:r>
              <a:rPr lang="en-GB" dirty="0"/>
              <a:t>Mission</a:t>
            </a:r>
          </a:p>
          <a:p>
            <a:pPr algn="ctr"/>
            <a:endParaRPr lang="en-GB" dirty="0"/>
          </a:p>
          <a:p>
            <a:pPr algn="ctr"/>
            <a:r>
              <a:rPr lang="en-GB" dirty="0"/>
              <a:t>Values</a:t>
            </a:r>
          </a:p>
          <a:p>
            <a:pPr algn="ctr"/>
            <a:endParaRPr lang="en-GB" dirty="0"/>
          </a:p>
          <a:p>
            <a:pPr algn="ctr"/>
            <a:r>
              <a:rPr lang="en-GB" dirty="0"/>
              <a:t>Objectives</a:t>
            </a:r>
          </a:p>
        </p:txBody>
      </p:sp>
      <p:sp>
        <p:nvSpPr>
          <p:cNvPr id="7" name="TextBox 6">
            <a:extLst>
              <a:ext uri="{FF2B5EF4-FFF2-40B4-BE49-F238E27FC236}">
                <a16:creationId xmlns:a16="http://schemas.microsoft.com/office/drawing/2014/main" id="{FE4039DA-EDB5-38BB-E728-5C0E669375E0}"/>
              </a:ext>
            </a:extLst>
          </p:cNvPr>
          <p:cNvSpPr txBox="1"/>
          <p:nvPr/>
        </p:nvSpPr>
        <p:spPr>
          <a:xfrm>
            <a:off x="4485863" y="2132849"/>
            <a:ext cx="4812967" cy="2862322"/>
          </a:xfrm>
          <a:prstGeom prst="rect">
            <a:avLst/>
          </a:prstGeom>
          <a:noFill/>
        </p:spPr>
        <p:txBody>
          <a:bodyPr wrap="square" rtlCol="0">
            <a:spAutoFit/>
          </a:bodyPr>
          <a:lstStyle/>
          <a:p>
            <a:r>
              <a:rPr lang="en-GB" dirty="0"/>
              <a:t>Ideal: Why do we do what we do?</a:t>
            </a:r>
          </a:p>
          <a:p>
            <a:endParaRPr lang="en-GB" dirty="0"/>
          </a:p>
          <a:p>
            <a:r>
              <a:rPr lang="en-GB" dirty="0"/>
              <a:t>Future: What do we want to achieve?</a:t>
            </a:r>
          </a:p>
          <a:p>
            <a:endParaRPr lang="en-GB" dirty="0"/>
          </a:p>
          <a:p>
            <a:r>
              <a:rPr lang="en-GB" dirty="0"/>
              <a:t>Activities: What does the company do?</a:t>
            </a:r>
          </a:p>
          <a:p>
            <a:endParaRPr lang="en-GB" dirty="0"/>
          </a:p>
          <a:p>
            <a:pPr marL="1073150" indent="-1073150"/>
            <a:r>
              <a:rPr lang="en-GB" dirty="0"/>
              <a:t>Principles: What principles guide our actions?</a:t>
            </a:r>
          </a:p>
          <a:p>
            <a:endParaRPr lang="en-GB" dirty="0"/>
          </a:p>
          <a:p>
            <a:pPr marL="1166813" indent="-1166813"/>
            <a:r>
              <a:rPr lang="en-GB" dirty="0"/>
              <a:t>Outcomes: What specific results we want to achieve?</a:t>
            </a:r>
          </a:p>
        </p:txBody>
      </p:sp>
      <p:sp>
        <p:nvSpPr>
          <p:cNvPr id="9" name="Oval 8">
            <a:extLst>
              <a:ext uri="{FF2B5EF4-FFF2-40B4-BE49-F238E27FC236}">
                <a16:creationId xmlns:a16="http://schemas.microsoft.com/office/drawing/2014/main" id="{0525BCFA-6335-63BA-1048-5A310C4D6C10}"/>
              </a:ext>
            </a:extLst>
          </p:cNvPr>
          <p:cNvSpPr/>
          <p:nvPr/>
        </p:nvSpPr>
        <p:spPr>
          <a:xfrm>
            <a:off x="10016079" y="2132849"/>
            <a:ext cx="1914939" cy="22396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Strategy statement</a:t>
            </a:r>
          </a:p>
        </p:txBody>
      </p:sp>
      <p:sp>
        <p:nvSpPr>
          <p:cNvPr id="10" name="Arrow: Right 9">
            <a:extLst>
              <a:ext uri="{FF2B5EF4-FFF2-40B4-BE49-F238E27FC236}">
                <a16:creationId xmlns:a16="http://schemas.microsoft.com/office/drawing/2014/main" id="{73C8B357-9913-BAC9-D833-E1A85F18650B}"/>
              </a:ext>
            </a:extLst>
          </p:cNvPr>
          <p:cNvSpPr/>
          <p:nvPr/>
        </p:nvSpPr>
        <p:spPr>
          <a:xfrm>
            <a:off x="8812696" y="2805586"/>
            <a:ext cx="748748" cy="10568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a:extLst>
              <a:ext uri="{FF2B5EF4-FFF2-40B4-BE49-F238E27FC236}">
                <a16:creationId xmlns:a16="http://schemas.microsoft.com/office/drawing/2014/main" id="{2CDDF50D-B9B3-2F43-E577-D023CF36E480}"/>
              </a:ext>
            </a:extLst>
          </p:cNvPr>
          <p:cNvPicPr>
            <a:picLocks noChangeAspect="1"/>
          </p:cNvPicPr>
          <p:nvPr/>
        </p:nvPicPr>
        <p:blipFill>
          <a:blip r:embed="rId3"/>
          <a:stretch>
            <a:fillRect/>
          </a:stretch>
        </p:blipFill>
        <p:spPr>
          <a:xfrm>
            <a:off x="9852660" y="277046"/>
            <a:ext cx="2153850" cy="317949"/>
          </a:xfrm>
          <a:prstGeom prst="rect">
            <a:avLst/>
          </a:prstGeom>
        </p:spPr>
      </p:pic>
      <p:sp>
        <p:nvSpPr>
          <p:cNvPr id="5" name="TextBox 4">
            <a:extLst>
              <a:ext uri="{FF2B5EF4-FFF2-40B4-BE49-F238E27FC236}">
                <a16:creationId xmlns:a16="http://schemas.microsoft.com/office/drawing/2014/main" id="{232DF258-E2DC-6983-3FFF-168B176F1ADB}"/>
              </a:ext>
            </a:extLst>
          </p:cNvPr>
          <p:cNvSpPr txBox="1"/>
          <p:nvPr/>
        </p:nvSpPr>
        <p:spPr>
          <a:xfrm>
            <a:off x="1444486" y="5437332"/>
            <a:ext cx="3458817" cy="369332"/>
          </a:xfrm>
          <a:prstGeom prst="rect">
            <a:avLst/>
          </a:prstGeom>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GB" dirty="0"/>
              <a:t>Policies (rules or action guides)</a:t>
            </a:r>
          </a:p>
        </p:txBody>
      </p:sp>
      <p:sp>
        <p:nvSpPr>
          <p:cNvPr id="6" name="TextBox 5">
            <a:extLst>
              <a:ext uri="{FF2B5EF4-FFF2-40B4-BE49-F238E27FC236}">
                <a16:creationId xmlns:a16="http://schemas.microsoft.com/office/drawing/2014/main" id="{4DDC9BA6-76EA-89E8-7E14-5DAB2E9C1051}"/>
              </a:ext>
            </a:extLst>
          </p:cNvPr>
          <p:cNvSpPr txBox="1"/>
          <p:nvPr/>
        </p:nvSpPr>
        <p:spPr>
          <a:xfrm>
            <a:off x="631658" y="5879493"/>
            <a:ext cx="5320749" cy="369332"/>
          </a:xfrm>
          <a:prstGeom prst="rect">
            <a:avLst/>
          </a:prstGeom>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GB" dirty="0"/>
              <a:t>Programmes (sequence of necessary actions)</a:t>
            </a:r>
          </a:p>
        </p:txBody>
      </p:sp>
      <p:sp>
        <p:nvSpPr>
          <p:cNvPr id="8" name="TextBox 7">
            <a:extLst>
              <a:ext uri="{FF2B5EF4-FFF2-40B4-BE49-F238E27FC236}">
                <a16:creationId xmlns:a16="http://schemas.microsoft.com/office/drawing/2014/main" id="{A238E174-5F8D-4E4F-9920-A94081CE79DC}"/>
              </a:ext>
            </a:extLst>
          </p:cNvPr>
          <p:cNvSpPr txBox="1"/>
          <p:nvPr/>
        </p:nvSpPr>
        <p:spPr>
          <a:xfrm>
            <a:off x="1314144" y="6366349"/>
            <a:ext cx="3834325" cy="369332"/>
          </a:xfrm>
          <a:prstGeom prst="rect">
            <a:avLst/>
          </a:prstGeom>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GB" dirty="0"/>
              <a:t>Budgets (strategy quantification)</a:t>
            </a:r>
          </a:p>
        </p:txBody>
      </p:sp>
    </p:spTree>
    <p:extLst>
      <p:ext uri="{BB962C8B-B14F-4D97-AF65-F5344CB8AC3E}">
        <p14:creationId xmlns:p14="http://schemas.microsoft.com/office/powerpoint/2010/main" val="644230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BAAA7-EEE7-1769-8927-F2F242CAEC6B}"/>
              </a:ext>
            </a:extLst>
          </p:cNvPr>
          <p:cNvSpPr>
            <a:spLocks noGrp="1"/>
          </p:cNvSpPr>
          <p:nvPr>
            <p:ph type="title"/>
          </p:nvPr>
        </p:nvSpPr>
        <p:spPr/>
        <p:txBody>
          <a:bodyPr/>
          <a:lstStyle/>
          <a:p>
            <a:r>
              <a:rPr lang="en-GB" dirty="0"/>
              <a:t>Basic framework for strategic analysis</a:t>
            </a:r>
          </a:p>
        </p:txBody>
      </p:sp>
      <p:grpSp>
        <p:nvGrpSpPr>
          <p:cNvPr id="5" name="Group 4">
            <a:extLst>
              <a:ext uri="{FF2B5EF4-FFF2-40B4-BE49-F238E27FC236}">
                <a16:creationId xmlns:a16="http://schemas.microsoft.com/office/drawing/2014/main" id="{F9044F4E-BBB3-2420-1696-B75B4F464C86}"/>
              </a:ext>
            </a:extLst>
          </p:cNvPr>
          <p:cNvGrpSpPr/>
          <p:nvPr/>
        </p:nvGrpSpPr>
        <p:grpSpPr>
          <a:xfrm>
            <a:off x="4051489" y="3077175"/>
            <a:ext cx="4393686" cy="1255336"/>
            <a:chOff x="3603466" y="2892509"/>
            <a:chExt cx="4393686" cy="1255336"/>
          </a:xfrm>
        </p:grpSpPr>
        <p:sp>
          <p:nvSpPr>
            <p:cNvPr id="6" name="Free-form: Shape 5">
              <a:extLst>
                <a:ext uri="{FF2B5EF4-FFF2-40B4-BE49-F238E27FC236}">
                  <a16:creationId xmlns:a16="http://schemas.microsoft.com/office/drawing/2014/main" id="{DA0D30A9-ECBF-C582-41EB-1B0462470628}"/>
                </a:ext>
              </a:extLst>
            </p:cNvPr>
            <p:cNvSpPr/>
            <p:nvPr/>
          </p:nvSpPr>
          <p:spPr>
            <a:xfrm rot="21600000">
              <a:off x="3603466" y="2892509"/>
              <a:ext cx="1255336" cy="1255336"/>
            </a:xfrm>
            <a:custGeom>
              <a:avLst/>
              <a:gdLst>
                <a:gd name="connsiteX0" fmla="*/ 0 w 1255336"/>
                <a:gd name="connsiteY0" fmla="*/ 439368 h 1255336"/>
                <a:gd name="connsiteX1" fmla="*/ 627668 w 1255336"/>
                <a:gd name="connsiteY1" fmla="*/ 0 h 1255336"/>
                <a:gd name="connsiteX2" fmla="*/ 1255336 w 1255336"/>
                <a:gd name="connsiteY2" fmla="*/ 439368 h 1255336"/>
                <a:gd name="connsiteX3" fmla="*/ 941502 w 1255336"/>
                <a:gd name="connsiteY3" fmla="*/ 439368 h 1255336"/>
                <a:gd name="connsiteX4" fmla="*/ 941502 w 1255336"/>
                <a:gd name="connsiteY4" fmla="*/ 1255336 h 1255336"/>
                <a:gd name="connsiteX5" fmla="*/ 313834 w 1255336"/>
                <a:gd name="connsiteY5" fmla="*/ 1255336 h 1255336"/>
                <a:gd name="connsiteX6" fmla="*/ 313834 w 1255336"/>
                <a:gd name="connsiteY6" fmla="*/ 439368 h 1255336"/>
                <a:gd name="connsiteX7" fmla="*/ 0 w 1255336"/>
                <a:gd name="connsiteY7" fmla="*/ 439368 h 1255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5336" h="1255336">
                  <a:moveTo>
                    <a:pt x="439368" y="1255336"/>
                  </a:moveTo>
                  <a:lnTo>
                    <a:pt x="0" y="627668"/>
                  </a:lnTo>
                  <a:lnTo>
                    <a:pt x="439368" y="0"/>
                  </a:lnTo>
                  <a:lnTo>
                    <a:pt x="439368" y="313834"/>
                  </a:lnTo>
                  <a:lnTo>
                    <a:pt x="1255336" y="313834"/>
                  </a:lnTo>
                  <a:lnTo>
                    <a:pt x="1255336" y="941502"/>
                  </a:lnTo>
                  <a:lnTo>
                    <a:pt x="439368" y="941502"/>
                  </a:lnTo>
                  <a:lnTo>
                    <a:pt x="439368" y="1255336"/>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76148" tIns="470298" rIns="156464" bIns="470297" numCol="1" spcCol="1270" anchor="ctr" anchorCtr="0">
              <a:noAutofit/>
            </a:bodyPr>
            <a:lstStyle/>
            <a:p>
              <a:pPr marL="0" lvl="0" indent="0" algn="ctr" defTabSz="977900">
                <a:lnSpc>
                  <a:spcPct val="90000"/>
                </a:lnSpc>
                <a:spcBef>
                  <a:spcPct val="0"/>
                </a:spcBef>
                <a:spcAft>
                  <a:spcPct val="35000"/>
                </a:spcAft>
                <a:buNone/>
              </a:pPr>
              <a:endParaRPr lang="en-GB" sz="2200" kern="1200" dirty="0"/>
            </a:p>
          </p:txBody>
        </p:sp>
        <p:sp>
          <p:nvSpPr>
            <p:cNvPr id="7" name="Free-form: Shape 6">
              <a:extLst>
                <a:ext uri="{FF2B5EF4-FFF2-40B4-BE49-F238E27FC236}">
                  <a16:creationId xmlns:a16="http://schemas.microsoft.com/office/drawing/2014/main" id="{342E5286-2C20-2C6A-DA0F-6984C274AAF4}"/>
                </a:ext>
              </a:extLst>
            </p:cNvPr>
            <p:cNvSpPr/>
            <p:nvPr/>
          </p:nvSpPr>
          <p:spPr>
            <a:xfrm>
              <a:off x="6741816" y="2892509"/>
              <a:ext cx="1255336" cy="1255336"/>
            </a:xfrm>
            <a:custGeom>
              <a:avLst/>
              <a:gdLst>
                <a:gd name="connsiteX0" fmla="*/ 0 w 1255336"/>
                <a:gd name="connsiteY0" fmla="*/ 439368 h 1255336"/>
                <a:gd name="connsiteX1" fmla="*/ 627668 w 1255336"/>
                <a:gd name="connsiteY1" fmla="*/ 0 h 1255336"/>
                <a:gd name="connsiteX2" fmla="*/ 1255336 w 1255336"/>
                <a:gd name="connsiteY2" fmla="*/ 439368 h 1255336"/>
                <a:gd name="connsiteX3" fmla="*/ 941502 w 1255336"/>
                <a:gd name="connsiteY3" fmla="*/ 439368 h 1255336"/>
                <a:gd name="connsiteX4" fmla="*/ 941502 w 1255336"/>
                <a:gd name="connsiteY4" fmla="*/ 1255336 h 1255336"/>
                <a:gd name="connsiteX5" fmla="*/ 313834 w 1255336"/>
                <a:gd name="connsiteY5" fmla="*/ 1255336 h 1255336"/>
                <a:gd name="connsiteX6" fmla="*/ 313834 w 1255336"/>
                <a:gd name="connsiteY6" fmla="*/ 439368 h 1255336"/>
                <a:gd name="connsiteX7" fmla="*/ 0 w 1255336"/>
                <a:gd name="connsiteY7" fmla="*/ 439368 h 1255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5336" h="1255336">
                  <a:moveTo>
                    <a:pt x="815968" y="0"/>
                  </a:moveTo>
                  <a:lnTo>
                    <a:pt x="1255336" y="627668"/>
                  </a:lnTo>
                  <a:lnTo>
                    <a:pt x="815968" y="1255336"/>
                  </a:lnTo>
                  <a:lnTo>
                    <a:pt x="815968" y="941502"/>
                  </a:lnTo>
                  <a:lnTo>
                    <a:pt x="0" y="941502"/>
                  </a:lnTo>
                  <a:lnTo>
                    <a:pt x="0" y="313834"/>
                  </a:lnTo>
                  <a:lnTo>
                    <a:pt x="815968" y="313834"/>
                  </a:lnTo>
                  <a:lnTo>
                    <a:pt x="815968"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6464" tIns="470298" rIns="376148" bIns="470298" numCol="1" spcCol="1270" anchor="ctr" anchorCtr="0">
              <a:noAutofit/>
            </a:bodyPr>
            <a:lstStyle/>
            <a:p>
              <a:pPr marL="0" lvl="0" indent="0" algn="ctr" defTabSz="977900">
                <a:lnSpc>
                  <a:spcPct val="90000"/>
                </a:lnSpc>
                <a:spcBef>
                  <a:spcPct val="0"/>
                </a:spcBef>
                <a:spcAft>
                  <a:spcPct val="35000"/>
                </a:spcAft>
                <a:buNone/>
              </a:pPr>
              <a:endParaRPr lang="en-GB" sz="2200" kern="1200" dirty="0"/>
            </a:p>
          </p:txBody>
        </p:sp>
      </p:grpSp>
      <p:sp>
        <p:nvSpPr>
          <p:cNvPr id="8" name="TextBox 7">
            <a:extLst>
              <a:ext uri="{FF2B5EF4-FFF2-40B4-BE49-F238E27FC236}">
                <a16:creationId xmlns:a16="http://schemas.microsoft.com/office/drawing/2014/main" id="{B2160124-354E-061C-4BA4-4E5DB0B01A5D}"/>
              </a:ext>
            </a:extLst>
          </p:cNvPr>
          <p:cNvSpPr txBox="1"/>
          <p:nvPr/>
        </p:nvSpPr>
        <p:spPr>
          <a:xfrm>
            <a:off x="5629841" y="3520177"/>
            <a:ext cx="1255336" cy="369332"/>
          </a:xfrm>
          <a:prstGeom prst="rect">
            <a:avLst/>
          </a:prstGeom>
          <a:noFill/>
        </p:spPr>
        <p:txBody>
          <a:bodyPr wrap="square" rtlCol="0">
            <a:spAutoFit/>
          </a:bodyPr>
          <a:lstStyle/>
          <a:p>
            <a:pPr algn="ctr"/>
            <a:r>
              <a:rPr lang="en-GB" b="1" dirty="0"/>
              <a:t>Strategy</a:t>
            </a:r>
          </a:p>
        </p:txBody>
      </p:sp>
      <p:sp>
        <p:nvSpPr>
          <p:cNvPr id="9" name="Rectangle 8">
            <a:extLst>
              <a:ext uri="{FF2B5EF4-FFF2-40B4-BE49-F238E27FC236}">
                <a16:creationId xmlns:a16="http://schemas.microsoft.com/office/drawing/2014/main" id="{DAC336B5-7A14-9DA4-56F9-74F8B31CB6AA}"/>
              </a:ext>
            </a:extLst>
          </p:cNvPr>
          <p:cNvSpPr/>
          <p:nvPr/>
        </p:nvSpPr>
        <p:spPr>
          <a:xfrm>
            <a:off x="963959" y="2622272"/>
            <a:ext cx="2895600" cy="2295936"/>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285750" indent="-285750">
              <a:buFont typeface="Arial" panose="020B0604020202020204" pitchFamily="34" charset="0"/>
              <a:buChar char="•"/>
            </a:pPr>
            <a:r>
              <a:rPr lang="en-GB" dirty="0"/>
              <a:t>Goals and values</a:t>
            </a:r>
          </a:p>
          <a:p>
            <a:pPr marL="285750" indent="-285750">
              <a:buFont typeface="Arial" panose="020B0604020202020204" pitchFamily="34" charset="0"/>
              <a:buChar char="•"/>
            </a:pPr>
            <a:r>
              <a:rPr lang="en-GB" dirty="0"/>
              <a:t>Resources and capabilities</a:t>
            </a:r>
          </a:p>
          <a:p>
            <a:pPr marL="285750" indent="-285750">
              <a:buFont typeface="Arial" panose="020B0604020202020204" pitchFamily="34" charset="0"/>
              <a:buChar char="•"/>
            </a:pPr>
            <a:r>
              <a:rPr lang="en-GB" dirty="0"/>
              <a:t>Structure, processes and systems</a:t>
            </a:r>
          </a:p>
        </p:txBody>
      </p:sp>
      <p:sp>
        <p:nvSpPr>
          <p:cNvPr id="10" name="Rectangle 9">
            <a:extLst>
              <a:ext uri="{FF2B5EF4-FFF2-40B4-BE49-F238E27FC236}">
                <a16:creationId xmlns:a16="http://schemas.microsoft.com/office/drawing/2014/main" id="{57ACDEE0-2415-2120-F487-9E283181FE3D}"/>
              </a:ext>
            </a:extLst>
          </p:cNvPr>
          <p:cNvSpPr/>
          <p:nvPr/>
        </p:nvSpPr>
        <p:spPr>
          <a:xfrm>
            <a:off x="8829036" y="2622272"/>
            <a:ext cx="2895600" cy="229593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285750" indent="-285750">
              <a:buFont typeface="Arial" panose="020B0604020202020204" pitchFamily="34" charset="0"/>
              <a:buChar char="•"/>
            </a:pPr>
            <a:r>
              <a:rPr lang="en-GB" dirty="0"/>
              <a:t>Macro-level</a:t>
            </a:r>
          </a:p>
          <a:p>
            <a:pPr marL="285750" indent="-285750">
              <a:buFont typeface="Arial" panose="020B0604020202020204" pitchFamily="34" charset="0"/>
              <a:buChar char="•"/>
            </a:pPr>
            <a:r>
              <a:rPr lang="en-GB" dirty="0"/>
              <a:t>Industry or sector</a:t>
            </a:r>
          </a:p>
          <a:p>
            <a:pPr marL="285750" indent="-285750">
              <a:buFont typeface="Arial" panose="020B0604020202020204" pitchFamily="34" charset="0"/>
              <a:buChar char="•"/>
            </a:pPr>
            <a:r>
              <a:rPr lang="en-GB" dirty="0"/>
              <a:t>Competitors</a:t>
            </a:r>
          </a:p>
          <a:p>
            <a:pPr marL="285750" indent="-285750">
              <a:buFont typeface="Arial" panose="020B0604020202020204" pitchFamily="34" charset="0"/>
              <a:buChar char="•"/>
            </a:pPr>
            <a:r>
              <a:rPr lang="en-GB" dirty="0"/>
              <a:t>Customers</a:t>
            </a:r>
          </a:p>
          <a:p>
            <a:pPr marL="285750" indent="-285750">
              <a:buFont typeface="Arial" panose="020B0604020202020204" pitchFamily="34" charset="0"/>
              <a:buChar char="•"/>
            </a:pPr>
            <a:r>
              <a:rPr lang="en-GB" dirty="0"/>
              <a:t>Suppliers</a:t>
            </a:r>
          </a:p>
        </p:txBody>
      </p:sp>
      <p:sp>
        <p:nvSpPr>
          <p:cNvPr id="11" name="TextBox 10">
            <a:extLst>
              <a:ext uri="{FF2B5EF4-FFF2-40B4-BE49-F238E27FC236}">
                <a16:creationId xmlns:a16="http://schemas.microsoft.com/office/drawing/2014/main" id="{F0B68B5A-0DAD-BE39-51CC-D09C664EF908}"/>
              </a:ext>
            </a:extLst>
          </p:cNvPr>
          <p:cNvSpPr txBox="1"/>
          <p:nvPr/>
        </p:nvSpPr>
        <p:spPr>
          <a:xfrm>
            <a:off x="777262" y="2051434"/>
            <a:ext cx="3268993" cy="369332"/>
          </a:xfrm>
          <a:prstGeom prst="rect">
            <a:avLst/>
          </a:prstGeom>
          <a:noFill/>
        </p:spPr>
        <p:txBody>
          <a:bodyPr wrap="square" rtlCol="0">
            <a:spAutoFit/>
          </a:bodyPr>
          <a:lstStyle/>
          <a:p>
            <a:pPr algn="ctr"/>
            <a:r>
              <a:rPr lang="en-GB" b="1" dirty="0"/>
              <a:t>The internal organisation</a:t>
            </a:r>
          </a:p>
        </p:txBody>
      </p:sp>
      <p:sp>
        <p:nvSpPr>
          <p:cNvPr id="12" name="TextBox 11">
            <a:extLst>
              <a:ext uri="{FF2B5EF4-FFF2-40B4-BE49-F238E27FC236}">
                <a16:creationId xmlns:a16="http://schemas.microsoft.com/office/drawing/2014/main" id="{78B90B05-5B55-1BB1-0671-6ABF254B63B0}"/>
              </a:ext>
            </a:extLst>
          </p:cNvPr>
          <p:cNvSpPr txBox="1"/>
          <p:nvPr/>
        </p:nvSpPr>
        <p:spPr>
          <a:xfrm>
            <a:off x="8642339" y="2117695"/>
            <a:ext cx="3268993" cy="369332"/>
          </a:xfrm>
          <a:prstGeom prst="rect">
            <a:avLst/>
          </a:prstGeom>
          <a:noFill/>
        </p:spPr>
        <p:txBody>
          <a:bodyPr wrap="square" rtlCol="0">
            <a:spAutoFit/>
          </a:bodyPr>
          <a:lstStyle/>
          <a:p>
            <a:pPr algn="ctr"/>
            <a:r>
              <a:rPr lang="en-GB" b="1" dirty="0"/>
              <a:t>The external environment</a:t>
            </a:r>
          </a:p>
        </p:txBody>
      </p:sp>
      <p:sp>
        <p:nvSpPr>
          <p:cNvPr id="14" name="Right Bracket 13">
            <a:extLst>
              <a:ext uri="{FF2B5EF4-FFF2-40B4-BE49-F238E27FC236}">
                <a16:creationId xmlns:a16="http://schemas.microsoft.com/office/drawing/2014/main" id="{FC39B1AC-5350-4D4B-C4DA-5A9CAA44806E}"/>
              </a:ext>
            </a:extLst>
          </p:cNvPr>
          <p:cNvSpPr/>
          <p:nvPr/>
        </p:nvSpPr>
        <p:spPr>
          <a:xfrm rot="5400000">
            <a:off x="6072842" y="1023928"/>
            <a:ext cx="369331" cy="8428381"/>
          </a:xfrm>
          <a:prstGeom prst="righ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5" name="TextBox 14">
            <a:extLst>
              <a:ext uri="{FF2B5EF4-FFF2-40B4-BE49-F238E27FC236}">
                <a16:creationId xmlns:a16="http://schemas.microsoft.com/office/drawing/2014/main" id="{6A1CC7AE-8C3C-47D8-C2A8-43C3BEB626A0}"/>
              </a:ext>
            </a:extLst>
          </p:cNvPr>
          <p:cNvSpPr txBox="1"/>
          <p:nvPr/>
        </p:nvSpPr>
        <p:spPr>
          <a:xfrm>
            <a:off x="5623215" y="5053453"/>
            <a:ext cx="1255336" cy="369332"/>
          </a:xfrm>
          <a:prstGeom prst="rect">
            <a:avLst/>
          </a:prstGeom>
          <a:noFill/>
        </p:spPr>
        <p:txBody>
          <a:bodyPr wrap="square" rtlCol="0">
            <a:spAutoFit/>
          </a:bodyPr>
          <a:lstStyle/>
          <a:p>
            <a:pPr algn="ctr"/>
            <a:r>
              <a:rPr lang="en-GB" b="1" dirty="0"/>
              <a:t>Fit</a:t>
            </a:r>
          </a:p>
        </p:txBody>
      </p:sp>
      <p:sp>
        <p:nvSpPr>
          <p:cNvPr id="17" name="TextBox 16">
            <a:extLst>
              <a:ext uri="{FF2B5EF4-FFF2-40B4-BE49-F238E27FC236}">
                <a16:creationId xmlns:a16="http://schemas.microsoft.com/office/drawing/2014/main" id="{80DCA4FC-7EA4-37FC-48EF-BDD2195C8013}"/>
              </a:ext>
            </a:extLst>
          </p:cNvPr>
          <p:cNvSpPr txBox="1"/>
          <p:nvPr/>
        </p:nvSpPr>
        <p:spPr>
          <a:xfrm>
            <a:off x="738400" y="5718998"/>
            <a:ext cx="11024965" cy="923330"/>
          </a:xfrm>
          <a:prstGeom prst="rect">
            <a:avLst/>
          </a:prstGeom>
          <a:noFill/>
        </p:spPr>
        <p:txBody>
          <a:bodyPr wrap="square">
            <a:spAutoFit/>
          </a:bodyPr>
          <a:lstStyle/>
          <a:p>
            <a:pPr algn="just"/>
            <a:r>
              <a:rPr lang="en-GB" sz="1800" b="0" i="0" u="none" strike="noStrike" baseline="0" dirty="0">
                <a:solidFill>
                  <a:srgbClr val="000000"/>
                </a:solidFill>
                <a:latin typeface="Gill Sans MT" panose="020B0502020104020203" pitchFamily="34" charset="0"/>
              </a:rPr>
              <a:t>The objective of a business strategy is to determine how the company will manage its resources within its business environment (the industry) to meet its long-term goals , and how it will organize itself internally to implement that strategy.</a:t>
            </a:r>
            <a:endParaRPr lang="en-GB" dirty="0"/>
          </a:p>
        </p:txBody>
      </p:sp>
      <p:pic>
        <p:nvPicPr>
          <p:cNvPr id="18" name="Picture 17">
            <a:extLst>
              <a:ext uri="{FF2B5EF4-FFF2-40B4-BE49-F238E27FC236}">
                <a16:creationId xmlns:a16="http://schemas.microsoft.com/office/drawing/2014/main" id="{500F78FB-5227-30D4-DB9D-43A7FB1E2921}"/>
              </a:ext>
            </a:extLst>
          </p:cNvPr>
          <p:cNvPicPr>
            <a:picLocks noChangeAspect="1"/>
          </p:cNvPicPr>
          <p:nvPr/>
        </p:nvPicPr>
        <p:blipFill>
          <a:blip r:embed="rId2"/>
          <a:stretch>
            <a:fillRect/>
          </a:stretch>
        </p:blipFill>
        <p:spPr>
          <a:xfrm>
            <a:off x="9852660" y="277046"/>
            <a:ext cx="2153850" cy="317949"/>
          </a:xfrm>
          <a:prstGeom prst="rect">
            <a:avLst/>
          </a:prstGeom>
        </p:spPr>
      </p:pic>
    </p:spTree>
    <p:extLst>
      <p:ext uri="{BB962C8B-B14F-4D97-AF65-F5344CB8AC3E}">
        <p14:creationId xmlns:p14="http://schemas.microsoft.com/office/powerpoint/2010/main" val="3258052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3A049A-9BA2-FDD4-96FF-CE9C7B653A70}"/>
              </a:ext>
            </a:extLst>
          </p:cNvPr>
          <p:cNvSpPr>
            <a:spLocks noGrp="1"/>
          </p:cNvSpPr>
          <p:nvPr>
            <p:ph type="title"/>
          </p:nvPr>
        </p:nvSpPr>
        <p:spPr/>
        <p:txBody>
          <a:bodyPr>
            <a:normAutofit/>
          </a:bodyPr>
          <a:lstStyle/>
          <a:p>
            <a:r>
              <a:rPr lang="en-GB" sz="3600" dirty="0"/>
              <a:t>Foundations of Competitive Advantage</a:t>
            </a:r>
          </a:p>
        </p:txBody>
      </p:sp>
      <p:sp>
        <p:nvSpPr>
          <p:cNvPr id="5" name="Text Placeholder 4">
            <a:extLst>
              <a:ext uri="{FF2B5EF4-FFF2-40B4-BE49-F238E27FC236}">
                <a16:creationId xmlns:a16="http://schemas.microsoft.com/office/drawing/2014/main" id="{33955270-8CD9-6C78-EB29-25BB84E81733}"/>
              </a:ext>
            </a:extLst>
          </p:cNvPr>
          <p:cNvSpPr>
            <a:spLocks noGrp="1"/>
          </p:cNvSpPr>
          <p:nvPr>
            <p:ph type="body" idx="1"/>
          </p:nvPr>
        </p:nvSpPr>
        <p:spPr/>
        <p:txBody>
          <a:bodyPr/>
          <a:lstStyle/>
          <a:p>
            <a:r>
              <a:rPr lang="en-GB" dirty="0"/>
              <a:t>Resources</a:t>
            </a:r>
          </a:p>
        </p:txBody>
      </p:sp>
      <p:sp>
        <p:nvSpPr>
          <p:cNvPr id="6" name="Content Placeholder 5">
            <a:extLst>
              <a:ext uri="{FF2B5EF4-FFF2-40B4-BE49-F238E27FC236}">
                <a16:creationId xmlns:a16="http://schemas.microsoft.com/office/drawing/2014/main" id="{30A0B8F0-E2B8-6599-2371-9B019E11E994}"/>
              </a:ext>
            </a:extLst>
          </p:cNvPr>
          <p:cNvSpPr>
            <a:spLocks noGrp="1"/>
          </p:cNvSpPr>
          <p:nvPr>
            <p:ph sz="half" idx="2"/>
          </p:nvPr>
        </p:nvSpPr>
        <p:spPr/>
        <p:txBody>
          <a:bodyPr>
            <a:normAutofit fontScale="62500" lnSpcReduction="20000"/>
          </a:bodyPr>
          <a:lstStyle/>
          <a:p>
            <a:pPr>
              <a:lnSpc>
                <a:spcPct val="120000"/>
              </a:lnSpc>
            </a:pPr>
            <a:r>
              <a:rPr lang="en-GB" dirty="0"/>
              <a:t>Resources are the assets that organisations have or can call upon (e.g. from partners or suppliers), that is  ‘</a:t>
            </a:r>
            <a:r>
              <a:rPr lang="en-GB" b="1" dirty="0"/>
              <a:t>what we have </a:t>
            </a:r>
            <a:r>
              <a:rPr lang="en-GB" dirty="0"/>
              <a:t>’</a:t>
            </a:r>
          </a:p>
          <a:p>
            <a:pPr>
              <a:lnSpc>
                <a:spcPct val="120000"/>
              </a:lnSpc>
            </a:pPr>
            <a:r>
              <a:rPr lang="en-GB" dirty="0"/>
              <a:t>Resources are not productive on their own and can only be a source of competitive advantage if they are used by firms to perform their activities</a:t>
            </a:r>
          </a:p>
          <a:p>
            <a:pPr>
              <a:lnSpc>
                <a:spcPct val="120000"/>
              </a:lnSpc>
            </a:pPr>
            <a:r>
              <a:rPr lang="en-GB" dirty="0"/>
              <a:t>How can resources and capabilities provide sustainable competitive advantage?</a:t>
            </a:r>
          </a:p>
          <a:p>
            <a:pPr>
              <a:lnSpc>
                <a:spcPct val="120000"/>
              </a:lnSpc>
            </a:pPr>
            <a:r>
              <a:rPr lang="en-GB" dirty="0"/>
              <a:t>A VRIO analysis helps to evaluate if, how and to what extent an organisation or company has resources and capabilities that are</a:t>
            </a:r>
          </a:p>
          <a:p>
            <a:pPr>
              <a:lnSpc>
                <a:spcPct val="120000"/>
              </a:lnSpc>
            </a:pPr>
            <a:endParaRPr lang="en-GB" dirty="0"/>
          </a:p>
        </p:txBody>
      </p:sp>
      <p:sp>
        <p:nvSpPr>
          <p:cNvPr id="14" name="Text Placeholder 13">
            <a:extLst>
              <a:ext uri="{FF2B5EF4-FFF2-40B4-BE49-F238E27FC236}">
                <a16:creationId xmlns:a16="http://schemas.microsoft.com/office/drawing/2014/main" id="{BECA1550-3256-A7F8-F79F-D493D179F312}"/>
              </a:ext>
            </a:extLst>
          </p:cNvPr>
          <p:cNvSpPr>
            <a:spLocks noGrp="1"/>
          </p:cNvSpPr>
          <p:nvPr>
            <p:ph type="body" sz="quarter" idx="3"/>
          </p:nvPr>
        </p:nvSpPr>
        <p:spPr/>
        <p:txBody>
          <a:bodyPr/>
          <a:lstStyle/>
          <a:p>
            <a:r>
              <a:rPr lang="en-GB" dirty="0"/>
              <a:t>Capabilities</a:t>
            </a:r>
          </a:p>
        </p:txBody>
      </p:sp>
      <p:sp>
        <p:nvSpPr>
          <p:cNvPr id="15" name="Content Placeholder 14">
            <a:extLst>
              <a:ext uri="{FF2B5EF4-FFF2-40B4-BE49-F238E27FC236}">
                <a16:creationId xmlns:a16="http://schemas.microsoft.com/office/drawing/2014/main" id="{409C3BAA-3727-2F8B-11C9-49B9445C48E7}"/>
              </a:ext>
            </a:extLst>
          </p:cNvPr>
          <p:cNvSpPr>
            <a:spLocks noGrp="1"/>
          </p:cNvSpPr>
          <p:nvPr>
            <p:ph sz="quarter" idx="4"/>
          </p:nvPr>
        </p:nvSpPr>
        <p:spPr/>
        <p:txBody>
          <a:bodyPr>
            <a:normAutofit fontScale="62500" lnSpcReduction="20000"/>
          </a:bodyPr>
          <a:lstStyle/>
          <a:p>
            <a:pPr algn="just">
              <a:lnSpc>
                <a:spcPct val="120000"/>
              </a:lnSpc>
            </a:pPr>
            <a:r>
              <a:rPr lang="en-GB" dirty="0"/>
              <a:t>Capabilities (sometimes referred to as competences) are the actions through which resources are used/deployed, that is ‘</a:t>
            </a:r>
            <a:r>
              <a:rPr lang="en-GB" b="1" dirty="0"/>
              <a:t>what we do well</a:t>
            </a:r>
            <a:r>
              <a:rPr lang="en-GB" dirty="0"/>
              <a:t>’ . </a:t>
            </a:r>
          </a:p>
          <a:p>
            <a:pPr algn="just">
              <a:lnSpc>
                <a:spcPct val="120000"/>
              </a:lnSpc>
            </a:pPr>
            <a:r>
              <a:rPr lang="en-GB" dirty="0"/>
              <a:t>They usually refer to the way organisational competences are organised. </a:t>
            </a:r>
          </a:p>
          <a:p>
            <a:pPr algn="just">
              <a:lnSpc>
                <a:spcPct val="120000"/>
              </a:lnSpc>
            </a:pPr>
            <a:r>
              <a:rPr lang="en-GB" dirty="0"/>
              <a:t>The organisational and strategic routines by which firms achieve new resource configurations. Routines refer to the specific processes.</a:t>
            </a:r>
          </a:p>
          <a:p>
            <a:pPr marL="0" indent="0">
              <a:lnSpc>
                <a:spcPct val="120000"/>
              </a:lnSpc>
              <a:buNone/>
            </a:pPr>
            <a:endParaRPr lang="en-GB" dirty="0"/>
          </a:p>
        </p:txBody>
      </p:sp>
      <p:sp>
        <p:nvSpPr>
          <p:cNvPr id="3" name="TextBox 2">
            <a:extLst>
              <a:ext uri="{FF2B5EF4-FFF2-40B4-BE49-F238E27FC236}">
                <a16:creationId xmlns:a16="http://schemas.microsoft.com/office/drawing/2014/main" id="{53EBAF02-FC62-EA55-1D58-8EDE58366015}"/>
              </a:ext>
            </a:extLst>
          </p:cNvPr>
          <p:cNvSpPr txBox="1"/>
          <p:nvPr/>
        </p:nvSpPr>
        <p:spPr>
          <a:xfrm>
            <a:off x="985901" y="6390337"/>
            <a:ext cx="2267372" cy="307777"/>
          </a:xfrm>
          <a:prstGeom prst="rect">
            <a:avLst/>
          </a:prstGeom>
          <a:noFill/>
        </p:spPr>
        <p:txBody>
          <a:bodyPr wrap="square">
            <a:spAutoFit/>
          </a:bodyPr>
          <a:lstStyle/>
          <a:p>
            <a:r>
              <a:rPr lang="en-GB" sz="1400" dirty="0"/>
              <a:t>Barney (1991)</a:t>
            </a:r>
          </a:p>
        </p:txBody>
      </p:sp>
    </p:spTree>
    <p:extLst>
      <p:ext uri="{BB962C8B-B14F-4D97-AF65-F5344CB8AC3E}">
        <p14:creationId xmlns:p14="http://schemas.microsoft.com/office/powerpoint/2010/main" val="24005487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0A45B-5D5B-4F1D-0A1B-170968C8F345}"/>
              </a:ext>
            </a:extLst>
          </p:cNvPr>
          <p:cNvSpPr>
            <a:spLocks noGrp="1"/>
          </p:cNvSpPr>
          <p:nvPr>
            <p:ph type="title"/>
          </p:nvPr>
        </p:nvSpPr>
        <p:spPr/>
        <p:txBody>
          <a:bodyPr>
            <a:normAutofit/>
          </a:bodyPr>
          <a:lstStyle/>
          <a:p>
            <a:r>
              <a:rPr lang="en-GB" sz="3600" dirty="0"/>
              <a:t>The VRIO framework and criteria for inimitability</a:t>
            </a:r>
          </a:p>
        </p:txBody>
      </p:sp>
      <p:pic>
        <p:nvPicPr>
          <p:cNvPr id="4" name="Picture 3">
            <a:extLst>
              <a:ext uri="{FF2B5EF4-FFF2-40B4-BE49-F238E27FC236}">
                <a16:creationId xmlns:a16="http://schemas.microsoft.com/office/drawing/2014/main" id="{CB32A267-A073-5436-7384-DD372F5C7E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9461" y="2003227"/>
            <a:ext cx="5385704" cy="3321813"/>
          </a:xfrm>
          <a:prstGeom prst="rect">
            <a:avLst/>
          </a:prstGeom>
        </p:spPr>
      </p:pic>
      <p:sp>
        <p:nvSpPr>
          <p:cNvPr id="6" name="TextBox 5">
            <a:extLst>
              <a:ext uri="{FF2B5EF4-FFF2-40B4-BE49-F238E27FC236}">
                <a16:creationId xmlns:a16="http://schemas.microsoft.com/office/drawing/2014/main" id="{3108214D-FB81-C6A6-B7EC-C7CDA832CFAA}"/>
              </a:ext>
            </a:extLst>
          </p:cNvPr>
          <p:cNvSpPr txBox="1"/>
          <p:nvPr/>
        </p:nvSpPr>
        <p:spPr>
          <a:xfrm>
            <a:off x="6096000" y="5905908"/>
            <a:ext cx="5709165" cy="646331"/>
          </a:xfrm>
          <a:prstGeom prst="rect">
            <a:avLst/>
          </a:prstGeom>
          <a:noFill/>
        </p:spPr>
        <p:txBody>
          <a:bodyPr wrap="square">
            <a:spAutoFit/>
          </a:bodyPr>
          <a:lstStyle/>
          <a:p>
            <a:r>
              <a:rPr lang="en-GB" dirty="0"/>
              <a:t>How does Reed &amp; </a:t>
            </a:r>
            <a:r>
              <a:rPr lang="en-GB" dirty="0" err="1"/>
              <a:t>DeFillippi</a:t>
            </a:r>
            <a:r>
              <a:rPr lang="en-GB" dirty="0"/>
              <a:t> (1990)’s paper build directly on Barney’s "Imitability" criterion? </a:t>
            </a:r>
          </a:p>
        </p:txBody>
      </p:sp>
      <p:pic>
        <p:nvPicPr>
          <p:cNvPr id="9" name="Picture 8">
            <a:extLst>
              <a:ext uri="{FF2B5EF4-FFF2-40B4-BE49-F238E27FC236}">
                <a16:creationId xmlns:a16="http://schemas.microsoft.com/office/drawing/2014/main" id="{6346F5AA-E8E6-21AF-9D7D-7E90DDD5B8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952" y="1925587"/>
            <a:ext cx="5532612" cy="3399453"/>
          </a:xfrm>
          <a:prstGeom prst="rect">
            <a:avLst/>
          </a:prstGeom>
        </p:spPr>
      </p:pic>
      <p:cxnSp>
        <p:nvCxnSpPr>
          <p:cNvPr id="11" name="Straight Arrow Connector 10">
            <a:extLst>
              <a:ext uri="{FF2B5EF4-FFF2-40B4-BE49-F238E27FC236}">
                <a16:creationId xmlns:a16="http://schemas.microsoft.com/office/drawing/2014/main" id="{DA48FB06-FCFC-A954-8A22-FD4DC6A22960}"/>
              </a:ext>
            </a:extLst>
          </p:cNvPr>
          <p:cNvCxnSpPr/>
          <p:nvPr/>
        </p:nvCxnSpPr>
        <p:spPr>
          <a:xfrm>
            <a:off x="6021355" y="3625313"/>
            <a:ext cx="209005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62072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5A2C2-7436-CADE-BBE3-4E45AFF8AE08}"/>
              </a:ext>
            </a:extLst>
          </p:cNvPr>
          <p:cNvSpPr>
            <a:spLocks noGrp="1"/>
          </p:cNvSpPr>
          <p:nvPr>
            <p:ph type="title"/>
          </p:nvPr>
        </p:nvSpPr>
        <p:spPr/>
        <p:txBody>
          <a:bodyPr>
            <a:normAutofit/>
          </a:bodyPr>
          <a:lstStyle/>
          <a:p>
            <a:r>
              <a:rPr lang="en-GB" sz="3600" dirty="0"/>
              <a:t>Capabilities and Capital</a:t>
            </a:r>
          </a:p>
        </p:txBody>
      </p:sp>
      <p:sp>
        <p:nvSpPr>
          <p:cNvPr id="8" name="Content Placeholder 7">
            <a:extLst>
              <a:ext uri="{FF2B5EF4-FFF2-40B4-BE49-F238E27FC236}">
                <a16:creationId xmlns:a16="http://schemas.microsoft.com/office/drawing/2014/main" id="{A3475318-CB24-693F-4693-E2C846426BF5}"/>
              </a:ext>
            </a:extLst>
          </p:cNvPr>
          <p:cNvSpPr>
            <a:spLocks noGrp="1"/>
          </p:cNvSpPr>
          <p:nvPr>
            <p:ph sz="half" idx="1"/>
          </p:nvPr>
        </p:nvSpPr>
        <p:spPr/>
        <p:txBody>
          <a:bodyPr>
            <a:noAutofit/>
          </a:bodyPr>
          <a:lstStyle/>
          <a:p>
            <a:pPr algn="just">
              <a:lnSpc>
                <a:spcPct val="100000"/>
              </a:lnSpc>
            </a:pPr>
            <a:r>
              <a:rPr lang="en-GB" sz="1800" dirty="0"/>
              <a:t>RBV can sometimes treat resources as static, physical, or purely economic things.</a:t>
            </a:r>
          </a:p>
          <a:p>
            <a:pPr>
              <a:lnSpc>
                <a:spcPct val="100000"/>
              </a:lnSpc>
            </a:pPr>
            <a:r>
              <a:rPr lang="en-GB" sz="1800" dirty="0"/>
              <a:t>Dynamic capabilities vs. ordinary ("zero-level") capabilities.</a:t>
            </a:r>
          </a:p>
          <a:p>
            <a:pPr>
              <a:lnSpc>
                <a:spcPct val="100000"/>
              </a:lnSpc>
            </a:pPr>
            <a:r>
              <a:rPr lang="en-GB" sz="1800" dirty="0"/>
              <a:t>Ordinary capabilities are those needed for an organisation to meet the necessary requirements to compete in a given market and achieve parity with competitors in that market </a:t>
            </a:r>
          </a:p>
          <a:p>
            <a:pPr>
              <a:lnSpc>
                <a:spcPct val="100000"/>
              </a:lnSpc>
            </a:pPr>
            <a:r>
              <a:rPr lang="en-GB" sz="1800" dirty="0"/>
              <a:t>Dynamic capabilities are an organisation’s ability to integrate, build, and reconfigure internal and external resources and capabilities to address rapidly changing environments</a:t>
            </a:r>
          </a:p>
          <a:p>
            <a:pPr>
              <a:lnSpc>
                <a:spcPct val="100000"/>
              </a:lnSpc>
            </a:pPr>
            <a:endParaRPr lang="en-GB" sz="1800" dirty="0"/>
          </a:p>
        </p:txBody>
      </p:sp>
      <p:sp>
        <p:nvSpPr>
          <p:cNvPr id="9" name="Content Placeholder 8">
            <a:extLst>
              <a:ext uri="{FF2B5EF4-FFF2-40B4-BE49-F238E27FC236}">
                <a16:creationId xmlns:a16="http://schemas.microsoft.com/office/drawing/2014/main" id="{4F2BF115-B287-61AD-49AA-6E42890B9CB4}"/>
              </a:ext>
            </a:extLst>
          </p:cNvPr>
          <p:cNvSpPr>
            <a:spLocks noGrp="1"/>
          </p:cNvSpPr>
          <p:nvPr>
            <p:ph sz="half" idx="2"/>
          </p:nvPr>
        </p:nvSpPr>
        <p:spPr/>
        <p:txBody>
          <a:bodyPr>
            <a:noAutofit/>
          </a:bodyPr>
          <a:lstStyle/>
          <a:p>
            <a:pPr>
              <a:lnSpc>
                <a:spcPct val="100000"/>
              </a:lnSpc>
            </a:pPr>
            <a:r>
              <a:rPr lang="en-GB" sz="2000" dirty="0"/>
              <a:t>Three generic types of dynamic capabilities:</a:t>
            </a:r>
          </a:p>
          <a:p>
            <a:pPr marL="914400" lvl="1" indent="-457200">
              <a:lnSpc>
                <a:spcPct val="100000"/>
              </a:lnSpc>
              <a:buFont typeface="+mj-lt"/>
              <a:buAutoNum type="arabicPeriod"/>
            </a:pPr>
            <a:r>
              <a:rPr lang="en-GB" sz="1800" dirty="0"/>
              <a:t>Sensing (e.g. market intelligence systems, trend forecasting and scenario planning, customer insight generation)</a:t>
            </a:r>
          </a:p>
          <a:p>
            <a:pPr marL="914400" lvl="1" indent="-457200">
              <a:lnSpc>
                <a:spcPct val="100000"/>
              </a:lnSpc>
              <a:buFont typeface="+mj-lt"/>
              <a:buAutoNum type="arabicPeriod"/>
            </a:pPr>
            <a:r>
              <a:rPr lang="en-GB" sz="1800" dirty="0"/>
              <a:t>Seizing (e.g. business model innovation, strategic partnerships and alliances, product portfolio redesign)</a:t>
            </a:r>
          </a:p>
          <a:p>
            <a:pPr marL="914400" lvl="1" indent="-457200">
              <a:lnSpc>
                <a:spcPct val="100000"/>
              </a:lnSpc>
              <a:buFont typeface="+mj-lt"/>
              <a:buAutoNum type="arabicPeriod"/>
            </a:pPr>
            <a:r>
              <a:rPr lang="en-GB" sz="1800" dirty="0"/>
              <a:t>Reconfiguring (e.g. organisational restructuring, change management, digital transformation)</a:t>
            </a:r>
          </a:p>
        </p:txBody>
      </p:sp>
      <p:sp>
        <p:nvSpPr>
          <p:cNvPr id="11" name="TextBox 10">
            <a:extLst>
              <a:ext uri="{FF2B5EF4-FFF2-40B4-BE49-F238E27FC236}">
                <a16:creationId xmlns:a16="http://schemas.microsoft.com/office/drawing/2014/main" id="{86BBA9C9-5C55-357B-5850-5374760B0B46}"/>
              </a:ext>
            </a:extLst>
          </p:cNvPr>
          <p:cNvSpPr txBox="1"/>
          <p:nvPr/>
        </p:nvSpPr>
        <p:spPr>
          <a:xfrm>
            <a:off x="982824" y="6176963"/>
            <a:ext cx="1853681" cy="338554"/>
          </a:xfrm>
          <a:prstGeom prst="rect">
            <a:avLst/>
          </a:prstGeom>
          <a:noFill/>
        </p:spPr>
        <p:txBody>
          <a:bodyPr wrap="square">
            <a:spAutoFit/>
          </a:bodyPr>
          <a:lstStyle/>
          <a:p>
            <a:r>
              <a:rPr lang="en-GB" sz="1600" dirty="0"/>
              <a:t>Winter (2003) </a:t>
            </a:r>
          </a:p>
        </p:txBody>
      </p:sp>
      <p:sp>
        <p:nvSpPr>
          <p:cNvPr id="13" name="TextBox 12">
            <a:extLst>
              <a:ext uri="{FF2B5EF4-FFF2-40B4-BE49-F238E27FC236}">
                <a16:creationId xmlns:a16="http://schemas.microsoft.com/office/drawing/2014/main" id="{A59BD6C7-1746-2B52-FA55-D031A493D355}"/>
              </a:ext>
            </a:extLst>
          </p:cNvPr>
          <p:cNvSpPr txBox="1"/>
          <p:nvPr/>
        </p:nvSpPr>
        <p:spPr>
          <a:xfrm>
            <a:off x="6912428" y="5584762"/>
            <a:ext cx="3701143" cy="276999"/>
          </a:xfrm>
          <a:prstGeom prst="rect">
            <a:avLst/>
          </a:prstGeom>
          <a:noFill/>
        </p:spPr>
        <p:txBody>
          <a:bodyPr wrap="square">
            <a:spAutoFit/>
          </a:bodyPr>
          <a:lstStyle/>
          <a:p>
            <a:r>
              <a:rPr lang="en-GB" sz="1200" dirty="0"/>
              <a:t>(Teece, Pisano, and </a:t>
            </a:r>
            <a:r>
              <a:rPr lang="en-GB" sz="1200" dirty="0" err="1"/>
              <a:t>Shuen</a:t>
            </a:r>
            <a:r>
              <a:rPr lang="en-GB" sz="1200" dirty="0"/>
              <a:t>, 1997)</a:t>
            </a:r>
          </a:p>
        </p:txBody>
      </p:sp>
    </p:spTree>
    <p:extLst>
      <p:ext uri="{BB962C8B-B14F-4D97-AF65-F5344CB8AC3E}">
        <p14:creationId xmlns:p14="http://schemas.microsoft.com/office/powerpoint/2010/main" val="159877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B15AC-946D-6619-D696-D75539D42017}"/>
              </a:ext>
            </a:extLst>
          </p:cNvPr>
          <p:cNvSpPr>
            <a:spLocks noGrp="1"/>
          </p:cNvSpPr>
          <p:nvPr>
            <p:ph type="title"/>
          </p:nvPr>
        </p:nvSpPr>
        <p:spPr/>
        <p:txBody>
          <a:bodyPr>
            <a:normAutofit/>
          </a:bodyPr>
          <a:lstStyle/>
          <a:p>
            <a:r>
              <a:rPr lang="en-GB" sz="4000" dirty="0"/>
              <a:t>Capabilities and Capital</a:t>
            </a:r>
          </a:p>
        </p:txBody>
      </p:sp>
      <p:sp>
        <p:nvSpPr>
          <p:cNvPr id="3" name="Content Placeholder 2">
            <a:extLst>
              <a:ext uri="{FF2B5EF4-FFF2-40B4-BE49-F238E27FC236}">
                <a16:creationId xmlns:a16="http://schemas.microsoft.com/office/drawing/2014/main" id="{7656E250-AFF8-00EE-F9AA-75DEC183CECE}"/>
              </a:ext>
            </a:extLst>
          </p:cNvPr>
          <p:cNvSpPr>
            <a:spLocks noGrp="1"/>
          </p:cNvSpPr>
          <p:nvPr>
            <p:ph idx="1"/>
          </p:nvPr>
        </p:nvSpPr>
        <p:spPr/>
        <p:txBody>
          <a:bodyPr>
            <a:normAutofit lnSpcReduction="10000"/>
          </a:bodyPr>
          <a:lstStyle/>
          <a:p>
            <a:pPr>
              <a:lnSpc>
                <a:spcPct val="100000"/>
              </a:lnSpc>
            </a:pPr>
            <a:r>
              <a:rPr lang="en-GB" sz="2000" dirty="0"/>
              <a:t>The most valuable and hard-to-imitate resources a firm has are actually social and intellectual.</a:t>
            </a:r>
          </a:p>
          <a:p>
            <a:pPr>
              <a:lnSpc>
                <a:spcPct val="100000"/>
              </a:lnSpc>
            </a:pPr>
            <a:r>
              <a:rPr lang="en-GB" sz="2000" dirty="0"/>
              <a:t>Two key forms of capital:</a:t>
            </a:r>
          </a:p>
          <a:p>
            <a:pPr lvl="1">
              <a:lnSpc>
                <a:spcPct val="100000"/>
              </a:lnSpc>
            </a:pPr>
            <a:r>
              <a:rPr lang="en-GB" sz="1600" dirty="0"/>
              <a:t>Intellectual capital: Defined as the knowledge and knowing capability of a social </a:t>
            </a:r>
            <a:r>
              <a:rPr lang="en-GB" sz="1600" dirty="0" err="1"/>
              <a:t>collectivity</a:t>
            </a:r>
            <a:r>
              <a:rPr lang="en-GB" sz="1600" dirty="0"/>
              <a:t> (like an organization)</a:t>
            </a:r>
          </a:p>
          <a:p>
            <a:pPr lvl="1">
              <a:lnSpc>
                <a:spcPct val="100000"/>
              </a:lnSpc>
            </a:pPr>
            <a:r>
              <a:rPr lang="en-GB" sz="1600" dirty="0"/>
              <a:t>Social capital: Defined as the sum of the actual and potential resources embedded within, available through, and derived from the network of relationships possessed by an individual or social unit.</a:t>
            </a:r>
          </a:p>
          <a:p>
            <a:pPr>
              <a:lnSpc>
                <a:spcPct val="100000"/>
              </a:lnSpc>
            </a:pPr>
            <a:r>
              <a:rPr lang="en-GB" sz="2000" dirty="0"/>
              <a:t>It shifts the focus of competitive advantage from what a firm owns to how a firm connects and creates knowledge.</a:t>
            </a:r>
          </a:p>
          <a:p>
            <a:pPr>
              <a:lnSpc>
                <a:spcPct val="100000"/>
              </a:lnSpc>
            </a:pPr>
            <a:r>
              <a:rPr lang="en-GB" sz="2000" dirty="0"/>
              <a:t>If we apply Barney’s VRIO framework to </a:t>
            </a:r>
            <a:r>
              <a:rPr lang="en-GB" sz="2000" dirty="0" err="1"/>
              <a:t>Nahapiet</a:t>
            </a:r>
            <a:r>
              <a:rPr lang="en-GB" sz="2000" dirty="0"/>
              <a:t> &amp; Ghoshal, which dimension of social capital (structural, relational, or cognitive) is the most difficult for a competitor to imitate?</a:t>
            </a:r>
          </a:p>
          <a:p>
            <a:pPr>
              <a:lnSpc>
                <a:spcPct val="100000"/>
              </a:lnSpc>
            </a:pPr>
            <a:r>
              <a:rPr lang="en-GB" sz="2000" dirty="0"/>
              <a:t>A firm’s dynamic capability to combine and exchange new knowledge relies heavily on its existing social capital (e.g., whether the engineers actually trust each other enough to share ideas).</a:t>
            </a:r>
          </a:p>
          <a:p>
            <a:pPr>
              <a:lnSpc>
                <a:spcPct val="100000"/>
              </a:lnSpc>
            </a:pPr>
            <a:endParaRPr lang="en-GB" sz="2000" dirty="0"/>
          </a:p>
        </p:txBody>
      </p:sp>
      <p:sp>
        <p:nvSpPr>
          <p:cNvPr id="6" name="TextBox 5">
            <a:extLst>
              <a:ext uri="{FF2B5EF4-FFF2-40B4-BE49-F238E27FC236}">
                <a16:creationId xmlns:a16="http://schemas.microsoft.com/office/drawing/2014/main" id="{5444EDF3-2CCF-9CA9-757B-3F36ABDAD621}"/>
              </a:ext>
            </a:extLst>
          </p:cNvPr>
          <p:cNvSpPr txBox="1"/>
          <p:nvPr/>
        </p:nvSpPr>
        <p:spPr>
          <a:xfrm>
            <a:off x="9573207" y="6354375"/>
            <a:ext cx="2233127" cy="276999"/>
          </a:xfrm>
          <a:prstGeom prst="rect">
            <a:avLst/>
          </a:prstGeom>
          <a:noFill/>
        </p:spPr>
        <p:txBody>
          <a:bodyPr wrap="square">
            <a:spAutoFit/>
          </a:bodyPr>
          <a:lstStyle/>
          <a:p>
            <a:r>
              <a:rPr lang="en-GB" sz="1200" dirty="0" err="1"/>
              <a:t>Nahapiet</a:t>
            </a:r>
            <a:r>
              <a:rPr lang="en-GB" sz="1200" dirty="0"/>
              <a:t> &amp; Ghoshal (1998)</a:t>
            </a:r>
          </a:p>
        </p:txBody>
      </p:sp>
    </p:spTree>
    <p:extLst>
      <p:ext uri="{BB962C8B-B14F-4D97-AF65-F5344CB8AC3E}">
        <p14:creationId xmlns:p14="http://schemas.microsoft.com/office/powerpoint/2010/main" val="3788051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3FF95-96C7-F29B-BDBA-A32D1F72B506}"/>
              </a:ext>
            </a:extLst>
          </p:cNvPr>
          <p:cNvSpPr>
            <a:spLocks noGrp="1"/>
          </p:cNvSpPr>
          <p:nvPr>
            <p:ph type="title"/>
          </p:nvPr>
        </p:nvSpPr>
        <p:spPr/>
        <p:txBody>
          <a:bodyPr>
            <a:normAutofit/>
          </a:bodyPr>
          <a:lstStyle/>
          <a:p>
            <a:r>
              <a:rPr lang="en-GB" sz="3600" dirty="0"/>
              <a:t>The role of the Top Management team</a:t>
            </a:r>
          </a:p>
        </p:txBody>
      </p:sp>
      <p:sp>
        <p:nvSpPr>
          <p:cNvPr id="3" name="Content Placeholder 2">
            <a:extLst>
              <a:ext uri="{FF2B5EF4-FFF2-40B4-BE49-F238E27FC236}">
                <a16:creationId xmlns:a16="http://schemas.microsoft.com/office/drawing/2014/main" id="{9DB20140-4A66-BF9E-62BB-F43FF1CE0298}"/>
              </a:ext>
            </a:extLst>
          </p:cNvPr>
          <p:cNvSpPr>
            <a:spLocks noGrp="1"/>
          </p:cNvSpPr>
          <p:nvPr>
            <p:ph idx="1"/>
          </p:nvPr>
        </p:nvSpPr>
        <p:spPr/>
        <p:txBody>
          <a:bodyPr>
            <a:normAutofit/>
          </a:bodyPr>
          <a:lstStyle/>
          <a:p>
            <a:pPr>
              <a:lnSpc>
                <a:spcPct val="100000"/>
              </a:lnSpc>
            </a:pPr>
            <a:r>
              <a:rPr lang="en-GB" sz="2400" dirty="0"/>
              <a:t>Upper Echelons Theory</a:t>
            </a:r>
          </a:p>
          <a:p>
            <a:pPr lvl="1">
              <a:lnSpc>
                <a:spcPct val="100000"/>
              </a:lnSpc>
            </a:pPr>
            <a:r>
              <a:rPr lang="en-GB" sz="2000" dirty="0"/>
              <a:t>The organisation is a reflection of its top managers.</a:t>
            </a:r>
          </a:p>
          <a:p>
            <a:pPr lvl="1">
              <a:lnSpc>
                <a:spcPct val="100000"/>
              </a:lnSpc>
            </a:pPr>
            <a:r>
              <a:rPr lang="en-GB" sz="2000" dirty="0"/>
              <a:t>If you want to understand why organizations do the things they do, or why they perform the way they do, you must look at the people at the top. </a:t>
            </a:r>
          </a:p>
          <a:p>
            <a:pPr lvl="1">
              <a:lnSpc>
                <a:spcPct val="100000"/>
              </a:lnSpc>
            </a:pPr>
            <a:r>
              <a:rPr lang="en-GB" sz="2000" dirty="0"/>
              <a:t>Bounded rationality: Because no human can perfectly process all available information, executives must filter the world through their own cognitive base and values.</a:t>
            </a:r>
          </a:p>
          <a:p>
            <a:pPr lvl="1">
              <a:lnSpc>
                <a:spcPct val="100000"/>
              </a:lnSpc>
            </a:pPr>
            <a:r>
              <a:rPr lang="en-GB" sz="2000" dirty="0"/>
              <a:t>Before this paper, strategy research largely assumed that firms acted as hyper-rational, profit-maximising entities (often ignoring the human element) or focused solely on external industry forces.</a:t>
            </a:r>
          </a:p>
          <a:p>
            <a:pPr>
              <a:lnSpc>
                <a:spcPct val="100000"/>
              </a:lnSpc>
            </a:pPr>
            <a:r>
              <a:rPr lang="en-GB" sz="2400" dirty="0"/>
              <a:t>Does the manager shape the firm, or does the firm select a manager who already fits its desired trajectory?</a:t>
            </a:r>
          </a:p>
        </p:txBody>
      </p:sp>
      <p:sp>
        <p:nvSpPr>
          <p:cNvPr id="5" name="TextBox 4">
            <a:extLst>
              <a:ext uri="{FF2B5EF4-FFF2-40B4-BE49-F238E27FC236}">
                <a16:creationId xmlns:a16="http://schemas.microsoft.com/office/drawing/2014/main" id="{CF0CE2DC-CC22-F66D-930B-2040F631D586}"/>
              </a:ext>
            </a:extLst>
          </p:cNvPr>
          <p:cNvSpPr txBox="1"/>
          <p:nvPr/>
        </p:nvSpPr>
        <p:spPr>
          <a:xfrm>
            <a:off x="174172" y="6393414"/>
            <a:ext cx="2214466" cy="276999"/>
          </a:xfrm>
          <a:prstGeom prst="rect">
            <a:avLst/>
          </a:prstGeom>
          <a:noFill/>
        </p:spPr>
        <p:txBody>
          <a:bodyPr wrap="square">
            <a:spAutoFit/>
          </a:bodyPr>
          <a:lstStyle/>
          <a:p>
            <a:r>
              <a:rPr lang="en-GB" sz="1200" dirty="0"/>
              <a:t>Hambrick &amp; Mason (1984)</a:t>
            </a:r>
          </a:p>
        </p:txBody>
      </p:sp>
    </p:spTree>
    <p:extLst>
      <p:ext uri="{BB962C8B-B14F-4D97-AF65-F5344CB8AC3E}">
        <p14:creationId xmlns:p14="http://schemas.microsoft.com/office/powerpoint/2010/main" val="2817364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32AF8-C8FE-4E18-6C10-BFA9ACD72571}"/>
              </a:ext>
            </a:extLst>
          </p:cNvPr>
          <p:cNvSpPr>
            <a:spLocks noGrp="1"/>
          </p:cNvSpPr>
          <p:nvPr>
            <p:ph type="title"/>
          </p:nvPr>
        </p:nvSpPr>
        <p:spPr/>
        <p:txBody>
          <a:bodyPr/>
          <a:lstStyle/>
          <a:p>
            <a:r>
              <a:rPr lang="en-GB" dirty="0"/>
              <a:t>The role of the Top Management team</a:t>
            </a:r>
          </a:p>
        </p:txBody>
      </p:sp>
      <p:grpSp>
        <p:nvGrpSpPr>
          <p:cNvPr id="4" name="Group 3">
            <a:extLst>
              <a:ext uri="{FF2B5EF4-FFF2-40B4-BE49-F238E27FC236}">
                <a16:creationId xmlns:a16="http://schemas.microsoft.com/office/drawing/2014/main" id="{69D8E97A-77FA-9554-5EC6-0CB103A66C68}"/>
              </a:ext>
            </a:extLst>
          </p:cNvPr>
          <p:cNvGrpSpPr/>
          <p:nvPr/>
        </p:nvGrpSpPr>
        <p:grpSpPr>
          <a:xfrm>
            <a:off x="443926" y="2657162"/>
            <a:ext cx="7290037" cy="3468344"/>
            <a:chOff x="1663463" y="2522881"/>
            <a:chExt cx="6655188" cy="3334460"/>
          </a:xfrm>
        </p:grpSpPr>
        <p:sp>
          <p:nvSpPr>
            <p:cNvPr id="5" name="Oval 4">
              <a:extLst>
                <a:ext uri="{FF2B5EF4-FFF2-40B4-BE49-F238E27FC236}">
                  <a16:creationId xmlns:a16="http://schemas.microsoft.com/office/drawing/2014/main" id="{F6391EDC-7E12-F9B6-9E21-4E5041793CF9}"/>
                </a:ext>
              </a:extLst>
            </p:cNvPr>
            <p:cNvSpPr/>
            <p:nvPr/>
          </p:nvSpPr>
          <p:spPr>
            <a:xfrm>
              <a:off x="4662674" y="2522881"/>
              <a:ext cx="3655977" cy="3334460"/>
            </a:xfrm>
            <a:prstGeom prst="ellipse">
              <a:avLst/>
            </a:prstGeom>
            <a:gradFill rotWithShape="1">
              <a:gsLst>
                <a:gs pos="0">
                  <a:srgbClr val="70AD47">
                    <a:lumMod val="110000"/>
                    <a:satMod val="105000"/>
                    <a:tint val="67000"/>
                  </a:srgbClr>
                </a:gs>
                <a:gs pos="50000">
                  <a:srgbClr val="70AD47">
                    <a:lumMod val="20000"/>
                    <a:lumOff val="80000"/>
                  </a:srgbClr>
                </a:gs>
                <a:gs pos="100000">
                  <a:srgbClr val="70AD47">
                    <a:lumMod val="105000"/>
                    <a:satMod val="109000"/>
                    <a:tint val="81000"/>
                  </a:srgbClr>
                </a:gs>
              </a:gsLst>
              <a:lin ang="2700000" scaled="0"/>
            </a:gradFill>
            <a:ln w="6350" cap="flat" cmpd="sng" algn="ctr">
              <a:solidFill>
                <a:srgbClr val="70AD47"/>
              </a:solidFill>
              <a:prstDash val="solid"/>
              <a:miter lim="800000"/>
            </a:ln>
            <a:effectLst>
              <a:reflection stA="5000" endPos="65000" dist="50800" dir="5400000" sy="-100000" algn="bl" rotWithShape="0"/>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GB" sz="1200">
                  <a:effectLst/>
                  <a:latin typeface="Calibri" panose="020F0502020204030204" pitchFamily="34" charset="0"/>
                  <a:ea typeface="Calibri" panose="020F0502020204030204" pitchFamily="34" charset="0"/>
                  <a:cs typeface="Times New Roman" panose="02020603050405020304" pitchFamily="18" charset="0"/>
                </a:rPr>
                <a:t>TFL</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Bef>
                  <a:spcPts val="0"/>
                </a:spcBef>
                <a:spcAft>
                  <a:spcPts val="1000"/>
                </a:spcAft>
              </a:pPr>
              <a:r>
                <a:rPr lang="en-GB" sz="1200">
                  <a:effectLst/>
                  <a:latin typeface="Calibri" panose="020F0502020204030204" pitchFamily="34" charset="0"/>
                  <a:ea typeface="Calibri" panose="020F0502020204030204" pitchFamily="34" charset="0"/>
                  <a:cs typeface="Times New Roman" panose="02020603050405020304" pitchFamily="18" charset="0"/>
                </a:rPr>
                <a:t>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Oval 5">
              <a:extLst>
                <a:ext uri="{FF2B5EF4-FFF2-40B4-BE49-F238E27FC236}">
                  <a16:creationId xmlns:a16="http://schemas.microsoft.com/office/drawing/2014/main" id="{A3D81A5B-2B5B-B227-44CA-BEFE1FE4EF6C}"/>
                </a:ext>
              </a:extLst>
            </p:cNvPr>
            <p:cNvSpPr/>
            <p:nvPr/>
          </p:nvSpPr>
          <p:spPr>
            <a:xfrm>
              <a:off x="2718450" y="3602262"/>
              <a:ext cx="2733323" cy="2222782"/>
            </a:xfrm>
            <a:prstGeom prst="ellipse">
              <a:avLst/>
            </a:prstGeom>
            <a:gradFill flip="none" rotWithShape="1">
              <a:gsLst>
                <a:gs pos="0">
                  <a:srgbClr val="70AD47">
                    <a:lumMod val="110000"/>
                    <a:satMod val="105000"/>
                    <a:tint val="67000"/>
                  </a:srgbClr>
                </a:gs>
                <a:gs pos="50000">
                  <a:srgbClr val="70AD47">
                    <a:lumMod val="105000"/>
                    <a:satMod val="103000"/>
                    <a:tint val="73000"/>
                    <a:alpha val="0"/>
                  </a:srgbClr>
                </a:gs>
                <a:gs pos="100000">
                  <a:srgbClr val="70AD47">
                    <a:lumMod val="105000"/>
                    <a:satMod val="109000"/>
                    <a:tint val="81000"/>
                  </a:srgbClr>
                </a:gs>
              </a:gsLst>
              <a:lin ang="2700000" scaled="1"/>
              <a:tileRect/>
            </a:gradFill>
            <a:ln w="6350" cap="flat" cmpd="sng" algn="ctr">
              <a:solidFill>
                <a:srgbClr val="70AD47"/>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Bef>
                  <a:spcPts val="0"/>
                </a:spcBef>
                <a:spcAft>
                  <a:spcPts val="10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Transactional Leadership</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Oval 6">
              <a:extLst>
                <a:ext uri="{FF2B5EF4-FFF2-40B4-BE49-F238E27FC236}">
                  <a16:creationId xmlns:a16="http://schemas.microsoft.com/office/drawing/2014/main" id="{DDEB2C70-1D33-E70D-7446-E09E07D919DB}"/>
                </a:ext>
              </a:extLst>
            </p:cNvPr>
            <p:cNvSpPr/>
            <p:nvPr/>
          </p:nvSpPr>
          <p:spPr>
            <a:xfrm>
              <a:off x="1663463" y="3303899"/>
              <a:ext cx="1571841" cy="1074711"/>
            </a:xfrm>
            <a:prstGeom prst="ellipse">
              <a:avLst/>
            </a:prstGeom>
            <a:gradFill flip="none" rotWithShape="1">
              <a:gsLst>
                <a:gs pos="0">
                  <a:srgbClr val="70AD47">
                    <a:lumMod val="110000"/>
                    <a:satMod val="105000"/>
                    <a:tint val="67000"/>
                  </a:srgbClr>
                </a:gs>
                <a:gs pos="45000">
                  <a:srgbClr val="70AD47">
                    <a:lumMod val="105000"/>
                    <a:satMod val="103000"/>
                    <a:tint val="73000"/>
                    <a:alpha val="0"/>
                  </a:srgbClr>
                </a:gs>
                <a:gs pos="100000">
                  <a:srgbClr val="70AD47">
                    <a:lumMod val="105000"/>
                    <a:satMod val="109000"/>
                    <a:tint val="81000"/>
                  </a:srgbClr>
                </a:gs>
              </a:gsLst>
              <a:lin ang="13500000" scaled="1"/>
              <a:tileRect/>
            </a:gradFill>
            <a:ln w="6350" cap="flat" cmpd="sng" algn="ctr">
              <a:solidFill>
                <a:srgbClr val="70AD47"/>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Laissez faire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8" name="Oval 7">
            <a:extLst>
              <a:ext uri="{FF2B5EF4-FFF2-40B4-BE49-F238E27FC236}">
                <a16:creationId xmlns:a16="http://schemas.microsoft.com/office/drawing/2014/main" id="{D6D3D3B6-A643-829F-723B-5CB28C1E5887}"/>
              </a:ext>
            </a:extLst>
          </p:cNvPr>
          <p:cNvSpPr/>
          <p:nvPr/>
        </p:nvSpPr>
        <p:spPr>
          <a:xfrm>
            <a:off x="1834732" y="2101370"/>
            <a:ext cx="2204581" cy="1824444"/>
          </a:xfrm>
          <a:prstGeom prst="ellipse">
            <a:avLst/>
          </a:prstGeom>
          <a:gradFill rotWithShape="1">
            <a:gsLst>
              <a:gs pos="0">
                <a:srgbClr val="ED7D31">
                  <a:lumMod val="110000"/>
                  <a:satMod val="105000"/>
                  <a:tint val="67000"/>
                  <a:alpha val="0"/>
                </a:srgbClr>
              </a:gs>
              <a:gs pos="10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Instrumental Leadership</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Oval 8">
            <a:extLst>
              <a:ext uri="{FF2B5EF4-FFF2-40B4-BE49-F238E27FC236}">
                <a16:creationId xmlns:a16="http://schemas.microsoft.com/office/drawing/2014/main" id="{13BBD36D-84B4-25C3-2DF0-D545D212ABBE}"/>
              </a:ext>
            </a:extLst>
          </p:cNvPr>
          <p:cNvSpPr/>
          <p:nvPr/>
        </p:nvSpPr>
        <p:spPr>
          <a:xfrm>
            <a:off x="4821082" y="2354251"/>
            <a:ext cx="1941713" cy="1346777"/>
          </a:xfrm>
          <a:prstGeom prst="ellipse">
            <a:avLst/>
          </a:prstGeom>
          <a:gradFill rotWithShape="1">
            <a:gsLst>
              <a:gs pos="0">
                <a:srgbClr val="ED7D31">
                  <a:lumMod val="110000"/>
                  <a:satMod val="105000"/>
                  <a:tint val="67000"/>
                  <a:alpha val="0"/>
                </a:srgbClr>
              </a:gs>
              <a:gs pos="10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GB" sz="1200">
                <a:effectLst/>
                <a:latin typeface="Calibri" panose="020F0502020204030204" pitchFamily="34" charset="0"/>
                <a:ea typeface="Calibri" panose="020F0502020204030204" pitchFamily="34" charset="0"/>
                <a:cs typeface="Times New Roman" panose="02020603050405020304" pitchFamily="18" charset="0"/>
              </a:rPr>
              <a:t>Integrative Public Leadership</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Oval 9">
            <a:extLst>
              <a:ext uri="{FF2B5EF4-FFF2-40B4-BE49-F238E27FC236}">
                <a16:creationId xmlns:a16="http://schemas.microsoft.com/office/drawing/2014/main" id="{74765465-F051-38D7-5506-D49B5D8CF723}"/>
              </a:ext>
            </a:extLst>
          </p:cNvPr>
          <p:cNvSpPr/>
          <p:nvPr/>
        </p:nvSpPr>
        <p:spPr>
          <a:xfrm>
            <a:off x="5663581" y="2772113"/>
            <a:ext cx="1765593" cy="1614606"/>
          </a:xfrm>
          <a:prstGeom prst="ellipse">
            <a:avLst/>
          </a:prstGeom>
          <a:gradFill rotWithShape="1">
            <a:gsLst>
              <a:gs pos="0">
                <a:srgbClr val="ED7D31">
                  <a:lumMod val="110000"/>
                  <a:satMod val="105000"/>
                  <a:tint val="67000"/>
                  <a:alpha val="0"/>
                </a:srgbClr>
              </a:gs>
              <a:gs pos="95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GB" sz="1200">
                <a:effectLst/>
                <a:latin typeface="Calibri" panose="020F0502020204030204" pitchFamily="34" charset="0"/>
                <a:ea typeface="Calibri" panose="020F0502020204030204" pitchFamily="34" charset="0"/>
                <a:cs typeface="Times New Roman" panose="02020603050405020304" pitchFamily="18" charset="0"/>
              </a:rPr>
              <a:t>Servant Leadership</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Oval 10">
            <a:extLst>
              <a:ext uri="{FF2B5EF4-FFF2-40B4-BE49-F238E27FC236}">
                <a16:creationId xmlns:a16="http://schemas.microsoft.com/office/drawing/2014/main" id="{412ED6E3-2C1C-ADED-338A-2B272C37CC6D}"/>
              </a:ext>
            </a:extLst>
          </p:cNvPr>
          <p:cNvSpPr/>
          <p:nvPr/>
        </p:nvSpPr>
        <p:spPr>
          <a:xfrm>
            <a:off x="6204308" y="3438180"/>
            <a:ext cx="2023012" cy="1368548"/>
          </a:xfrm>
          <a:prstGeom prst="ellipse">
            <a:avLst/>
          </a:prstGeom>
          <a:gradFill rotWithShape="1">
            <a:gsLst>
              <a:gs pos="0">
                <a:srgbClr val="ED7D31">
                  <a:lumMod val="110000"/>
                  <a:satMod val="105000"/>
                  <a:tint val="67000"/>
                  <a:alpha val="0"/>
                </a:srgbClr>
              </a:gs>
              <a:gs pos="100000">
                <a:srgbClr val="ED7D31">
                  <a:lumMod val="105000"/>
                  <a:satMod val="103000"/>
                  <a:tint val="73000"/>
                </a:srgbClr>
              </a:gs>
              <a:gs pos="100000">
                <a:srgbClr val="ED7D31">
                  <a:lumMod val="105000"/>
                  <a:satMod val="109000"/>
                  <a:tint val="81000"/>
                </a:srgbClr>
              </a:gs>
            </a:gsLst>
            <a:lin ang="5400000" scaled="0"/>
          </a:gradFill>
          <a:ln w="6350" cap="flat" cmpd="sng" algn="ctr">
            <a:solidFill>
              <a:srgbClr val="ED7D31"/>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Empowering Leadership</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Oval 11">
            <a:extLst>
              <a:ext uri="{FF2B5EF4-FFF2-40B4-BE49-F238E27FC236}">
                <a16:creationId xmlns:a16="http://schemas.microsoft.com/office/drawing/2014/main" id="{AFA6A143-95B9-3640-21F3-4F0CF33DC731}"/>
              </a:ext>
            </a:extLst>
          </p:cNvPr>
          <p:cNvSpPr/>
          <p:nvPr/>
        </p:nvSpPr>
        <p:spPr>
          <a:xfrm>
            <a:off x="5113391" y="3951217"/>
            <a:ext cx="1776984" cy="1796211"/>
          </a:xfrm>
          <a:prstGeom prst="ellipse">
            <a:avLst/>
          </a:prstGeom>
          <a:gradFill rotWithShape="1">
            <a:gsLst>
              <a:gs pos="0">
                <a:sysClr val="windowText" lastClr="000000">
                  <a:lumMod val="110000"/>
                  <a:satMod val="105000"/>
                  <a:tint val="67000"/>
                  <a:alpha val="0"/>
                </a:sysClr>
              </a:gs>
              <a:gs pos="100000">
                <a:sysClr val="windowText" lastClr="000000">
                  <a:lumMod val="105000"/>
                  <a:satMod val="103000"/>
                  <a:tint val="73000"/>
                </a:sysClr>
              </a:gs>
              <a:gs pos="100000">
                <a:sysClr val="windowText" lastClr="000000">
                  <a:lumMod val="105000"/>
                  <a:satMod val="109000"/>
                  <a:tint val="81000"/>
                </a:sysClr>
              </a:gs>
            </a:gsLst>
            <a:lin ang="5400000" scaled="0"/>
          </a:gradFill>
          <a:ln w="635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Authentic Leadership</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Oval 12">
            <a:extLst>
              <a:ext uri="{FF2B5EF4-FFF2-40B4-BE49-F238E27FC236}">
                <a16:creationId xmlns:a16="http://schemas.microsoft.com/office/drawing/2014/main" id="{6C2A6614-E03F-00BD-98AB-6880CACBD30A}"/>
              </a:ext>
            </a:extLst>
          </p:cNvPr>
          <p:cNvSpPr/>
          <p:nvPr/>
        </p:nvSpPr>
        <p:spPr>
          <a:xfrm>
            <a:off x="4097808" y="3595658"/>
            <a:ext cx="1963619" cy="1260552"/>
          </a:xfrm>
          <a:prstGeom prst="ellipse">
            <a:avLst/>
          </a:prstGeom>
          <a:gradFill rotWithShape="1">
            <a:gsLst>
              <a:gs pos="0">
                <a:sysClr val="windowText" lastClr="000000">
                  <a:lumMod val="110000"/>
                  <a:satMod val="105000"/>
                  <a:tint val="67000"/>
                  <a:alpha val="0"/>
                </a:sysClr>
              </a:gs>
              <a:gs pos="100000">
                <a:sysClr val="windowText" lastClr="000000">
                  <a:lumMod val="105000"/>
                  <a:satMod val="103000"/>
                  <a:tint val="73000"/>
                </a:sysClr>
              </a:gs>
              <a:gs pos="100000">
                <a:sysClr val="windowText" lastClr="000000">
                  <a:lumMod val="105000"/>
                  <a:satMod val="109000"/>
                  <a:tint val="81000"/>
                </a:sysClr>
              </a:gs>
            </a:gsLst>
            <a:lin ang="5400000" scaled="0"/>
          </a:gradFill>
          <a:ln w="635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GB" sz="1200">
                <a:effectLst/>
                <a:latin typeface="Calibri" panose="020F0502020204030204" pitchFamily="34" charset="0"/>
                <a:ea typeface="Calibri" panose="020F0502020204030204" pitchFamily="34" charset="0"/>
                <a:cs typeface="Times New Roman" panose="02020603050405020304" pitchFamily="18" charset="0"/>
              </a:rPr>
              <a:t>Spiritual Leadership</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Oval 13">
            <a:extLst>
              <a:ext uri="{FF2B5EF4-FFF2-40B4-BE49-F238E27FC236}">
                <a16:creationId xmlns:a16="http://schemas.microsoft.com/office/drawing/2014/main" id="{AA161304-53D7-13E0-9ADC-998ACB31FFC5}"/>
              </a:ext>
            </a:extLst>
          </p:cNvPr>
          <p:cNvSpPr/>
          <p:nvPr/>
        </p:nvSpPr>
        <p:spPr>
          <a:xfrm>
            <a:off x="4183544" y="4568805"/>
            <a:ext cx="1919893" cy="1471513"/>
          </a:xfrm>
          <a:prstGeom prst="ellipse">
            <a:avLst/>
          </a:prstGeom>
          <a:gradFill rotWithShape="1">
            <a:gsLst>
              <a:gs pos="0">
                <a:sysClr val="windowText" lastClr="000000">
                  <a:lumMod val="110000"/>
                  <a:satMod val="105000"/>
                  <a:tint val="67000"/>
                  <a:alpha val="0"/>
                </a:sysClr>
              </a:gs>
              <a:gs pos="100000">
                <a:sysClr val="windowText" lastClr="000000">
                  <a:lumMod val="105000"/>
                  <a:satMod val="103000"/>
                  <a:tint val="73000"/>
                </a:sysClr>
              </a:gs>
              <a:gs pos="100000">
                <a:sysClr val="windowText" lastClr="000000">
                  <a:lumMod val="105000"/>
                  <a:satMod val="109000"/>
                  <a:tint val="81000"/>
                </a:sysClr>
              </a:gs>
            </a:gsLst>
            <a:lin ang="5400000" scaled="0"/>
          </a:gradFill>
          <a:ln w="635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Ethical </a:t>
            </a:r>
            <a:br>
              <a:rPr lang="en-GB" sz="1200" dirty="0">
                <a:effectLst/>
                <a:latin typeface="Calibri" panose="020F0502020204030204" pitchFamily="34" charset="0"/>
                <a:ea typeface="Calibri" panose="020F0502020204030204" pitchFamily="34" charset="0"/>
                <a:cs typeface="Times New Roman" panose="02020603050405020304" pitchFamily="18" charset="0"/>
              </a:rPr>
            </a:br>
            <a:r>
              <a:rPr lang="en-GB" sz="1200" dirty="0">
                <a:effectLst/>
                <a:latin typeface="Calibri" panose="020F0502020204030204" pitchFamily="34" charset="0"/>
                <a:ea typeface="Calibri" panose="020F0502020204030204" pitchFamily="34" charset="0"/>
                <a:cs typeface="Times New Roman" panose="02020603050405020304" pitchFamily="18" charset="0"/>
              </a:rPr>
              <a:t>Leadership</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Oval 14">
            <a:extLst>
              <a:ext uri="{FF2B5EF4-FFF2-40B4-BE49-F238E27FC236}">
                <a16:creationId xmlns:a16="http://schemas.microsoft.com/office/drawing/2014/main" id="{E909B4BF-FCC4-F994-5DA9-2EED553FA427}"/>
              </a:ext>
            </a:extLst>
          </p:cNvPr>
          <p:cNvSpPr/>
          <p:nvPr/>
        </p:nvSpPr>
        <p:spPr>
          <a:xfrm>
            <a:off x="6214695" y="2422179"/>
            <a:ext cx="1833209" cy="1348911"/>
          </a:xfrm>
          <a:prstGeom prst="ellipse">
            <a:avLst/>
          </a:prstGeom>
          <a:gradFill rotWithShape="1">
            <a:gsLst>
              <a:gs pos="0">
                <a:sysClr val="windowText" lastClr="000000">
                  <a:lumMod val="110000"/>
                  <a:satMod val="105000"/>
                  <a:tint val="67000"/>
                  <a:alpha val="0"/>
                </a:sysClr>
              </a:gs>
              <a:gs pos="90000">
                <a:sysClr val="windowText" lastClr="000000">
                  <a:lumMod val="105000"/>
                  <a:satMod val="103000"/>
                  <a:tint val="73000"/>
                </a:sysClr>
              </a:gs>
              <a:gs pos="100000">
                <a:sysClr val="windowText" lastClr="000000">
                  <a:lumMod val="105000"/>
                  <a:satMod val="109000"/>
                  <a:tint val="81000"/>
                </a:sysClr>
              </a:gs>
            </a:gsLst>
            <a:lin ang="5400000" scaled="0"/>
          </a:gradFill>
          <a:ln w="635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Shared Leadership</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Oval 15">
            <a:extLst>
              <a:ext uri="{FF2B5EF4-FFF2-40B4-BE49-F238E27FC236}">
                <a16:creationId xmlns:a16="http://schemas.microsoft.com/office/drawing/2014/main" id="{F6CA7383-FBA5-F0CA-DCA1-F76052C1F291}"/>
              </a:ext>
            </a:extLst>
          </p:cNvPr>
          <p:cNvSpPr/>
          <p:nvPr/>
        </p:nvSpPr>
        <p:spPr>
          <a:xfrm>
            <a:off x="3358692" y="2537976"/>
            <a:ext cx="1952230" cy="1404005"/>
          </a:xfrm>
          <a:prstGeom prst="ellipse">
            <a:avLst/>
          </a:prstGeom>
          <a:gradFill rotWithShape="1">
            <a:gsLst>
              <a:gs pos="0">
                <a:sysClr val="windowText" lastClr="000000">
                  <a:lumMod val="110000"/>
                  <a:satMod val="105000"/>
                  <a:tint val="67000"/>
                  <a:alpha val="0"/>
                </a:sysClr>
              </a:gs>
              <a:gs pos="100000">
                <a:sysClr val="windowText" lastClr="000000">
                  <a:lumMod val="105000"/>
                  <a:satMod val="103000"/>
                  <a:tint val="73000"/>
                </a:sysClr>
              </a:gs>
              <a:gs pos="100000">
                <a:sysClr val="windowText" lastClr="000000">
                  <a:lumMod val="105000"/>
                  <a:satMod val="109000"/>
                  <a:tint val="81000"/>
                </a:sysClr>
              </a:gs>
            </a:gsLst>
            <a:lin ang="5400000" scaled="0"/>
          </a:gradFill>
          <a:ln w="635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0"/>
              </a:spcAft>
            </a:pPr>
            <a:r>
              <a:rPr lang="en-GB" sz="1200">
                <a:effectLst/>
                <a:latin typeface="Calibri" panose="020F0502020204030204" pitchFamily="34" charset="0"/>
                <a:ea typeface="Calibri" panose="020F0502020204030204" pitchFamily="34" charset="0"/>
                <a:cs typeface="Times New Roman" panose="02020603050405020304" pitchFamily="18" charset="0"/>
              </a:rPr>
              <a:t>Charismatic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gn="ctr">
              <a:lnSpc>
                <a:spcPct val="115000"/>
              </a:lnSpc>
              <a:spcBef>
                <a:spcPts val="0"/>
              </a:spcBef>
              <a:spcAft>
                <a:spcPts val="0"/>
              </a:spcAft>
            </a:pPr>
            <a:r>
              <a:rPr lang="en-GB" sz="1200">
                <a:effectLst/>
                <a:latin typeface="Calibri" panose="020F0502020204030204" pitchFamily="34" charset="0"/>
                <a:ea typeface="Calibri" panose="020F0502020204030204" pitchFamily="34" charset="0"/>
                <a:cs typeface="Times New Roman" panose="02020603050405020304" pitchFamily="18" charset="0"/>
              </a:rPr>
              <a:t>Leadership</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Oval 16">
            <a:extLst>
              <a:ext uri="{FF2B5EF4-FFF2-40B4-BE49-F238E27FC236}">
                <a16:creationId xmlns:a16="http://schemas.microsoft.com/office/drawing/2014/main" id="{3924CB92-D687-8A67-8A87-B3EF1DC5345F}"/>
              </a:ext>
            </a:extLst>
          </p:cNvPr>
          <p:cNvSpPr/>
          <p:nvPr/>
        </p:nvSpPr>
        <p:spPr>
          <a:xfrm>
            <a:off x="3228477" y="1784738"/>
            <a:ext cx="2161455" cy="1289880"/>
          </a:xfrm>
          <a:prstGeom prst="ellipse">
            <a:avLst/>
          </a:prstGeom>
          <a:gradFill rotWithShape="1">
            <a:gsLst>
              <a:gs pos="0">
                <a:sysClr val="windowText" lastClr="000000">
                  <a:lumMod val="110000"/>
                  <a:satMod val="105000"/>
                  <a:tint val="67000"/>
                  <a:alpha val="0"/>
                </a:sysClr>
              </a:gs>
              <a:gs pos="97000">
                <a:sysClr val="windowText" lastClr="000000">
                  <a:lumMod val="105000"/>
                  <a:satMod val="103000"/>
                  <a:tint val="73000"/>
                </a:sysClr>
              </a:gs>
              <a:gs pos="100000">
                <a:sysClr val="windowText" lastClr="000000">
                  <a:lumMod val="105000"/>
                  <a:satMod val="109000"/>
                  <a:tint val="81000"/>
                </a:sysClr>
              </a:gs>
            </a:gsLst>
            <a:lin ang="5400000" scaled="0"/>
          </a:gradFill>
          <a:ln w="635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Ideological Leadership</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Oval 17">
            <a:extLst>
              <a:ext uri="{FF2B5EF4-FFF2-40B4-BE49-F238E27FC236}">
                <a16:creationId xmlns:a16="http://schemas.microsoft.com/office/drawing/2014/main" id="{865F1664-C39C-E63B-3904-C652A169E217}"/>
              </a:ext>
            </a:extLst>
          </p:cNvPr>
          <p:cNvSpPr/>
          <p:nvPr/>
        </p:nvSpPr>
        <p:spPr>
          <a:xfrm>
            <a:off x="2464452" y="2701243"/>
            <a:ext cx="1930322" cy="1700066"/>
          </a:xfrm>
          <a:prstGeom prst="ellipse">
            <a:avLst/>
          </a:prstGeom>
          <a:gradFill rotWithShape="1">
            <a:gsLst>
              <a:gs pos="0">
                <a:sysClr val="windowText" lastClr="000000">
                  <a:lumMod val="110000"/>
                  <a:satMod val="105000"/>
                  <a:tint val="67000"/>
                  <a:alpha val="0"/>
                </a:sysClr>
              </a:gs>
              <a:gs pos="50000">
                <a:sysClr val="windowText" lastClr="000000">
                  <a:lumMod val="105000"/>
                  <a:satMod val="103000"/>
                  <a:tint val="73000"/>
                </a:sysClr>
              </a:gs>
              <a:gs pos="100000">
                <a:sysClr val="windowText" lastClr="000000">
                  <a:lumMod val="105000"/>
                  <a:satMod val="109000"/>
                  <a:tint val="81000"/>
                </a:sysClr>
              </a:gs>
            </a:gsLst>
            <a:lin ang="5400000" scaled="0"/>
          </a:gradFill>
          <a:ln w="6350" cap="flat" cmpd="sng" algn="ctr">
            <a:solidFill>
              <a:sysClr val="windowText" lastClr="00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15000"/>
              </a:lnSpc>
              <a:spcBef>
                <a:spcPts val="0"/>
              </a:spcBef>
              <a:spcAft>
                <a:spcPts val="10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Pragmatic Leadership</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TextBox 19">
            <a:extLst>
              <a:ext uri="{FF2B5EF4-FFF2-40B4-BE49-F238E27FC236}">
                <a16:creationId xmlns:a16="http://schemas.microsoft.com/office/drawing/2014/main" id="{DC41E106-D82A-B87A-4AB9-D6EF372CEEE1}"/>
              </a:ext>
            </a:extLst>
          </p:cNvPr>
          <p:cNvSpPr txBox="1"/>
          <p:nvPr/>
        </p:nvSpPr>
        <p:spPr>
          <a:xfrm>
            <a:off x="9088662" y="6325450"/>
            <a:ext cx="2692791" cy="369332"/>
          </a:xfrm>
          <a:prstGeom prst="rect">
            <a:avLst/>
          </a:prstGeom>
          <a:noFill/>
        </p:spPr>
        <p:txBody>
          <a:bodyPr wrap="square">
            <a:spAutoFit/>
          </a:bodyPr>
          <a:lstStyle/>
          <a:p>
            <a:r>
              <a:rPr lang="en-GB" dirty="0"/>
              <a:t>Meuser et al. (2016)</a:t>
            </a:r>
          </a:p>
        </p:txBody>
      </p:sp>
      <p:sp>
        <p:nvSpPr>
          <p:cNvPr id="22" name="TextBox 21">
            <a:extLst>
              <a:ext uri="{FF2B5EF4-FFF2-40B4-BE49-F238E27FC236}">
                <a16:creationId xmlns:a16="http://schemas.microsoft.com/office/drawing/2014/main" id="{2A46E1E6-BC9C-A68D-FEB5-5E579A33AF45}"/>
              </a:ext>
            </a:extLst>
          </p:cNvPr>
          <p:cNvSpPr txBox="1"/>
          <p:nvPr/>
        </p:nvSpPr>
        <p:spPr>
          <a:xfrm>
            <a:off x="8998748" y="2616928"/>
            <a:ext cx="2639636" cy="2308324"/>
          </a:xfrm>
          <a:prstGeom prst="rect">
            <a:avLst/>
          </a:prstGeom>
          <a:noFill/>
        </p:spPr>
        <p:txBody>
          <a:bodyPr wrap="square">
            <a:spAutoFit/>
          </a:bodyPr>
          <a:lstStyle/>
          <a:p>
            <a:r>
              <a:rPr lang="en-GB" dirty="0"/>
              <a:t>The Big Six: </a:t>
            </a:r>
          </a:p>
          <a:p>
            <a:pPr marL="285750" indent="-285750">
              <a:buFont typeface="Arial" panose="020B0604020202020204" pitchFamily="34" charset="0"/>
              <a:buChar char="•"/>
            </a:pPr>
            <a:r>
              <a:rPr lang="en-GB" dirty="0"/>
              <a:t>Transformational</a:t>
            </a:r>
          </a:p>
          <a:p>
            <a:pPr marL="285750" indent="-285750">
              <a:buFont typeface="Arial" panose="020B0604020202020204" pitchFamily="34" charset="0"/>
              <a:buChar char="•"/>
            </a:pPr>
            <a:r>
              <a:rPr lang="en-GB" dirty="0"/>
              <a:t>Charismatic</a:t>
            </a:r>
          </a:p>
          <a:p>
            <a:pPr marL="285750" indent="-285750">
              <a:buFont typeface="Arial" panose="020B0604020202020204" pitchFamily="34" charset="0"/>
              <a:buChar char="•"/>
            </a:pPr>
            <a:r>
              <a:rPr lang="en-GB" dirty="0"/>
              <a:t>Strategic</a:t>
            </a:r>
          </a:p>
          <a:p>
            <a:pPr marL="285750" indent="-285750">
              <a:buFont typeface="Arial" panose="020B0604020202020204" pitchFamily="34" charset="0"/>
              <a:buChar char="•"/>
            </a:pPr>
            <a:r>
              <a:rPr lang="en-GB" dirty="0"/>
              <a:t>Leadership and Diversity,</a:t>
            </a:r>
          </a:p>
          <a:p>
            <a:pPr marL="285750" indent="-285750">
              <a:buFont typeface="Arial" panose="020B0604020202020204" pitchFamily="34" charset="0"/>
              <a:buChar char="•"/>
            </a:pPr>
            <a:r>
              <a:rPr lang="en-GB" dirty="0"/>
              <a:t>Participative/Shared</a:t>
            </a:r>
          </a:p>
          <a:p>
            <a:pPr marL="285750" indent="-285750">
              <a:buFont typeface="Arial" panose="020B0604020202020204" pitchFamily="34" charset="0"/>
              <a:buChar char="•"/>
            </a:pPr>
            <a:r>
              <a:rPr lang="en-GB" dirty="0"/>
              <a:t>Trait approaches.</a:t>
            </a:r>
          </a:p>
        </p:txBody>
      </p:sp>
    </p:spTree>
    <p:extLst>
      <p:ext uri="{BB962C8B-B14F-4D97-AF65-F5344CB8AC3E}">
        <p14:creationId xmlns:p14="http://schemas.microsoft.com/office/powerpoint/2010/main" val="30271070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E3B1A-0FD1-F946-BF24-F2CFDE65D046}"/>
              </a:ext>
            </a:extLst>
          </p:cNvPr>
          <p:cNvSpPr>
            <a:spLocks noGrp="1"/>
          </p:cNvSpPr>
          <p:nvPr>
            <p:ph type="title"/>
          </p:nvPr>
        </p:nvSpPr>
        <p:spPr>
          <a:xfrm>
            <a:off x="815546" y="365126"/>
            <a:ext cx="10538254" cy="934354"/>
          </a:xfrm>
        </p:spPr>
        <p:txBody>
          <a:bodyPr/>
          <a:lstStyle/>
          <a:p>
            <a:r>
              <a:rPr lang="en-GB" dirty="0"/>
              <a:t>Classic leadership theories</a:t>
            </a:r>
          </a:p>
        </p:txBody>
      </p:sp>
      <p:sp>
        <p:nvSpPr>
          <p:cNvPr id="4" name="Rectangle 3">
            <a:extLst>
              <a:ext uri="{FF2B5EF4-FFF2-40B4-BE49-F238E27FC236}">
                <a16:creationId xmlns:a16="http://schemas.microsoft.com/office/drawing/2014/main" id="{39C6149E-B204-A9B4-4CEC-63E170C476B9}"/>
              </a:ext>
            </a:extLst>
          </p:cNvPr>
          <p:cNvSpPr/>
          <p:nvPr/>
        </p:nvSpPr>
        <p:spPr>
          <a:xfrm>
            <a:off x="451219" y="2284499"/>
            <a:ext cx="2552575" cy="7206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Trait approaches</a:t>
            </a:r>
          </a:p>
        </p:txBody>
      </p:sp>
      <p:sp>
        <p:nvSpPr>
          <p:cNvPr id="5" name="Rectangle 4">
            <a:extLst>
              <a:ext uri="{FF2B5EF4-FFF2-40B4-BE49-F238E27FC236}">
                <a16:creationId xmlns:a16="http://schemas.microsoft.com/office/drawing/2014/main" id="{A6DC288E-60C8-999F-FAA5-C5C04809DFA5}"/>
              </a:ext>
            </a:extLst>
          </p:cNvPr>
          <p:cNvSpPr/>
          <p:nvPr/>
        </p:nvSpPr>
        <p:spPr>
          <a:xfrm>
            <a:off x="9004004" y="2290850"/>
            <a:ext cx="2786396" cy="7206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t>Behavioural</a:t>
            </a:r>
            <a:r>
              <a:rPr lang="en-US" b="1" dirty="0"/>
              <a:t> approaches</a:t>
            </a:r>
          </a:p>
        </p:txBody>
      </p:sp>
      <p:sp>
        <p:nvSpPr>
          <p:cNvPr id="6" name="Rectangle 5">
            <a:extLst>
              <a:ext uri="{FF2B5EF4-FFF2-40B4-BE49-F238E27FC236}">
                <a16:creationId xmlns:a16="http://schemas.microsoft.com/office/drawing/2014/main" id="{B2DE6270-5CA1-C8DC-7C00-99F1F5D5D763}"/>
              </a:ext>
            </a:extLst>
          </p:cNvPr>
          <p:cNvSpPr/>
          <p:nvPr/>
        </p:nvSpPr>
        <p:spPr>
          <a:xfrm>
            <a:off x="4346944" y="2284499"/>
            <a:ext cx="3597919" cy="7206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Skill approaches</a:t>
            </a:r>
          </a:p>
        </p:txBody>
      </p:sp>
      <p:cxnSp>
        <p:nvCxnSpPr>
          <p:cNvPr id="7" name="Connector: Elbow 6">
            <a:extLst>
              <a:ext uri="{FF2B5EF4-FFF2-40B4-BE49-F238E27FC236}">
                <a16:creationId xmlns:a16="http://schemas.microsoft.com/office/drawing/2014/main" id="{538B4A39-D7AE-87CB-7939-998042FB2708}"/>
              </a:ext>
            </a:extLst>
          </p:cNvPr>
          <p:cNvCxnSpPr>
            <a:cxnSpLocks/>
            <a:stCxn id="4" idx="0"/>
            <a:endCxn id="5" idx="0"/>
          </p:cNvCxnSpPr>
          <p:nvPr/>
        </p:nvCxnSpPr>
        <p:spPr>
          <a:xfrm rot="16200000" flipH="1">
            <a:off x="6059178" y="-2047173"/>
            <a:ext cx="6351" cy="8669695"/>
          </a:xfrm>
          <a:prstGeom prst="bentConnector3">
            <a:avLst>
              <a:gd name="adj1" fmla="val -359943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FEABB6D-4FF9-3093-3801-828C22508C2C}"/>
              </a:ext>
            </a:extLst>
          </p:cNvPr>
          <p:cNvCxnSpPr>
            <a:cxnSpLocks/>
            <a:stCxn id="4" idx="3"/>
            <a:endCxn id="6" idx="1"/>
          </p:cNvCxnSpPr>
          <p:nvPr/>
        </p:nvCxnSpPr>
        <p:spPr>
          <a:xfrm>
            <a:off x="3003794" y="2644815"/>
            <a:ext cx="13431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0752FCD-E01D-8801-693E-FD3C91B2A9ED}"/>
              </a:ext>
            </a:extLst>
          </p:cNvPr>
          <p:cNvCxnSpPr>
            <a:cxnSpLocks/>
            <a:stCxn id="6" idx="3"/>
            <a:endCxn id="5" idx="1"/>
          </p:cNvCxnSpPr>
          <p:nvPr/>
        </p:nvCxnSpPr>
        <p:spPr>
          <a:xfrm>
            <a:off x="7944863" y="2644815"/>
            <a:ext cx="1059141" cy="63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AD9FE0C0-D7C1-BA61-073C-1490AC68F371}"/>
              </a:ext>
            </a:extLst>
          </p:cNvPr>
          <p:cNvSpPr/>
          <p:nvPr/>
        </p:nvSpPr>
        <p:spPr>
          <a:xfrm>
            <a:off x="9120962" y="2942224"/>
            <a:ext cx="2552479" cy="281701"/>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err="1"/>
              <a:t>Behaviours</a:t>
            </a:r>
            <a:endParaRPr lang="en-US" sz="1400" b="1" dirty="0"/>
          </a:p>
        </p:txBody>
      </p:sp>
      <p:sp>
        <p:nvSpPr>
          <p:cNvPr id="11" name="Rectangle 10">
            <a:extLst>
              <a:ext uri="{FF2B5EF4-FFF2-40B4-BE49-F238E27FC236}">
                <a16:creationId xmlns:a16="http://schemas.microsoft.com/office/drawing/2014/main" id="{7BAB33E0-6048-B6F0-737D-C53B6992B2DC}"/>
              </a:ext>
            </a:extLst>
          </p:cNvPr>
          <p:cNvSpPr/>
          <p:nvPr/>
        </p:nvSpPr>
        <p:spPr>
          <a:xfrm>
            <a:off x="4902304" y="2964431"/>
            <a:ext cx="2875508" cy="306170"/>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t>Knowledge,  skills &amp; abilities</a:t>
            </a:r>
          </a:p>
        </p:txBody>
      </p:sp>
      <p:sp>
        <p:nvSpPr>
          <p:cNvPr id="12" name="Rectangle 11">
            <a:extLst>
              <a:ext uri="{FF2B5EF4-FFF2-40B4-BE49-F238E27FC236}">
                <a16:creationId xmlns:a16="http://schemas.microsoft.com/office/drawing/2014/main" id="{726CB201-8320-3DAD-661B-0983F7F205E4}"/>
              </a:ext>
            </a:extLst>
          </p:cNvPr>
          <p:cNvSpPr/>
          <p:nvPr/>
        </p:nvSpPr>
        <p:spPr>
          <a:xfrm>
            <a:off x="525424" y="2976005"/>
            <a:ext cx="756114" cy="318873"/>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t>Traits</a:t>
            </a:r>
          </a:p>
        </p:txBody>
      </p:sp>
      <p:sp>
        <p:nvSpPr>
          <p:cNvPr id="13" name="Rectangle 12">
            <a:extLst>
              <a:ext uri="{FF2B5EF4-FFF2-40B4-BE49-F238E27FC236}">
                <a16:creationId xmlns:a16="http://schemas.microsoft.com/office/drawing/2014/main" id="{EA5847A1-5CD4-95CF-A6E9-DD1B4F1F684C}"/>
              </a:ext>
            </a:extLst>
          </p:cNvPr>
          <p:cNvSpPr/>
          <p:nvPr/>
        </p:nvSpPr>
        <p:spPr>
          <a:xfrm>
            <a:off x="3120752" y="2943527"/>
            <a:ext cx="1091294" cy="318873"/>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t>Cognition</a:t>
            </a:r>
          </a:p>
        </p:txBody>
      </p:sp>
      <p:sp>
        <p:nvSpPr>
          <p:cNvPr id="14" name="Rectangle 13">
            <a:extLst>
              <a:ext uri="{FF2B5EF4-FFF2-40B4-BE49-F238E27FC236}">
                <a16:creationId xmlns:a16="http://schemas.microsoft.com/office/drawing/2014/main" id="{DA81158E-4709-7D1A-38F4-A2B772FB3488}"/>
              </a:ext>
            </a:extLst>
          </p:cNvPr>
          <p:cNvSpPr/>
          <p:nvPr/>
        </p:nvSpPr>
        <p:spPr>
          <a:xfrm>
            <a:off x="3120752" y="3385349"/>
            <a:ext cx="1091294" cy="318873"/>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t>Emotions</a:t>
            </a:r>
          </a:p>
        </p:txBody>
      </p:sp>
      <p:sp>
        <p:nvSpPr>
          <p:cNvPr id="15" name="Rectangle 14">
            <a:extLst>
              <a:ext uri="{FF2B5EF4-FFF2-40B4-BE49-F238E27FC236}">
                <a16:creationId xmlns:a16="http://schemas.microsoft.com/office/drawing/2014/main" id="{535C87A1-CBE9-B37C-7586-3F4A9EC41F95}"/>
              </a:ext>
            </a:extLst>
          </p:cNvPr>
          <p:cNvSpPr/>
          <p:nvPr/>
        </p:nvSpPr>
        <p:spPr>
          <a:xfrm>
            <a:off x="189614" y="1476715"/>
            <a:ext cx="11812772" cy="3515379"/>
          </a:xfrm>
          <a:prstGeom prst="rect">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GB" sz="2400" b="1" dirty="0">
              <a:latin typeface="+mj-lt"/>
            </a:endParaRPr>
          </a:p>
        </p:txBody>
      </p:sp>
      <p:sp>
        <p:nvSpPr>
          <p:cNvPr id="16" name="Rectangle 15">
            <a:extLst>
              <a:ext uri="{FF2B5EF4-FFF2-40B4-BE49-F238E27FC236}">
                <a16:creationId xmlns:a16="http://schemas.microsoft.com/office/drawing/2014/main" id="{BDA42FEB-D78B-F61D-FD1A-7F9D85383F88}"/>
              </a:ext>
            </a:extLst>
          </p:cNvPr>
          <p:cNvSpPr/>
          <p:nvPr/>
        </p:nvSpPr>
        <p:spPr>
          <a:xfrm>
            <a:off x="1120790" y="5298265"/>
            <a:ext cx="10097128" cy="306170"/>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b="1" dirty="0"/>
              <a:t>Context / followers </a:t>
            </a:r>
          </a:p>
        </p:txBody>
      </p:sp>
      <p:sp>
        <p:nvSpPr>
          <p:cNvPr id="17" name="Rectangle 16">
            <a:extLst>
              <a:ext uri="{FF2B5EF4-FFF2-40B4-BE49-F238E27FC236}">
                <a16:creationId xmlns:a16="http://schemas.microsoft.com/office/drawing/2014/main" id="{F54E4ED0-F779-D584-EE41-C6044ED6CEAD}"/>
              </a:ext>
            </a:extLst>
          </p:cNvPr>
          <p:cNvSpPr/>
          <p:nvPr/>
        </p:nvSpPr>
        <p:spPr>
          <a:xfrm>
            <a:off x="451218" y="4577633"/>
            <a:ext cx="11339181" cy="7206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Contingent/situational/relational approaches</a:t>
            </a:r>
          </a:p>
        </p:txBody>
      </p:sp>
      <p:sp>
        <p:nvSpPr>
          <p:cNvPr id="18" name="Plus Sign 17">
            <a:extLst>
              <a:ext uri="{FF2B5EF4-FFF2-40B4-BE49-F238E27FC236}">
                <a16:creationId xmlns:a16="http://schemas.microsoft.com/office/drawing/2014/main" id="{FFA3479A-4AA4-156E-FB72-10F679583DCE}"/>
              </a:ext>
            </a:extLst>
          </p:cNvPr>
          <p:cNvSpPr/>
          <p:nvPr/>
        </p:nvSpPr>
        <p:spPr>
          <a:xfrm>
            <a:off x="5886402" y="3691202"/>
            <a:ext cx="907312" cy="720632"/>
          </a:xfrm>
          <a:prstGeom prst="mathPlus">
            <a:avLst/>
          </a:prstGeom>
          <a:gradFill flip="none" rotWithShape="1">
            <a:gsLst>
              <a:gs pos="70000">
                <a:srgbClr val="00487E">
                  <a:lumMod val="85000"/>
                  <a:lumOff val="15000"/>
                </a:srgbClr>
              </a:gs>
              <a:gs pos="17000">
                <a:schemeClr val="accent1"/>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Tree>
    <p:extLst>
      <p:ext uri="{BB962C8B-B14F-4D97-AF65-F5344CB8AC3E}">
        <p14:creationId xmlns:p14="http://schemas.microsoft.com/office/powerpoint/2010/main" val="38341678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CB2F7-275E-A1E0-84BA-A7CD8441CB1A}"/>
              </a:ext>
            </a:extLst>
          </p:cNvPr>
          <p:cNvSpPr>
            <a:spLocks noGrp="1"/>
          </p:cNvSpPr>
          <p:nvPr>
            <p:ph type="title"/>
          </p:nvPr>
        </p:nvSpPr>
        <p:spPr/>
        <p:txBody>
          <a:bodyPr/>
          <a:lstStyle/>
          <a:p>
            <a:r>
              <a:rPr lang="en-GB" dirty="0"/>
              <a:t>What is it missing in this theoretical mess?</a:t>
            </a:r>
          </a:p>
        </p:txBody>
      </p:sp>
      <p:sp>
        <p:nvSpPr>
          <p:cNvPr id="4" name="Rectangle 3">
            <a:extLst>
              <a:ext uri="{FF2B5EF4-FFF2-40B4-BE49-F238E27FC236}">
                <a16:creationId xmlns:a16="http://schemas.microsoft.com/office/drawing/2014/main" id="{33838D3E-3EA1-6D0A-BB0F-1DBBAE19C90F}"/>
              </a:ext>
            </a:extLst>
          </p:cNvPr>
          <p:cNvSpPr txBox="1">
            <a:spLocks noChangeArrowheads="1"/>
          </p:cNvSpPr>
          <p:nvPr/>
        </p:nvSpPr>
        <p:spPr>
          <a:xfrm>
            <a:off x="1023730" y="1503983"/>
            <a:ext cx="9929191" cy="2015394"/>
          </a:xfrm>
          <a:prstGeom prst="rect">
            <a:avLst/>
          </a:prstGeom>
          <a:no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Aft>
                <a:spcPct val="20000"/>
              </a:spcAft>
            </a:pPr>
            <a:r>
              <a:rPr lang="en-GB" altLang="en-US" sz="2400">
                <a:latin typeface="+mj-lt"/>
              </a:rPr>
              <a:t>Do we need leadership all the time? why? </a:t>
            </a:r>
          </a:p>
          <a:p>
            <a:pPr algn="just">
              <a:lnSpc>
                <a:spcPct val="100000"/>
              </a:lnSpc>
              <a:spcAft>
                <a:spcPct val="20000"/>
              </a:spcAft>
            </a:pPr>
            <a:r>
              <a:rPr lang="en-GB" altLang="en-US" sz="2400">
                <a:latin typeface="+mj-lt"/>
              </a:rPr>
              <a:t>Contingent/situational approaches talk about “when”, but from the perspective of when one leadership style is more effective than other.</a:t>
            </a:r>
          </a:p>
          <a:p>
            <a:pPr algn="just">
              <a:lnSpc>
                <a:spcPct val="100000"/>
              </a:lnSpc>
              <a:spcAft>
                <a:spcPct val="20000"/>
              </a:spcAft>
            </a:pPr>
            <a:r>
              <a:rPr lang="en-GB" altLang="en-US" sz="2400">
                <a:latin typeface="+mj-lt"/>
              </a:rPr>
              <a:t>We will consider “when” from the perspective of the task at hand.</a:t>
            </a:r>
            <a:endParaRPr lang="en-GB" altLang="en-US" sz="2400" dirty="0">
              <a:latin typeface="+mj-lt"/>
            </a:endParaRPr>
          </a:p>
        </p:txBody>
      </p:sp>
      <p:pic>
        <p:nvPicPr>
          <p:cNvPr id="5" name="Picture 2" descr="Free When Text on a Pink Surface Stock Photo">
            <a:extLst>
              <a:ext uri="{FF2B5EF4-FFF2-40B4-BE49-F238E27FC236}">
                <a16:creationId xmlns:a16="http://schemas.microsoft.com/office/drawing/2014/main" id="{50A62AD0-6A26-4B7C-4E4D-612858C205E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101"/>
          <a:stretch/>
        </p:blipFill>
        <p:spPr bwMode="auto">
          <a:xfrm>
            <a:off x="3444948" y="3930317"/>
            <a:ext cx="4922875" cy="2720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6920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03B7C-BDB3-70BE-1B94-1539FA227BD3}"/>
              </a:ext>
            </a:extLst>
          </p:cNvPr>
          <p:cNvSpPr>
            <a:spLocks noGrp="1"/>
          </p:cNvSpPr>
          <p:nvPr>
            <p:ph type="title"/>
          </p:nvPr>
        </p:nvSpPr>
        <p:spPr/>
        <p:txBody>
          <a:bodyPr/>
          <a:lstStyle/>
          <a:p>
            <a:r>
              <a:rPr lang="en-GB" dirty="0"/>
              <a:t>The “when” matters</a:t>
            </a:r>
          </a:p>
        </p:txBody>
      </p:sp>
      <p:sp>
        <p:nvSpPr>
          <p:cNvPr id="4" name="Rectangle 3">
            <a:extLst>
              <a:ext uri="{FF2B5EF4-FFF2-40B4-BE49-F238E27FC236}">
                <a16:creationId xmlns:a16="http://schemas.microsoft.com/office/drawing/2014/main" id="{21168BE6-5679-6240-7892-4FA0CA1D7B50}"/>
              </a:ext>
            </a:extLst>
          </p:cNvPr>
          <p:cNvSpPr/>
          <p:nvPr/>
        </p:nvSpPr>
        <p:spPr>
          <a:xfrm>
            <a:off x="1627349" y="2206964"/>
            <a:ext cx="2652366" cy="7206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The person</a:t>
            </a:r>
          </a:p>
          <a:p>
            <a:pPr algn="ctr"/>
            <a:r>
              <a:rPr lang="en-US" b="1" dirty="0"/>
              <a:t>(traits and skills)</a:t>
            </a:r>
          </a:p>
        </p:txBody>
      </p:sp>
      <p:sp>
        <p:nvSpPr>
          <p:cNvPr id="5" name="Rectangle 4">
            <a:extLst>
              <a:ext uri="{FF2B5EF4-FFF2-40B4-BE49-F238E27FC236}">
                <a16:creationId xmlns:a16="http://schemas.microsoft.com/office/drawing/2014/main" id="{BA2D5A5E-1FC7-3B3A-87B5-1B1452FC1EF9}"/>
              </a:ext>
            </a:extLst>
          </p:cNvPr>
          <p:cNvSpPr/>
          <p:nvPr/>
        </p:nvSpPr>
        <p:spPr>
          <a:xfrm>
            <a:off x="8150270" y="2206964"/>
            <a:ext cx="2652366" cy="7206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The task/challenge</a:t>
            </a:r>
          </a:p>
        </p:txBody>
      </p:sp>
      <p:sp>
        <p:nvSpPr>
          <p:cNvPr id="6" name="Rectangle 5">
            <a:extLst>
              <a:ext uri="{FF2B5EF4-FFF2-40B4-BE49-F238E27FC236}">
                <a16:creationId xmlns:a16="http://schemas.microsoft.com/office/drawing/2014/main" id="{6252F55A-7439-D365-9336-512DD338AE88}"/>
              </a:ext>
            </a:extLst>
          </p:cNvPr>
          <p:cNvSpPr/>
          <p:nvPr/>
        </p:nvSpPr>
        <p:spPr>
          <a:xfrm>
            <a:off x="4850963" y="2206964"/>
            <a:ext cx="2652366" cy="7206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The actions</a:t>
            </a:r>
          </a:p>
          <a:p>
            <a:pPr algn="ctr"/>
            <a:r>
              <a:rPr lang="en-US" b="1" dirty="0"/>
              <a:t>(</a:t>
            </a:r>
            <a:r>
              <a:rPr lang="en-US" b="1" dirty="0" err="1"/>
              <a:t>behaviours</a:t>
            </a:r>
            <a:r>
              <a:rPr lang="en-US" b="1" dirty="0"/>
              <a:t>) </a:t>
            </a:r>
          </a:p>
        </p:txBody>
      </p:sp>
      <p:pic>
        <p:nvPicPr>
          <p:cNvPr id="7" name="Picture 6">
            <a:extLst>
              <a:ext uri="{FF2B5EF4-FFF2-40B4-BE49-F238E27FC236}">
                <a16:creationId xmlns:a16="http://schemas.microsoft.com/office/drawing/2014/main" id="{6746469B-6A5E-9B9E-50CF-16EB77EC07B0}"/>
              </a:ext>
            </a:extLst>
          </p:cNvPr>
          <p:cNvPicPr>
            <a:picLocks noChangeAspect="1"/>
          </p:cNvPicPr>
          <p:nvPr/>
        </p:nvPicPr>
        <p:blipFill rotWithShape="1">
          <a:blip r:embed="rId2">
            <a:extLst>
              <a:ext uri="{28A0092B-C50C-407E-A947-70E740481C1C}">
                <a14:useLocalDpi xmlns:a14="http://schemas.microsoft.com/office/drawing/2010/main" val="0"/>
              </a:ext>
            </a:extLst>
          </a:blip>
          <a:srcRect r="48426"/>
          <a:stretch/>
        </p:blipFill>
        <p:spPr>
          <a:xfrm>
            <a:off x="5318164" y="3854084"/>
            <a:ext cx="1528440" cy="2301439"/>
          </a:xfrm>
          <a:prstGeom prst="rect">
            <a:avLst/>
          </a:prstGeom>
        </p:spPr>
      </p:pic>
      <p:pic>
        <p:nvPicPr>
          <p:cNvPr id="8" name="Picture 7">
            <a:extLst>
              <a:ext uri="{FF2B5EF4-FFF2-40B4-BE49-F238E27FC236}">
                <a16:creationId xmlns:a16="http://schemas.microsoft.com/office/drawing/2014/main" id="{198B1579-BD67-0BC7-7ED3-4F49879C3B68}"/>
              </a:ext>
            </a:extLst>
          </p:cNvPr>
          <p:cNvPicPr>
            <a:picLocks noChangeAspect="1"/>
          </p:cNvPicPr>
          <p:nvPr/>
        </p:nvPicPr>
        <p:blipFill rotWithShape="1">
          <a:blip r:embed="rId2">
            <a:extLst>
              <a:ext uri="{28A0092B-C50C-407E-A947-70E740481C1C}">
                <a14:useLocalDpi xmlns:a14="http://schemas.microsoft.com/office/drawing/2010/main" val="0"/>
              </a:ext>
            </a:extLst>
          </a:blip>
          <a:srcRect l="51042"/>
          <a:stretch/>
        </p:blipFill>
        <p:spPr>
          <a:xfrm>
            <a:off x="2335857" y="3854084"/>
            <a:ext cx="1450929" cy="2301439"/>
          </a:xfrm>
          <a:prstGeom prst="rect">
            <a:avLst/>
          </a:prstGeom>
        </p:spPr>
      </p:pic>
      <p:cxnSp>
        <p:nvCxnSpPr>
          <p:cNvPr id="9" name="Straight Arrow Connector 8">
            <a:extLst>
              <a:ext uri="{FF2B5EF4-FFF2-40B4-BE49-F238E27FC236}">
                <a16:creationId xmlns:a16="http://schemas.microsoft.com/office/drawing/2014/main" id="{D93A361B-1ACE-B001-FA73-9AE78306B496}"/>
              </a:ext>
            </a:extLst>
          </p:cNvPr>
          <p:cNvCxnSpPr>
            <a:cxnSpLocks/>
            <a:stCxn id="4" idx="3"/>
            <a:endCxn id="6" idx="1"/>
          </p:cNvCxnSpPr>
          <p:nvPr/>
        </p:nvCxnSpPr>
        <p:spPr>
          <a:xfrm>
            <a:off x="4279715" y="2567280"/>
            <a:ext cx="571248"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 name="Straight Arrow Connector 9">
            <a:extLst>
              <a:ext uri="{FF2B5EF4-FFF2-40B4-BE49-F238E27FC236}">
                <a16:creationId xmlns:a16="http://schemas.microsoft.com/office/drawing/2014/main" id="{3C9AA52C-CD64-2CAB-61A0-32F7CD5F9D8B}"/>
              </a:ext>
            </a:extLst>
          </p:cNvPr>
          <p:cNvCxnSpPr>
            <a:cxnSpLocks/>
            <a:stCxn id="6" idx="3"/>
            <a:endCxn id="5" idx="1"/>
          </p:cNvCxnSpPr>
          <p:nvPr/>
        </p:nvCxnSpPr>
        <p:spPr>
          <a:xfrm>
            <a:off x="7503329" y="2567280"/>
            <a:ext cx="646941" cy="0"/>
          </a:xfrm>
          <a:prstGeom prst="straightConnector1">
            <a:avLst/>
          </a:prstGeom>
          <a:ln>
            <a:headEnd type="triangle" w="med" len="med"/>
            <a:tailEnd type="none" w="med" len="med"/>
          </a:ln>
        </p:spPr>
        <p:style>
          <a:lnRef idx="3">
            <a:schemeClr val="accent1"/>
          </a:lnRef>
          <a:fillRef idx="0">
            <a:schemeClr val="accent1"/>
          </a:fillRef>
          <a:effectRef idx="2">
            <a:schemeClr val="accent1"/>
          </a:effectRef>
          <a:fontRef idx="minor">
            <a:schemeClr val="tx1"/>
          </a:fontRef>
        </p:style>
      </p:cxnSp>
      <p:sp>
        <p:nvSpPr>
          <p:cNvPr id="11" name="TextBox 10">
            <a:extLst>
              <a:ext uri="{FF2B5EF4-FFF2-40B4-BE49-F238E27FC236}">
                <a16:creationId xmlns:a16="http://schemas.microsoft.com/office/drawing/2014/main" id="{09B5DD0A-643D-6782-264D-572BD4A0661F}"/>
              </a:ext>
            </a:extLst>
          </p:cNvPr>
          <p:cNvSpPr txBox="1"/>
          <p:nvPr/>
        </p:nvSpPr>
        <p:spPr>
          <a:xfrm>
            <a:off x="8156620" y="4362059"/>
            <a:ext cx="2652366" cy="923330"/>
          </a:xfrm>
          <a:prstGeom prst="rect">
            <a:avLst/>
          </a:prstGeom>
          <a:noFill/>
        </p:spPr>
        <p:txBody>
          <a:bodyPr wrap="square" rtlCol="0">
            <a:spAutoFit/>
          </a:bodyPr>
          <a:lstStyle/>
          <a:p>
            <a:pPr algn="ctr"/>
            <a:r>
              <a:rPr lang="en-US" dirty="0"/>
              <a:t>Why superman and batman are considered superheroes? </a:t>
            </a:r>
          </a:p>
        </p:txBody>
      </p:sp>
      <p:sp>
        <p:nvSpPr>
          <p:cNvPr id="12" name="Thought Bubble: Cloud 11">
            <a:extLst>
              <a:ext uri="{FF2B5EF4-FFF2-40B4-BE49-F238E27FC236}">
                <a16:creationId xmlns:a16="http://schemas.microsoft.com/office/drawing/2014/main" id="{BA7DE7E5-EB8E-2A62-513B-BEE300D90F7E}"/>
              </a:ext>
            </a:extLst>
          </p:cNvPr>
          <p:cNvSpPr/>
          <p:nvPr/>
        </p:nvSpPr>
        <p:spPr>
          <a:xfrm>
            <a:off x="8062253" y="3938038"/>
            <a:ext cx="2905399" cy="1968080"/>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8637E69-0A2A-FDA8-6E85-1197CFB97CED}"/>
              </a:ext>
            </a:extLst>
          </p:cNvPr>
          <p:cNvSpPr/>
          <p:nvPr/>
        </p:nvSpPr>
        <p:spPr>
          <a:xfrm>
            <a:off x="7985051" y="1623410"/>
            <a:ext cx="3264196" cy="1792889"/>
          </a:xfrm>
          <a:prstGeom prst="ellipse">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GB" sz="2400" b="1" dirty="0">
              <a:latin typeface="+mj-lt"/>
            </a:endParaRPr>
          </a:p>
        </p:txBody>
      </p:sp>
    </p:spTree>
    <p:extLst>
      <p:ext uri="{BB962C8B-B14F-4D97-AF65-F5344CB8AC3E}">
        <p14:creationId xmlns:p14="http://schemas.microsoft.com/office/powerpoint/2010/main" val="2600318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A2F96-7A5E-1199-0F3C-662F7E50EFFB}"/>
              </a:ext>
            </a:extLst>
          </p:cNvPr>
          <p:cNvSpPr>
            <a:spLocks noGrp="1"/>
          </p:cNvSpPr>
          <p:nvPr>
            <p:ph type="title"/>
          </p:nvPr>
        </p:nvSpPr>
        <p:spPr/>
        <p:txBody>
          <a:bodyPr/>
          <a:lstStyle/>
          <a:p>
            <a:r>
              <a:rPr lang="en-GB" dirty="0"/>
              <a:t>Critical perspectives</a:t>
            </a:r>
          </a:p>
        </p:txBody>
      </p:sp>
      <p:sp>
        <p:nvSpPr>
          <p:cNvPr id="3" name="Content Placeholder 2">
            <a:extLst>
              <a:ext uri="{FF2B5EF4-FFF2-40B4-BE49-F238E27FC236}">
                <a16:creationId xmlns:a16="http://schemas.microsoft.com/office/drawing/2014/main" id="{338FED28-5F01-3858-E25B-3A0A7C11E575}"/>
              </a:ext>
            </a:extLst>
          </p:cNvPr>
          <p:cNvSpPr>
            <a:spLocks noGrp="1"/>
          </p:cNvSpPr>
          <p:nvPr>
            <p:ph idx="1"/>
          </p:nvPr>
        </p:nvSpPr>
        <p:spPr/>
        <p:txBody>
          <a:bodyPr>
            <a:normAutofit fontScale="70000" lnSpcReduction="20000"/>
          </a:bodyPr>
          <a:lstStyle/>
          <a:p>
            <a:pPr>
              <a:lnSpc>
                <a:spcPct val="120000"/>
              </a:lnSpc>
            </a:pPr>
            <a:r>
              <a:rPr lang="en-GB" b="1" dirty="0"/>
              <a:t>The stupidity paradox</a:t>
            </a:r>
            <a:r>
              <a:rPr lang="en-GB" dirty="0"/>
              <a:t>: The very thing that makes a company efficient on a Tuesday (nobody questioning the boss) is the exact thing that bankrupts it five years later.</a:t>
            </a:r>
          </a:p>
          <a:p>
            <a:pPr>
              <a:lnSpc>
                <a:spcPct val="120000"/>
              </a:lnSpc>
            </a:pPr>
            <a:r>
              <a:rPr lang="en-GB" dirty="0"/>
              <a:t>Functional stupidity: An absence of reflexivity, substantive reasoning, and justification. </a:t>
            </a:r>
          </a:p>
          <a:p>
            <a:pPr>
              <a:lnSpc>
                <a:spcPct val="120000"/>
              </a:lnSpc>
            </a:pPr>
            <a:r>
              <a:rPr lang="en-GB" dirty="0"/>
              <a:t>Smart people are hired but quickly learn that asking: "why are we doing this?" or challenging the status quo is frowned upon. They put their heads down, follow the rules, and speak in corporate jargon.</a:t>
            </a:r>
          </a:p>
          <a:p>
            <a:pPr>
              <a:lnSpc>
                <a:spcPct val="120000"/>
              </a:lnSpc>
            </a:pPr>
            <a:r>
              <a:rPr lang="en-GB" dirty="0"/>
              <a:t>It works in the short term. It eliminates the friction of constant debate. It creates harmony, smooths over daily operations, helps employees advance their careers (by not rocking the boat), and provides a comforting sense of certainty.</a:t>
            </a:r>
          </a:p>
          <a:p>
            <a:pPr>
              <a:lnSpc>
                <a:spcPct val="120000"/>
              </a:lnSpc>
            </a:pPr>
            <a:r>
              <a:rPr lang="en-GB" dirty="0"/>
              <a:t>In the long term, it traps the organisation in problematic, myopic patterns. When disaster looms, no one raises the alarm because the culture has marginalised doubt and blocked communicative action.</a:t>
            </a:r>
          </a:p>
        </p:txBody>
      </p:sp>
      <p:sp>
        <p:nvSpPr>
          <p:cNvPr id="5" name="TextBox 4">
            <a:extLst>
              <a:ext uri="{FF2B5EF4-FFF2-40B4-BE49-F238E27FC236}">
                <a16:creationId xmlns:a16="http://schemas.microsoft.com/office/drawing/2014/main" id="{B5B405AA-7790-5D53-E2E6-D1EA55343F1A}"/>
              </a:ext>
            </a:extLst>
          </p:cNvPr>
          <p:cNvSpPr txBox="1"/>
          <p:nvPr/>
        </p:nvSpPr>
        <p:spPr>
          <a:xfrm>
            <a:off x="255037" y="6387194"/>
            <a:ext cx="2861388" cy="307777"/>
          </a:xfrm>
          <a:prstGeom prst="rect">
            <a:avLst/>
          </a:prstGeom>
          <a:noFill/>
        </p:spPr>
        <p:txBody>
          <a:bodyPr wrap="square">
            <a:spAutoFit/>
          </a:bodyPr>
          <a:lstStyle/>
          <a:p>
            <a:r>
              <a:rPr lang="en-GB" sz="1400" dirty="0"/>
              <a:t>Alvesson &amp; Spicer (2012)</a:t>
            </a:r>
          </a:p>
        </p:txBody>
      </p:sp>
    </p:spTree>
    <p:extLst>
      <p:ext uri="{BB962C8B-B14F-4D97-AF65-F5344CB8AC3E}">
        <p14:creationId xmlns:p14="http://schemas.microsoft.com/office/powerpoint/2010/main" val="5371155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5ECFA-2A14-7B0D-D4E8-7DA7707F46FA}"/>
              </a:ext>
            </a:extLst>
          </p:cNvPr>
          <p:cNvSpPr>
            <a:spLocks noGrp="1"/>
          </p:cNvSpPr>
          <p:nvPr>
            <p:ph type="title"/>
          </p:nvPr>
        </p:nvSpPr>
        <p:spPr>
          <a:xfrm>
            <a:off x="838200" y="365126"/>
            <a:ext cx="10515600" cy="1052194"/>
          </a:xfrm>
        </p:spPr>
        <p:txBody>
          <a:bodyPr>
            <a:normAutofit/>
          </a:bodyPr>
          <a:lstStyle/>
          <a:p>
            <a:r>
              <a:rPr lang="en-GB" dirty="0"/>
              <a:t>Critical perspectives</a:t>
            </a:r>
          </a:p>
        </p:txBody>
      </p:sp>
      <p:pic>
        <p:nvPicPr>
          <p:cNvPr id="4" name="Picture 3" descr="https://m.media-amazon.com/images/M/MV5BMjQ0NDkyOTg2OF5BMl5BanBnXkFtZTgwMzk4NzcwOTE@._V1_CR0,59,640,360_AL_UX477_CR0,0,477,268_AL_.jpg">
            <a:extLst>
              <a:ext uri="{FF2B5EF4-FFF2-40B4-BE49-F238E27FC236}">
                <a16:creationId xmlns:a16="http://schemas.microsoft.com/office/drawing/2014/main" id="{4BF9F7C0-435C-4229-EE7F-8A15DD3E69B2}"/>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581353" y="2261285"/>
            <a:ext cx="5399963" cy="303394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9FBB91F-E0D5-6287-5C0D-43E85CE25304}"/>
              </a:ext>
            </a:extLst>
          </p:cNvPr>
          <p:cNvSpPr txBox="1"/>
          <p:nvPr/>
        </p:nvSpPr>
        <p:spPr>
          <a:xfrm>
            <a:off x="584718" y="2109363"/>
            <a:ext cx="5578445" cy="3785652"/>
          </a:xfrm>
          <a:prstGeom prst="rect">
            <a:avLst/>
          </a:prstGeom>
          <a:noFill/>
        </p:spPr>
        <p:txBody>
          <a:bodyPr wrap="square">
            <a:spAutoFit/>
          </a:bodyPr>
          <a:lstStyle/>
          <a:p>
            <a:pPr marL="342900" indent="-342900" algn="just">
              <a:buFont typeface="Arial" panose="020B0604020202020204" pitchFamily="34" charset="0"/>
              <a:buChar char="•"/>
            </a:pPr>
            <a:r>
              <a:rPr lang="en-GB" sz="2000" b="0" i="0" dirty="0">
                <a:solidFill>
                  <a:srgbClr val="141414"/>
                </a:solidFill>
                <a:effectLst/>
                <a:latin typeface="Arial" panose="020B0604020202020204" pitchFamily="34" charset="0"/>
                <a:cs typeface="Arial" panose="020B0604020202020204" pitchFamily="34" charset="0"/>
              </a:rPr>
              <a:t>We tend to idealise the figure of leadership</a:t>
            </a:r>
          </a:p>
          <a:p>
            <a:pPr marL="342900" indent="-342900" algn="just">
              <a:buFont typeface="Arial" panose="020B0604020202020204" pitchFamily="34" charset="0"/>
              <a:buChar char="•"/>
            </a:pPr>
            <a:endParaRPr lang="en-GB" sz="2000" dirty="0">
              <a:solidFill>
                <a:srgbClr val="141414"/>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GB" sz="2000" b="0" i="0" dirty="0">
                <a:solidFill>
                  <a:srgbClr val="141414"/>
                </a:solidFill>
                <a:effectLst/>
                <a:latin typeface="Arial" panose="020B0604020202020204" pitchFamily="34" charset="0"/>
                <a:cs typeface="Arial" panose="020B0604020202020204" pitchFamily="34" charset="0"/>
              </a:rPr>
              <a:t>As a result, we put expectations and give power to those who hold positions of leadership.</a:t>
            </a:r>
          </a:p>
          <a:p>
            <a:pPr marL="342900" indent="-342900" algn="just">
              <a:buFont typeface="Arial" panose="020B0604020202020204" pitchFamily="34" charset="0"/>
              <a:buChar char="•"/>
            </a:pPr>
            <a:endParaRPr lang="en-GB" sz="2000" dirty="0">
              <a:solidFill>
                <a:srgbClr val="141414"/>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GB" sz="2000" b="0" i="0" dirty="0">
                <a:solidFill>
                  <a:srgbClr val="141414"/>
                </a:solidFill>
                <a:effectLst/>
                <a:latin typeface="Arial" panose="020B0604020202020204" pitchFamily="34" charset="0"/>
                <a:cs typeface="Arial" panose="020B0604020202020204" pitchFamily="34" charset="0"/>
              </a:rPr>
              <a:t>Then, we try to learn from those we hold as “great leaders” (in many cases still those in formal positions of leadership). </a:t>
            </a:r>
          </a:p>
          <a:p>
            <a:pPr marL="342900" indent="-342900" algn="just">
              <a:buFont typeface="Arial" panose="020B0604020202020204" pitchFamily="34" charset="0"/>
              <a:buChar char="•"/>
            </a:pPr>
            <a:endParaRPr lang="en-GB" sz="2000" b="0" i="0" dirty="0">
              <a:solidFill>
                <a:srgbClr val="141414"/>
              </a:solidFill>
              <a:effectLst/>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GB" sz="2000" b="0" i="0" dirty="0">
                <a:solidFill>
                  <a:srgbClr val="141414"/>
                </a:solidFill>
                <a:effectLst/>
                <a:latin typeface="Arial" panose="020B0604020202020204" pitchFamily="34" charset="0"/>
                <a:cs typeface="Arial" panose="020B0604020202020204" pitchFamily="34" charset="0"/>
              </a:rPr>
              <a:t>And yet leaders keep failing, disappointing, etc.</a:t>
            </a:r>
          </a:p>
        </p:txBody>
      </p:sp>
    </p:spTree>
    <p:extLst>
      <p:ext uri="{BB962C8B-B14F-4D97-AF65-F5344CB8AC3E}">
        <p14:creationId xmlns:p14="http://schemas.microsoft.com/office/powerpoint/2010/main" val="8252826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E2D31-58C5-008B-6F5D-BB276800BFEE}"/>
              </a:ext>
            </a:extLst>
          </p:cNvPr>
          <p:cNvSpPr>
            <a:spLocks noGrp="1"/>
          </p:cNvSpPr>
          <p:nvPr>
            <p:ph type="title"/>
          </p:nvPr>
        </p:nvSpPr>
        <p:spPr/>
        <p:txBody>
          <a:bodyPr/>
          <a:lstStyle/>
          <a:p>
            <a:r>
              <a:rPr lang="en-GB" dirty="0"/>
              <a:t>Critical perspectives</a:t>
            </a:r>
          </a:p>
        </p:txBody>
      </p:sp>
      <p:pic>
        <p:nvPicPr>
          <p:cNvPr id="4" name="Picture 2">
            <a:extLst>
              <a:ext uri="{FF2B5EF4-FFF2-40B4-BE49-F238E27FC236}">
                <a16:creationId xmlns:a16="http://schemas.microsoft.com/office/drawing/2014/main" id="{E836A426-BE06-7872-6B98-058608DBED04}"/>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tretch>
            <a:fillRect/>
          </a:stretch>
        </p:blipFill>
        <p:spPr bwMode="auto">
          <a:xfrm>
            <a:off x="9561279" y="1590607"/>
            <a:ext cx="2630720" cy="25542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a:extLst>
              <a:ext uri="{FF2B5EF4-FFF2-40B4-BE49-F238E27FC236}">
                <a16:creationId xmlns:a16="http://schemas.microsoft.com/office/drawing/2014/main" id="{4950D66B-22C5-428D-FC67-E935047D2E10}"/>
              </a:ext>
            </a:extLst>
          </p:cNvPr>
          <p:cNvSpPr/>
          <p:nvPr/>
        </p:nvSpPr>
        <p:spPr>
          <a:xfrm rot="10800000" flipV="1">
            <a:off x="9973339" y="4402226"/>
            <a:ext cx="2218657" cy="707886"/>
          </a:xfrm>
          <a:prstGeom prst="rect">
            <a:avLst/>
          </a:prstGeom>
        </p:spPr>
        <p:txBody>
          <a:bodyPr wrap="square">
            <a:spAutoFit/>
          </a:bodyPr>
          <a:lstStyle/>
          <a:p>
            <a:r>
              <a:rPr lang="en-GB" sz="2000" dirty="0">
                <a:latin typeface="+mj-lt"/>
              </a:rPr>
              <a:t>A fish rots from the head first…</a:t>
            </a:r>
          </a:p>
        </p:txBody>
      </p:sp>
      <p:pic>
        <p:nvPicPr>
          <p:cNvPr id="6" name="Picture 5">
            <a:extLst>
              <a:ext uri="{FF2B5EF4-FFF2-40B4-BE49-F238E27FC236}">
                <a16:creationId xmlns:a16="http://schemas.microsoft.com/office/drawing/2014/main" id="{15F22884-1D66-83ED-86F2-FC5ECAFB2BF8}"/>
              </a:ext>
            </a:extLst>
          </p:cNvPr>
          <p:cNvPicPr>
            <a:picLocks noChangeAspect="1"/>
          </p:cNvPicPr>
          <p:nvPr/>
        </p:nvPicPr>
        <p:blipFill rotWithShape="1">
          <a:blip r:embed="rId3"/>
          <a:srcRect b="7210"/>
          <a:stretch/>
        </p:blipFill>
        <p:spPr>
          <a:xfrm>
            <a:off x="3022608" y="2061540"/>
            <a:ext cx="4354264" cy="4166562"/>
          </a:xfrm>
          <a:prstGeom prst="rect">
            <a:avLst/>
          </a:prstGeom>
        </p:spPr>
      </p:pic>
      <p:sp>
        <p:nvSpPr>
          <p:cNvPr id="8" name="TextBox 7">
            <a:extLst>
              <a:ext uri="{FF2B5EF4-FFF2-40B4-BE49-F238E27FC236}">
                <a16:creationId xmlns:a16="http://schemas.microsoft.com/office/drawing/2014/main" id="{D75F5636-B328-9CC0-7B81-6321EB7C3936}"/>
              </a:ext>
            </a:extLst>
          </p:cNvPr>
          <p:cNvSpPr txBox="1"/>
          <p:nvPr/>
        </p:nvSpPr>
        <p:spPr>
          <a:xfrm>
            <a:off x="5861222" y="6228102"/>
            <a:ext cx="2047103" cy="369332"/>
          </a:xfrm>
          <a:prstGeom prst="rect">
            <a:avLst/>
          </a:prstGeom>
          <a:noFill/>
        </p:spPr>
        <p:txBody>
          <a:bodyPr wrap="square">
            <a:spAutoFit/>
          </a:bodyPr>
          <a:lstStyle/>
          <a:p>
            <a:r>
              <a:rPr lang="en-GB" dirty="0"/>
              <a:t>March 5, 2004</a:t>
            </a:r>
          </a:p>
        </p:txBody>
      </p:sp>
    </p:spTree>
    <p:extLst>
      <p:ext uri="{BB962C8B-B14F-4D97-AF65-F5344CB8AC3E}">
        <p14:creationId xmlns:p14="http://schemas.microsoft.com/office/powerpoint/2010/main" val="33449031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9A5C9-8719-0273-4696-255BAFEB1A71}"/>
              </a:ext>
            </a:extLst>
          </p:cNvPr>
          <p:cNvSpPr>
            <a:spLocks noGrp="1"/>
          </p:cNvSpPr>
          <p:nvPr>
            <p:ph type="title"/>
          </p:nvPr>
        </p:nvSpPr>
        <p:spPr/>
        <p:txBody>
          <a:bodyPr/>
          <a:lstStyle/>
          <a:p>
            <a:r>
              <a:rPr lang="en-GB" dirty="0"/>
              <a:t>Wrapping-up</a:t>
            </a:r>
          </a:p>
        </p:txBody>
      </p:sp>
      <p:sp>
        <p:nvSpPr>
          <p:cNvPr id="3" name="Content Placeholder 2">
            <a:extLst>
              <a:ext uri="{FF2B5EF4-FFF2-40B4-BE49-F238E27FC236}">
                <a16:creationId xmlns:a16="http://schemas.microsoft.com/office/drawing/2014/main" id="{914DA70C-CCDB-77A2-BE32-A7C2F1F88294}"/>
              </a:ext>
            </a:extLst>
          </p:cNvPr>
          <p:cNvSpPr>
            <a:spLocks noGrp="1"/>
          </p:cNvSpPr>
          <p:nvPr>
            <p:ph idx="1"/>
          </p:nvPr>
        </p:nvSpPr>
        <p:spPr/>
        <p:txBody>
          <a:bodyPr/>
          <a:lstStyle/>
          <a:p>
            <a:r>
              <a:rPr lang="en-GB" dirty="0"/>
              <a:t>Which of these paradigms do you think offers the most promising avenue for future research? Where are the gaps?</a:t>
            </a:r>
          </a:p>
        </p:txBody>
      </p:sp>
    </p:spTree>
    <p:extLst>
      <p:ext uri="{BB962C8B-B14F-4D97-AF65-F5344CB8AC3E}">
        <p14:creationId xmlns:p14="http://schemas.microsoft.com/office/powerpoint/2010/main" val="3903811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1634</Words>
  <Application>Microsoft Office PowerPoint</Application>
  <PresentationFormat>Widescreen</PresentationFormat>
  <Paragraphs>202</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Aptos Display</vt:lpstr>
      <vt:lpstr>Arial</vt:lpstr>
      <vt:lpstr>Calibri</vt:lpstr>
      <vt:lpstr>Gill Sans MT</vt:lpstr>
      <vt:lpstr>Office Theme</vt:lpstr>
      <vt:lpstr>Management</vt:lpstr>
      <vt:lpstr>Agenda</vt:lpstr>
      <vt:lpstr>Let’s think about competitive advantage</vt:lpstr>
      <vt:lpstr>What is competitive advantage?</vt:lpstr>
      <vt:lpstr>What is value?</vt:lpstr>
      <vt:lpstr>Where does the (Western) concept of strategy come from?</vt:lpstr>
      <vt:lpstr>From the military to management: Strategy in the business world</vt:lpstr>
      <vt:lpstr>Beginning to conceptualize what strategy is: History in context </vt:lpstr>
      <vt:lpstr>What about today?</vt:lpstr>
      <vt:lpstr>Towards a definition of strategy </vt:lpstr>
      <vt:lpstr>Levels of Strategy</vt:lpstr>
      <vt:lpstr>The strategic formulation process </vt:lpstr>
      <vt:lpstr>Strategic hierarchy</vt:lpstr>
      <vt:lpstr>Basic framework for strategic analysis</vt:lpstr>
      <vt:lpstr>Foundations of Competitive Advantage</vt:lpstr>
      <vt:lpstr>The VRIO framework and criteria for inimitability</vt:lpstr>
      <vt:lpstr>Capabilities and Capital</vt:lpstr>
      <vt:lpstr>Capabilities and Capital</vt:lpstr>
      <vt:lpstr>The role of the Top Management team</vt:lpstr>
      <vt:lpstr>The role of the Top Management team</vt:lpstr>
      <vt:lpstr>Classic leadership theories</vt:lpstr>
      <vt:lpstr>What is it missing in this theoretical mess?</vt:lpstr>
      <vt:lpstr>The “when” matters</vt:lpstr>
      <vt:lpstr>Critical perspectives</vt:lpstr>
      <vt:lpstr>Critical perspectives</vt:lpstr>
      <vt:lpstr>Critical perspectives</vt:lpstr>
      <vt:lpstr>Wrapping-up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Dario Torres</dc:creator>
  <cp:lastModifiedBy>Luis Torres-Retamal (staff)</cp:lastModifiedBy>
  <cp:revision>1</cp:revision>
  <dcterms:created xsi:type="dcterms:W3CDTF">2025-03-31T12:25:35Z</dcterms:created>
  <dcterms:modified xsi:type="dcterms:W3CDTF">2026-03-22T19:28:33Z</dcterms:modified>
</cp:coreProperties>
</file>