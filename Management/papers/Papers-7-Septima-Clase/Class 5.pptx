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71" r:id="rId6"/>
    <p:sldId id="272" r:id="rId7"/>
    <p:sldId id="278" r:id="rId8"/>
    <p:sldId id="279" r:id="rId9"/>
    <p:sldId id="273" r:id="rId10"/>
    <p:sldId id="280" r:id="rId11"/>
    <p:sldId id="281" r:id="rId12"/>
    <p:sldId id="282" r:id="rId13"/>
    <p:sldId id="283" r:id="rId14"/>
    <p:sldId id="284" r:id="rId15"/>
    <p:sldId id="285" r:id="rId16"/>
    <p:sldId id="267" r:id="rId17"/>
    <p:sldId id="269" r:id="rId18"/>
    <p:sldId id="270" r:id="rId19"/>
    <p:sldId id="268" r:id="rId20"/>
    <p:sldId id="260" r:id="rId21"/>
    <p:sldId id="261" r:id="rId22"/>
    <p:sldId id="262" r:id="rId23"/>
    <p:sldId id="274" r:id="rId24"/>
    <p:sldId id="277" r:id="rId25"/>
    <p:sldId id="263" r:id="rId26"/>
    <p:sldId id="275" r:id="rId27"/>
    <p:sldId id="264" r:id="rId28"/>
    <p:sldId id="265" r:id="rId29"/>
    <p:sldId id="266" r:id="rId30"/>
    <p:sldId id="27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FCD5DA-EF85-4D2C-92BB-79DB86FE8D51}" v="34" dt="2026-03-29T21:29:55.9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3447" autoAdjust="0"/>
  </p:normalViewPr>
  <p:slideViewPr>
    <p:cSldViewPr snapToGrid="0">
      <p:cViewPr varScale="1">
        <p:scale>
          <a:sx n="69" d="100"/>
          <a:sy n="69" d="100"/>
        </p:scale>
        <p:origin x="39" y="3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Torres" userId="d0083da5-80e0-407a-8e2b-3b7dd858bc0f" providerId="ADAL" clId="{7EEDEFD5-4BCA-4016-BE06-9E58D10BB4F4}"/>
    <pc:docChg chg="undo custSel addSld modSld sldOrd">
      <pc:chgData name="Luis Torres" userId="d0083da5-80e0-407a-8e2b-3b7dd858bc0f" providerId="ADAL" clId="{7EEDEFD5-4BCA-4016-BE06-9E58D10BB4F4}" dt="2026-03-29T21:29:55.936" v="573"/>
      <pc:docMkLst>
        <pc:docMk/>
      </pc:docMkLst>
      <pc:sldChg chg="addSp modSp mod">
        <pc:chgData name="Luis Torres" userId="d0083da5-80e0-407a-8e2b-3b7dd858bc0f" providerId="ADAL" clId="{7EEDEFD5-4BCA-4016-BE06-9E58D10BB4F4}" dt="2026-03-29T20:09:37.326" v="24" actId="123"/>
        <pc:sldMkLst>
          <pc:docMk/>
          <pc:sldMk cId="3365187976" sldId="257"/>
        </pc:sldMkLst>
        <pc:spChg chg="mod">
          <ac:chgData name="Luis Torres" userId="d0083da5-80e0-407a-8e2b-3b7dd858bc0f" providerId="ADAL" clId="{7EEDEFD5-4BCA-4016-BE06-9E58D10BB4F4}" dt="2026-03-29T20:09:31.340" v="22" actId="27636"/>
          <ac:spMkLst>
            <pc:docMk/>
            <pc:sldMk cId="3365187976" sldId="257"/>
            <ac:spMk id="3" creationId="{41F21F08-1B86-1E9C-CDD6-203547261EE6}"/>
          </ac:spMkLst>
        </pc:spChg>
        <pc:spChg chg="add mod">
          <ac:chgData name="Luis Torres" userId="d0083da5-80e0-407a-8e2b-3b7dd858bc0f" providerId="ADAL" clId="{7EEDEFD5-4BCA-4016-BE06-9E58D10BB4F4}" dt="2026-03-29T20:09:37.326" v="24" actId="123"/>
          <ac:spMkLst>
            <pc:docMk/>
            <pc:sldMk cId="3365187976" sldId="257"/>
            <ac:spMk id="5" creationId="{C6B5F2D4-826E-0C94-B4FE-A28900740AF3}"/>
          </ac:spMkLst>
        </pc:spChg>
      </pc:sldChg>
      <pc:sldChg chg="modSp mod">
        <pc:chgData name="Luis Torres" userId="d0083da5-80e0-407a-8e2b-3b7dd858bc0f" providerId="ADAL" clId="{7EEDEFD5-4BCA-4016-BE06-9E58D10BB4F4}" dt="2026-03-29T20:16:23.733" v="138" actId="27636"/>
        <pc:sldMkLst>
          <pc:docMk/>
          <pc:sldMk cId="1082818824" sldId="258"/>
        </pc:sldMkLst>
        <pc:spChg chg="mod">
          <ac:chgData name="Luis Torres" userId="d0083da5-80e0-407a-8e2b-3b7dd858bc0f" providerId="ADAL" clId="{7EEDEFD5-4BCA-4016-BE06-9E58D10BB4F4}" dt="2026-03-29T20:16:23.733" v="138" actId="27636"/>
          <ac:spMkLst>
            <pc:docMk/>
            <pc:sldMk cId="1082818824" sldId="258"/>
            <ac:spMk id="3" creationId="{2F33D024-7144-DE41-344A-83951140C6DB}"/>
          </ac:spMkLst>
        </pc:spChg>
      </pc:sldChg>
      <pc:sldChg chg="addSp delSp modSp mod chgLayout">
        <pc:chgData name="Luis Torres" userId="d0083da5-80e0-407a-8e2b-3b7dd858bc0f" providerId="ADAL" clId="{7EEDEFD5-4BCA-4016-BE06-9E58D10BB4F4}" dt="2026-03-29T20:26:37.568" v="245" actId="21"/>
        <pc:sldMkLst>
          <pc:docMk/>
          <pc:sldMk cId="1598738201" sldId="260"/>
        </pc:sldMkLst>
        <pc:spChg chg="add del mod ord">
          <ac:chgData name="Luis Torres" userId="d0083da5-80e0-407a-8e2b-3b7dd858bc0f" providerId="ADAL" clId="{7EEDEFD5-4BCA-4016-BE06-9E58D10BB4F4}" dt="2026-03-29T20:24:52.575" v="236" actId="478"/>
          <ac:spMkLst>
            <pc:docMk/>
            <pc:sldMk cId="1598738201" sldId="260"/>
            <ac:spMk id="2" creationId="{3A3D309F-5C0D-122C-C195-9CCC77264309}"/>
          </ac:spMkLst>
        </pc:spChg>
        <pc:spChg chg="mod ord">
          <ac:chgData name="Luis Torres" userId="d0083da5-80e0-407a-8e2b-3b7dd858bc0f" providerId="ADAL" clId="{7EEDEFD5-4BCA-4016-BE06-9E58D10BB4F4}" dt="2026-03-29T20:24:46.283" v="235" actId="404"/>
          <ac:spMkLst>
            <pc:docMk/>
            <pc:sldMk cId="1598738201" sldId="260"/>
            <ac:spMk id="4" creationId="{AF0153F6-3521-BEEA-FF9E-1DB3675FB5BA}"/>
          </ac:spMkLst>
        </pc:spChg>
        <pc:spChg chg="mod">
          <ac:chgData name="Luis Torres" userId="d0083da5-80e0-407a-8e2b-3b7dd858bc0f" providerId="ADAL" clId="{7EEDEFD5-4BCA-4016-BE06-9E58D10BB4F4}" dt="2026-03-29T20:24:59.769" v="238" actId="20577"/>
          <ac:spMkLst>
            <pc:docMk/>
            <pc:sldMk cId="1598738201" sldId="260"/>
            <ac:spMk id="6" creationId="{A5F8BF20-C6A4-698D-8763-BDD191D20E51}"/>
          </ac:spMkLst>
        </pc:spChg>
        <pc:spChg chg="add del mod">
          <ac:chgData name="Luis Torres" userId="d0083da5-80e0-407a-8e2b-3b7dd858bc0f" providerId="ADAL" clId="{7EEDEFD5-4BCA-4016-BE06-9E58D10BB4F4}" dt="2026-03-29T20:26:37.568" v="245" actId="21"/>
          <ac:spMkLst>
            <pc:docMk/>
            <pc:sldMk cId="1598738201" sldId="260"/>
            <ac:spMk id="7" creationId="{2612DC12-0D95-D186-5468-DF8413DACA1D}"/>
          </ac:spMkLst>
        </pc:spChg>
        <pc:picChg chg="mod">
          <ac:chgData name="Luis Torres" userId="d0083da5-80e0-407a-8e2b-3b7dd858bc0f" providerId="ADAL" clId="{7EEDEFD5-4BCA-4016-BE06-9E58D10BB4F4}" dt="2026-03-29T20:26:18.843" v="243" actId="1076"/>
          <ac:picMkLst>
            <pc:docMk/>
            <pc:sldMk cId="1598738201" sldId="260"/>
            <ac:picMk id="5" creationId="{0B361128-943F-3E51-6B2A-E01A8A42F04C}"/>
          </ac:picMkLst>
        </pc:picChg>
      </pc:sldChg>
      <pc:sldChg chg="addSp modSp">
        <pc:chgData name="Luis Torres" userId="d0083da5-80e0-407a-8e2b-3b7dd858bc0f" providerId="ADAL" clId="{7EEDEFD5-4BCA-4016-BE06-9E58D10BB4F4}" dt="2026-03-29T20:25:08.791" v="239"/>
        <pc:sldMkLst>
          <pc:docMk/>
          <pc:sldMk cId="1768846105" sldId="261"/>
        </pc:sldMkLst>
        <pc:spChg chg="add mod">
          <ac:chgData name="Luis Torres" userId="d0083da5-80e0-407a-8e2b-3b7dd858bc0f" providerId="ADAL" clId="{7EEDEFD5-4BCA-4016-BE06-9E58D10BB4F4}" dt="2026-03-29T20:25:08.791" v="239"/>
          <ac:spMkLst>
            <pc:docMk/>
            <pc:sldMk cId="1768846105" sldId="261"/>
            <ac:spMk id="2" creationId="{263F1308-5262-117B-E788-B084F190C7F0}"/>
          </ac:spMkLst>
        </pc:spChg>
      </pc:sldChg>
      <pc:sldChg chg="ord">
        <pc:chgData name="Luis Torres" userId="d0083da5-80e0-407a-8e2b-3b7dd858bc0f" providerId="ADAL" clId="{7EEDEFD5-4BCA-4016-BE06-9E58D10BB4F4}" dt="2026-03-29T20:28:03.470" v="280"/>
        <pc:sldMkLst>
          <pc:docMk/>
          <pc:sldMk cId="203895753" sldId="263"/>
        </pc:sldMkLst>
      </pc:sldChg>
      <pc:sldChg chg="delSp mod">
        <pc:chgData name="Luis Torres" userId="d0083da5-80e0-407a-8e2b-3b7dd858bc0f" providerId="ADAL" clId="{7EEDEFD5-4BCA-4016-BE06-9E58D10BB4F4}" dt="2026-03-29T20:25:20.081" v="240" actId="478"/>
        <pc:sldMkLst>
          <pc:docMk/>
          <pc:sldMk cId="4045579797" sldId="266"/>
        </pc:sldMkLst>
        <pc:spChg chg="del">
          <ac:chgData name="Luis Torres" userId="d0083da5-80e0-407a-8e2b-3b7dd858bc0f" providerId="ADAL" clId="{7EEDEFD5-4BCA-4016-BE06-9E58D10BB4F4}" dt="2026-03-29T20:25:20.081" v="240" actId="478"/>
          <ac:spMkLst>
            <pc:docMk/>
            <pc:sldMk cId="4045579797" sldId="266"/>
            <ac:spMk id="2" creationId="{AE6097C9-75B9-CC96-47A3-5E8303627691}"/>
          </ac:spMkLst>
        </pc:spChg>
      </pc:sldChg>
      <pc:sldChg chg="addSp delSp modSp mod ord chgLayout">
        <pc:chgData name="Luis Torres" userId="d0083da5-80e0-407a-8e2b-3b7dd858bc0f" providerId="ADAL" clId="{7EEDEFD5-4BCA-4016-BE06-9E58D10BB4F4}" dt="2026-03-29T20:37:08.614" v="434" actId="27636"/>
        <pc:sldMkLst>
          <pc:docMk/>
          <pc:sldMk cId="55431945" sldId="267"/>
        </pc:sldMkLst>
        <pc:spChg chg="add mod ord">
          <ac:chgData name="Luis Torres" userId="d0083da5-80e0-407a-8e2b-3b7dd858bc0f" providerId="ADAL" clId="{7EEDEFD5-4BCA-4016-BE06-9E58D10BB4F4}" dt="2026-03-29T20:23:33.450" v="202" actId="113"/>
          <ac:spMkLst>
            <pc:docMk/>
            <pc:sldMk cId="55431945" sldId="267"/>
            <ac:spMk id="2" creationId="{5B8D10CD-7587-6249-E928-86202193E8EE}"/>
          </ac:spMkLst>
        </pc:spChg>
        <pc:spChg chg="mod ord">
          <ac:chgData name="Luis Torres" userId="d0083da5-80e0-407a-8e2b-3b7dd858bc0f" providerId="ADAL" clId="{7EEDEFD5-4BCA-4016-BE06-9E58D10BB4F4}" dt="2026-03-29T20:37:08.614" v="434" actId="27636"/>
          <ac:spMkLst>
            <pc:docMk/>
            <pc:sldMk cId="55431945" sldId="267"/>
            <ac:spMk id="3" creationId="{37E4EEF2-6D1A-2D41-154C-116038C29736}"/>
          </ac:spMkLst>
        </pc:spChg>
        <pc:spChg chg="del">
          <ac:chgData name="Luis Torres" userId="d0083da5-80e0-407a-8e2b-3b7dd858bc0f" providerId="ADAL" clId="{7EEDEFD5-4BCA-4016-BE06-9E58D10BB4F4}" dt="2026-03-29T20:21:04.440" v="180" actId="478"/>
          <ac:spMkLst>
            <pc:docMk/>
            <pc:sldMk cId="55431945" sldId="267"/>
            <ac:spMk id="4" creationId="{25A33B89-C6C6-BEF2-E04A-A4F45426883D}"/>
          </ac:spMkLst>
        </pc:spChg>
        <pc:spChg chg="add mod">
          <ac:chgData name="Luis Torres" userId="d0083da5-80e0-407a-8e2b-3b7dd858bc0f" providerId="ADAL" clId="{7EEDEFD5-4BCA-4016-BE06-9E58D10BB4F4}" dt="2026-03-29T20:21:40.270" v="191" actId="1076"/>
          <ac:spMkLst>
            <pc:docMk/>
            <pc:sldMk cId="55431945" sldId="267"/>
            <ac:spMk id="6" creationId="{ACDBBFA7-7D57-1D80-027C-AD068045160E}"/>
          </ac:spMkLst>
        </pc:spChg>
      </pc:sldChg>
      <pc:sldChg chg="ord">
        <pc:chgData name="Luis Torres" userId="d0083da5-80e0-407a-8e2b-3b7dd858bc0f" providerId="ADAL" clId="{7EEDEFD5-4BCA-4016-BE06-9E58D10BB4F4}" dt="2026-03-29T20:20:54.023" v="178"/>
        <pc:sldMkLst>
          <pc:docMk/>
          <pc:sldMk cId="3700849565" sldId="268"/>
        </pc:sldMkLst>
      </pc:sldChg>
      <pc:sldChg chg="ord">
        <pc:chgData name="Luis Torres" userId="d0083da5-80e0-407a-8e2b-3b7dd858bc0f" providerId="ADAL" clId="{7EEDEFD5-4BCA-4016-BE06-9E58D10BB4F4}" dt="2026-03-29T20:20:54.023" v="178"/>
        <pc:sldMkLst>
          <pc:docMk/>
          <pc:sldMk cId="684476115" sldId="269"/>
        </pc:sldMkLst>
      </pc:sldChg>
      <pc:sldChg chg="ord">
        <pc:chgData name="Luis Torres" userId="d0083da5-80e0-407a-8e2b-3b7dd858bc0f" providerId="ADAL" clId="{7EEDEFD5-4BCA-4016-BE06-9E58D10BB4F4}" dt="2026-03-29T20:20:54.023" v="178"/>
        <pc:sldMkLst>
          <pc:docMk/>
          <pc:sldMk cId="271905584" sldId="270"/>
        </pc:sldMkLst>
      </pc:sldChg>
      <pc:sldChg chg="addSp delSp modSp mod ord">
        <pc:chgData name="Luis Torres" userId="d0083da5-80e0-407a-8e2b-3b7dd858bc0f" providerId="ADAL" clId="{7EEDEFD5-4BCA-4016-BE06-9E58D10BB4F4}" dt="2026-03-29T20:20:18.709" v="174"/>
        <pc:sldMkLst>
          <pc:docMk/>
          <pc:sldMk cId="2092661524" sldId="271"/>
        </pc:sldMkLst>
        <pc:spChg chg="add del mod">
          <ac:chgData name="Luis Torres" userId="d0083da5-80e0-407a-8e2b-3b7dd858bc0f" providerId="ADAL" clId="{7EEDEFD5-4BCA-4016-BE06-9E58D10BB4F4}" dt="2026-03-29T20:20:18.709" v="174"/>
          <ac:spMkLst>
            <pc:docMk/>
            <pc:sldMk cId="2092661524" sldId="271"/>
            <ac:spMk id="3" creationId="{4DFD7DF8-3AE3-A087-1238-A9D4FDC49377}"/>
          </ac:spMkLst>
        </pc:spChg>
        <pc:spChg chg="del">
          <ac:chgData name="Luis Torres" userId="d0083da5-80e0-407a-8e2b-3b7dd858bc0f" providerId="ADAL" clId="{7EEDEFD5-4BCA-4016-BE06-9E58D10BB4F4}" dt="2026-03-29T20:20:12.423" v="169" actId="478"/>
          <ac:spMkLst>
            <pc:docMk/>
            <pc:sldMk cId="2092661524" sldId="271"/>
            <ac:spMk id="4" creationId="{99B29D47-A297-31A4-CB81-63122DAFE098}"/>
          </ac:spMkLst>
        </pc:spChg>
        <pc:spChg chg="add del">
          <ac:chgData name="Luis Torres" userId="d0083da5-80e0-407a-8e2b-3b7dd858bc0f" providerId="ADAL" clId="{7EEDEFD5-4BCA-4016-BE06-9E58D10BB4F4}" dt="2026-03-29T20:20:16.250" v="172" actId="22"/>
          <ac:spMkLst>
            <pc:docMk/>
            <pc:sldMk cId="2092661524" sldId="271"/>
            <ac:spMk id="7" creationId="{03874675-8006-9D7D-4A89-0B85D722D6B4}"/>
          </ac:spMkLst>
        </pc:spChg>
        <pc:spChg chg="add mod">
          <ac:chgData name="Luis Torres" userId="d0083da5-80e0-407a-8e2b-3b7dd858bc0f" providerId="ADAL" clId="{7EEDEFD5-4BCA-4016-BE06-9E58D10BB4F4}" dt="2026-03-29T20:20:05.410" v="168"/>
          <ac:spMkLst>
            <pc:docMk/>
            <pc:sldMk cId="2092661524" sldId="271"/>
            <ac:spMk id="10" creationId="{6118925F-D072-792B-844C-F9E61A215A87}"/>
          </ac:spMkLst>
        </pc:spChg>
      </pc:sldChg>
      <pc:sldChg chg="addSp delSp modSp mod ord chgLayout">
        <pc:chgData name="Luis Torres" userId="d0083da5-80e0-407a-8e2b-3b7dd858bc0f" providerId="ADAL" clId="{7EEDEFD5-4BCA-4016-BE06-9E58D10BB4F4}" dt="2026-03-29T21:26:03.130" v="539" actId="20577"/>
        <pc:sldMkLst>
          <pc:docMk/>
          <pc:sldMk cId="153124701" sldId="272"/>
        </pc:sldMkLst>
        <pc:spChg chg="add mod ord">
          <ac:chgData name="Luis Torres" userId="d0083da5-80e0-407a-8e2b-3b7dd858bc0f" providerId="ADAL" clId="{7EEDEFD5-4BCA-4016-BE06-9E58D10BB4F4}" dt="2026-03-29T21:25:49.391" v="480" actId="1076"/>
          <ac:spMkLst>
            <pc:docMk/>
            <pc:sldMk cId="153124701" sldId="272"/>
            <ac:spMk id="2" creationId="{E9F9E37B-577D-1DBD-3F70-ED2A1926B04B}"/>
          </ac:spMkLst>
        </pc:spChg>
        <pc:spChg chg="add del mod ord">
          <ac:chgData name="Luis Torres" userId="d0083da5-80e0-407a-8e2b-3b7dd858bc0f" providerId="ADAL" clId="{7EEDEFD5-4BCA-4016-BE06-9E58D10BB4F4}" dt="2026-03-29T20:18:11.690" v="147" actId="478"/>
          <ac:spMkLst>
            <pc:docMk/>
            <pc:sldMk cId="153124701" sldId="272"/>
            <ac:spMk id="3" creationId="{8334FC23-B2D0-8414-E110-01E8F1BB9221}"/>
          </ac:spMkLst>
        </pc:spChg>
        <pc:spChg chg="mod">
          <ac:chgData name="Luis Torres" userId="d0083da5-80e0-407a-8e2b-3b7dd858bc0f" providerId="ADAL" clId="{7EEDEFD5-4BCA-4016-BE06-9E58D10BB4F4}" dt="2026-03-29T21:26:03.130" v="539" actId="20577"/>
          <ac:spMkLst>
            <pc:docMk/>
            <pc:sldMk cId="153124701" sldId="272"/>
            <ac:spMk id="5" creationId="{554D4493-310D-484E-B258-B6379D6F06D4}"/>
          </ac:spMkLst>
        </pc:spChg>
        <pc:spChg chg="mod">
          <ac:chgData name="Luis Torres" userId="d0083da5-80e0-407a-8e2b-3b7dd858bc0f" providerId="ADAL" clId="{7EEDEFD5-4BCA-4016-BE06-9E58D10BB4F4}" dt="2026-03-29T20:18:30.716" v="152" actId="14100"/>
          <ac:spMkLst>
            <pc:docMk/>
            <pc:sldMk cId="153124701" sldId="272"/>
            <ac:spMk id="7" creationId="{960F08F4-C61F-BD37-638C-A410A4208789}"/>
          </ac:spMkLst>
        </pc:spChg>
        <pc:spChg chg="mod">
          <ac:chgData name="Luis Torres" userId="d0083da5-80e0-407a-8e2b-3b7dd858bc0f" providerId="ADAL" clId="{7EEDEFD5-4BCA-4016-BE06-9E58D10BB4F4}" dt="2026-03-29T20:18:19.710" v="149" actId="14100"/>
          <ac:spMkLst>
            <pc:docMk/>
            <pc:sldMk cId="153124701" sldId="272"/>
            <ac:spMk id="8" creationId="{CC1C552C-03D7-1A11-0E56-784ACD88D8E4}"/>
          </ac:spMkLst>
        </pc:spChg>
        <pc:spChg chg="add del mod">
          <ac:chgData name="Luis Torres" userId="d0083da5-80e0-407a-8e2b-3b7dd858bc0f" providerId="ADAL" clId="{7EEDEFD5-4BCA-4016-BE06-9E58D10BB4F4}" dt="2026-03-29T20:19:29.252" v="161" actId="21"/>
          <ac:spMkLst>
            <pc:docMk/>
            <pc:sldMk cId="153124701" sldId="272"/>
            <ac:spMk id="10" creationId="{6118925F-D072-792B-844C-F9E61A215A87}"/>
          </ac:spMkLst>
        </pc:spChg>
        <pc:picChg chg="mod">
          <ac:chgData name="Luis Torres" userId="d0083da5-80e0-407a-8e2b-3b7dd858bc0f" providerId="ADAL" clId="{7EEDEFD5-4BCA-4016-BE06-9E58D10BB4F4}" dt="2026-03-29T20:18:22.100" v="150" actId="1076"/>
          <ac:picMkLst>
            <pc:docMk/>
            <pc:sldMk cId="153124701" sldId="272"/>
            <ac:picMk id="4" creationId="{C4354DC0-7464-7CA0-690A-4104D2FE98E2}"/>
          </ac:picMkLst>
        </pc:picChg>
        <pc:picChg chg="del">
          <ac:chgData name="Luis Torres" userId="d0083da5-80e0-407a-8e2b-3b7dd858bc0f" providerId="ADAL" clId="{7EEDEFD5-4BCA-4016-BE06-9E58D10BB4F4}" dt="2026-03-29T21:25:50.720" v="481" actId="478"/>
          <ac:picMkLst>
            <pc:docMk/>
            <pc:sldMk cId="153124701" sldId="272"/>
            <ac:picMk id="6" creationId="{F74FCD38-C344-B67B-31CC-6041B834D34B}"/>
          </ac:picMkLst>
        </pc:picChg>
      </pc:sldChg>
      <pc:sldChg chg="addSp delSp modSp mod ord">
        <pc:chgData name="Luis Torres" userId="d0083da5-80e0-407a-8e2b-3b7dd858bc0f" providerId="ADAL" clId="{7EEDEFD5-4BCA-4016-BE06-9E58D10BB4F4}" dt="2026-03-29T21:25:28.794" v="474"/>
        <pc:sldMkLst>
          <pc:docMk/>
          <pc:sldMk cId="1463331758" sldId="273"/>
        </pc:sldMkLst>
        <pc:spChg chg="add mod">
          <ac:chgData name="Luis Torres" userId="d0083da5-80e0-407a-8e2b-3b7dd858bc0f" providerId="ADAL" clId="{7EEDEFD5-4BCA-4016-BE06-9E58D10BB4F4}" dt="2026-03-29T20:18:38.245" v="153"/>
          <ac:spMkLst>
            <pc:docMk/>
            <pc:sldMk cId="1463331758" sldId="273"/>
            <ac:spMk id="2" creationId="{55B8D8F8-5FFC-286D-3196-9E7D08BB25BF}"/>
          </ac:spMkLst>
        </pc:spChg>
        <pc:spChg chg="add del mod">
          <ac:chgData name="Luis Torres" userId="d0083da5-80e0-407a-8e2b-3b7dd858bc0f" providerId="ADAL" clId="{7EEDEFD5-4BCA-4016-BE06-9E58D10BB4F4}" dt="2026-03-29T20:20:03.670" v="167" actId="21"/>
          <ac:spMkLst>
            <pc:docMk/>
            <pc:sldMk cId="1463331758" sldId="273"/>
            <ac:spMk id="10" creationId="{6118925F-D072-792B-844C-F9E61A215A87}"/>
          </ac:spMkLst>
        </pc:spChg>
      </pc:sldChg>
      <pc:sldChg chg="addSp modSp new mod ord">
        <pc:chgData name="Luis Torres" userId="d0083da5-80e0-407a-8e2b-3b7dd858bc0f" providerId="ADAL" clId="{7EEDEFD5-4BCA-4016-BE06-9E58D10BB4F4}" dt="2026-03-29T21:22:44.657" v="456"/>
        <pc:sldMkLst>
          <pc:docMk/>
          <pc:sldMk cId="683696088" sldId="274"/>
        </pc:sldMkLst>
        <pc:spChg chg="mod">
          <ac:chgData name="Luis Torres" userId="d0083da5-80e0-407a-8e2b-3b7dd858bc0f" providerId="ADAL" clId="{7EEDEFD5-4BCA-4016-BE06-9E58D10BB4F4}" dt="2026-03-29T20:26:52.836" v="249"/>
          <ac:spMkLst>
            <pc:docMk/>
            <pc:sldMk cId="683696088" sldId="274"/>
            <ac:spMk id="2" creationId="{B9F51F43-6DBD-9D49-E1AE-11E74DDC6CB8}"/>
          </ac:spMkLst>
        </pc:spChg>
        <pc:spChg chg="mod">
          <ac:chgData name="Luis Torres" userId="d0083da5-80e0-407a-8e2b-3b7dd858bc0f" providerId="ADAL" clId="{7EEDEFD5-4BCA-4016-BE06-9E58D10BB4F4}" dt="2026-03-29T21:22:44.657" v="456"/>
          <ac:spMkLst>
            <pc:docMk/>
            <pc:sldMk cId="683696088" sldId="274"/>
            <ac:spMk id="3" creationId="{DB942144-367C-3AF1-A343-F6A72EBBC03D}"/>
          </ac:spMkLst>
        </pc:spChg>
        <pc:spChg chg="add mod">
          <ac:chgData name="Luis Torres" userId="d0083da5-80e0-407a-8e2b-3b7dd858bc0f" providerId="ADAL" clId="{7EEDEFD5-4BCA-4016-BE06-9E58D10BB4F4}" dt="2026-03-29T20:27:48.480" v="277" actId="1076"/>
          <ac:spMkLst>
            <pc:docMk/>
            <pc:sldMk cId="683696088" sldId="274"/>
            <ac:spMk id="7" creationId="{2612DC12-0D95-D186-5468-DF8413DACA1D}"/>
          </ac:spMkLst>
        </pc:spChg>
        <pc:picChg chg="add mod">
          <ac:chgData name="Luis Torres" userId="d0083da5-80e0-407a-8e2b-3b7dd858bc0f" providerId="ADAL" clId="{7EEDEFD5-4BCA-4016-BE06-9E58D10BB4F4}" dt="2026-03-29T20:27:56.446" v="278"/>
          <ac:picMkLst>
            <pc:docMk/>
            <pc:sldMk cId="683696088" sldId="274"/>
            <ac:picMk id="4" creationId="{7ED8B6BE-C39C-F19B-90C8-9C909EF25B0D}"/>
          </ac:picMkLst>
        </pc:picChg>
      </pc:sldChg>
      <pc:sldChg chg="addSp modSp new mod">
        <pc:chgData name="Luis Torres" userId="d0083da5-80e0-407a-8e2b-3b7dd858bc0f" providerId="ADAL" clId="{7EEDEFD5-4BCA-4016-BE06-9E58D10BB4F4}" dt="2026-03-29T20:29:48.556" v="312"/>
        <pc:sldMkLst>
          <pc:docMk/>
          <pc:sldMk cId="3820521365" sldId="275"/>
        </pc:sldMkLst>
        <pc:spChg chg="mod">
          <ac:chgData name="Luis Torres" userId="d0083da5-80e0-407a-8e2b-3b7dd858bc0f" providerId="ADAL" clId="{7EEDEFD5-4BCA-4016-BE06-9E58D10BB4F4}" dt="2026-03-29T20:28:21.277" v="284"/>
          <ac:spMkLst>
            <pc:docMk/>
            <pc:sldMk cId="3820521365" sldId="275"/>
            <ac:spMk id="2" creationId="{2B9E3A4F-883F-3E43-372E-1BDB0B9F1367}"/>
          </ac:spMkLst>
        </pc:spChg>
        <pc:spChg chg="mod">
          <ac:chgData name="Luis Torres" userId="d0083da5-80e0-407a-8e2b-3b7dd858bc0f" providerId="ADAL" clId="{7EEDEFD5-4BCA-4016-BE06-9E58D10BB4F4}" dt="2026-03-29T20:29:48.556" v="312"/>
          <ac:spMkLst>
            <pc:docMk/>
            <pc:sldMk cId="3820521365" sldId="275"/>
            <ac:spMk id="3" creationId="{80525CF5-22CC-1B1C-351C-EE36116BC31E}"/>
          </ac:spMkLst>
        </pc:spChg>
        <pc:spChg chg="add mod">
          <ac:chgData name="Luis Torres" userId="d0083da5-80e0-407a-8e2b-3b7dd858bc0f" providerId="ADAL" clId="{7EEDEFD5-4BCA-4016-BE06-9E58D10BB4F4}" dt="2026-03-29T20:28:42.551" v="286" actId="1076"/>
          <ac:spMkLst>
            <pc:docMk/>
            <pc:sldMk cId="3820521365" sldId="275"/>
            <ac:spMk id="5" creationId="{FB471969-DE52-E285-5665-DF3ED159EC1D}"/>
          </ac:spMkLst>
        </pc:spChg>
      </pc:sldChg>
      <pc:sldChg chg="modSp new mod">
        <pc:chgData name="Luis Torres" userId="d0083da5-80e0-407a-8e2b-3b7dd858bc0f" providerId="ADAL" clId="{7EEDEFD5-4BCA-4016-BE06-9E58D10BB4F4}" dt="2026-03-29T20:37:47.010" v="455" actId="20577"/>
        <pc:sldMkLst>
          <pc:docMk/>
          <pc:sldMk cId="219549213" sldId="276"/>
        </pc:sldMkLst>
        <pc:spChg chg="mod">
          <ac:chgData name="Luis Torres" userId="d0083da5-80e0-407a-8e2b-3b7dd858bc0f" providerId="ADAL" clId="{7EEDEFD5-4BCA-4016-BE06-9E58D10BB4F4}" dt="2026-03-29T20:30:14.600" v="314"/>
          <ac:spMkLst>
            <pc:docMk/>
            <pc:sldMk cId="219549213" sldId="276"/>
            <ac:spMk id="2" creationId="{C2541172-160F-0720-8543-89835C639D7C}"/>
          </ac:spMkLst>
        </pc:spChg>
        <pc:spChg chg="mod">
          <ac:chgData name="Luis Torres" userId="d0083da5-80e0-407a-8e2b-3b7dd858bc0f" providerId="ADAL" clId="{7EEDEFD5-4BCA-4016-BE06-9E58D10BB4F4}" dt="2026-03-29T20:37:47.010" v="455" actId="20577"/>
          <ac:spMkLst>
            <pc:docMk/>
            <pc:sldMk cId="219549213" sldId="276"/>
            <ac:spMk id="3" creationId="{67ABF8ED-4BDF-CFC4-3066-A8B7AD21A490}"/>
          </ac:spMkLst>
        </pc:spChg>
      </pc:sldChg>
      <pc:sldChg chg="addSp delSp modSp new mod">
        <pc:chgData name="Luis Torres" userId="d0083da5-80e0-407a-8e2b-3b7dd858bc0f" providerId="ADAL" clId="{7EEDEFD5-4BCA-4016-BE06-9E58D10BB4F4}" dt="2026-03-29T21:23:10.482" v="460" actId="478"/>
        <pc:sldMkLst>
          <pc:docMk/>
          <pc:sldMk cId="3408906262" sldId="277"/>
        </pc:sldMkLst>
        <pc:spChg chg="del">
          <ac:chgData name="Luis Torres" userId="d0083da5-80e0-407a-8e2b-3b7dd858bc0f" providerId="ADAL" clId="{7EEDEFD5-4BCA-4016-BE06-9E58D10BB4F4}" dt="2026-03-29T21:23:10.482" v="460" actId="478"/>
          <ac:spMkLst>
            <pc:docMk/>
            <pc:sldMk cId="3408906262" sldId="277"/>
            <ac:spMk id="2" creationId="{ED8BF976-BD24-6F5D-72D7-8BE589AAA270}"/>
          </ac:spMkLst>
        </pc:spChg>
        <pc:spChg chg="del">
          <ac:chgData name="Luis Torres" userId="d0083da5-80e0-407a-8e2b-3b7dd858bc0f" providerId="ADAL" clId="{7EEDEFD5-4BCA-4016-BE06-9E58D10BB4F4}" dt="2026-03-29T21:23:08.310" v="459" actId="478"/>
          <ac:spMkLst>
            <pc:docMk/>
            <pc:sldMk cId="3408906262" sldId="277"/>
            <ac:spMk id="3" creationId="{ACF2956B-AA9E-4F64-252F-F6E6E5344B36}"/>
          </ac:spMkLst>
        </pc:spChg>
        <pc:spChg chg="add mod">
          <ac:chgData name="Luis Torres" userId="d0083da5-80e0-407a-8e2b-3b7dd858bc0f" providerId="ADAL" clId="{7EEDEFD5-4BCA-4016-BE06-9E58D10BB4F4}" dt="2026-03-29T21:23:06.590" v="458"/>
          <ac:spMkLst>
            <pc:docMk/>
            <pc:sldMk cId="3408906262" sldId="277"/>
            <ac:spMk id="5" creationId="{AED6947D-48AE-E598-12DE-03C3F623F64C}"/>
          </ac:spMkLst>
        </pc:spChg>
        <pc:spChg chg="add mod">
          <ac:chgData name="Luis Torres" userId="d0083da5-80e0-407a-8e2b-3b7dd858bc0f" providerId="ADAL" clId="{7EEDEFD5-4BCA-4016-BE06-9E58D10BB4F4}" dt="2026-03-29T21:23:06.590" v="458"/>
          <ac:spMkLst>
            <pc:docMk/>
            <pc:sldMk cId="3408906262" sldId="277"/>
            <ac:spMk id="6" creationId="{7A7EC757-EF8D-3381-DE79-D547EA864A23}"/>
          </ac:spMkLst>
        </pc:spChg>
        <pc:spChg chg="add mod">
          <ac:chgData name="Luis Torres" userId="d0083da5-80e0-407a-8e2b-3b7dd858bc0f" providerId="ADAL" clId="{7EEDEFD5-4BCA-4016-BE06-9E58D10BB4F4}" dt="2026-03-29T21:23:06.590" v="458"/>
          <ac:spMkLst>
            <pc:docMk/>
            <pc:sldMk cId="3408906262" sldId="277"/>
            <ac:spMk id="7" creationId="{5AD76127-4091-B2D0-4094-1F783A4938DF}"/>
          </ac:spMkLst>
        </pc:spChg>
        <pc:picChg chg="add mod">
          <ac:chgData name="Luis Torres" userId="d0083da5-80e0-407a-8e2b-3b7dd858bc0f" providerId="ADAL" clId="{7EEDEFD5-4BCA-4016-BE06-9E58D10BB4F4}" dt="2026-03-29T21:23:06.590" v="458"/>
          <ac:picMkLst>
            <pc:docMk/>
            <pc:sldMk cId="3408906262" sldId="277"/>
            <ac:picMk id="4" creationId="{D4DB48D6-DDBE-887C-B687-ED3CAEB4C178}"/>
          </ac:picMkLst>
        </pc:picChg>
      </pc:sldChg>
      <pc:sldChg chg="addSp delSp modSp new mod">
        <pc:chgData name="Luis Torres" userId="d0083da5-80e0-407a-8e2b-3b7dd858bc0f" providerId="ADAL" clId="{7EEDEFD5-4BCA-4016-BE06-9E58D10BB4F4}" dt="2026-03-29T21:24:44.746" v="467" actId="1076"/>
        <pc:sldMkLst>
          <pc:docMk/>
          <pc:sldMk cId="2782108251" sldId="278"/>
        </pc:sldMkLst>
        <pc:spChg chg="del">
          <ac:chgData name="Luis Torres" userId="d0083da5-80e0-407a-8e2b-3b7dd858bc0f" providerId="ADAL" clId="{7EEDEFD5-4BCA-4016-BE06-9E58D10BB4F4}" dt="2026-03-29T21:24:40.905" v="463" actId="478"/>
          <ac:spMkLst>
            <pc:docMk/>
            <pc:sldMk cId="2782108251" sldId="278"/>
            <ac:spMk id="2" creationId="{E57EF9BF-0B6E-646E-40B2-A5AAAB06D37F}"/>
          </ac:spMkLst>
        </pc:spChg>
        <pc:spChg chg="del">
          <ac:chgData name="Luis Torres" userId="d0083da5-80e0-407a-8e2b-3b7dd858bc0f" providerId="ADAL" clId="{7EEDEFD5-4BCA-4016-BE06-9E58D10BB4F4}" dt="2026-03-29T21:24:41.723" v="464" actId="478"/>
          <ac:spMkLst>
            <pc:docMk/>
            <pc:sldMk cId="2782108251" sldId="278"/>
            <ac:spMk id="3" creationId="{D4F596BD-23D7-C48C-FC5F-0DD9B820D8B1}"/>
          </ac:spMkLst>
        </pc:spChg>
        <pc:picChg chg="add mod">
          <ac:chgData name="Luis Torres" userId="d0083da5-80e0-407a-8e2b-3b7dd858bc0f" providerId="ADAL" clId="{7EEDEFD5-4BCA-4016-BE06-9E58D10BB4F4}" dt="2026-03-29T21:24:44.746" v="467" actId="1076"/>
          <ac:picMkLst>
            <pc:docMk/>
            <pc:sldMk cId="2782108251" sldId="278"/>
            <ac:picMk id="4" creationId="{565635E4-967B-B4F0-2FEC-D20EA860681D}"/>
          </ac:picMkLst>
        </pc:picChg>
      </pc:sldChg>
      <pc:sldChg chg="addSp delSp modSp new mod">
        <pc:chgData name="Luis Torres" userId="d0083da5-80e0-407a-8e2b-3b7dd858bc0f" providerId="ADAL" clId="{7EEDEFD5-4BCA-4016-BE06-9E58D10BB4F4}" dt="2026-03-29T21:25:19.530" v="472" actId="1076"/>
        <pc:sldMkLst>
          <pc:docMk/>
          <pc:sldMk cId="2934902311" sldId="279"/>
        </pc:sldMkLst>
        <pc:spChg chg="mod">
          <ac:chgData name="Luis Torres" userId="d0083da5-80e0-407a-8e2b-3b7dd858bc0f" providerId="ADAL" clId="{7EEDEFD5-4BCA-4016-BE06-9E58D10BB4F4}" dt="2026-03-29T21:25:14.840" v="470"/>
          <ac:spMkLst>
            <pc:docMk/>
            <pc:sldMk cId="2934902311" sldId="279"/>
            <ac:spMk id="2" creationId="{AEDF3090-F24C-4B63-AE74-D17357886B5E}"/>
          </ac:spMkLst>
        </pc:spChg>
        <pc:spChg chg="del">
          <ac:chgData name="Luis Torres" userId="d0083da5-80e0-407a-8e2b-3b7dd858bc0f" providerId="ADAL" clId="{7EEDEFD5-4BCA-4016-BE06-9E58D10BB4F4}" dt="2026-03-29T21:25:17.280" v="471" actId="478"/>
          <ac:spMkLst>
            <pc:docMk/>
            <pc:sldMk cId="2934902311" sldId="279"/>
            <ac:spMk id="3" creationId="{4EACE7B8-D212-E1D1-4318-50B5668C9059}"/>
          </ac:spMkLst>
        </pc:spChg>
        <pc:spChg chg="add mod">
          <ac:chgData name="Luis Torres" userId="d0083da5-80e0-407a-8e2b-3b7dd858bc0f" providerId="ADAL" clId="{7EEDEFD5-4BCA-4016-BE06-9E58D10BB4F4}" dt="2026-03-29T21:25:19.530" v="472" actId="1076"/>
          <ac:spMkLst>
            <pc:docMk/>
            <pc:sldMk cId="2934902311" sldId="279"/>
            <ac:spMk id="4" creationId="{B149AB33-ECB5-2600-EE43-FBB642DDF65E}"/>
          </ac:spMkLst>
        </pc:spChg>
        <pc:picChg chg="add mod">
          <ac:chgData name="Luis Torres" userId="d0083da5-80e0-407a-8e2b-3b7dd858bc0f" providerId="ADAL" clId="{7EEDEFD5-4BCA-4016-BE06-9E58D10BB4F4}" dt="2026-03-29T21:25:09.828" v="469"/>
          <ac:picMkLst>
            <pc:docMk/>
            <pc:sldMk cId="2934902311" sldId="279"/>
            <ac:picMk id="5" creationId="{AAC9A327-4677-7CF1-A5D8-63E27EEEE8D7}"/>
          </ac:picMkLst>
        </pc:picChg>
        <pc:picChg chg="add mod">
          <ac:chgData name="Luis Torres" userId="d0083da5-80e0-407a-8e2b-3b7dd858bc0f" providerId="ADAL" clId="{7EEDEFD5-4BCA-4016-BE06-9E58D10BB4F4}" dt="2026-03-29T21:25:09.828" v="469"/>
          <ac:picMkLst>
            <pc:docMk/>
            <pc:sldMk cId="2934902311" sldId="279"/>
            <ac:picMk id="6" creationId="{4146D3B8-A86A-60A9-BBD4-CBF1EEDDE3C4}"/>
          </ac:picMkLst>
        </pc:picChg>
        <pc:picChg chg="add mod">
          <ac:chgData name="Luis Torres" userId="d0083da5-80e0-407a-8e2b-3b7dd858bc0f" providerId="ADAL" clId="{7EEDEFD5-4BCA-4016-BE06-9E58D10BB4F4}" dt="2026-03-29T21:25:09.828" v="469"/>
          <ac:picMkLst>
            <pc:docMk/>
            <pc:sldMk cId="2934902311" sldId="279"/>
            <ac:picMk id="7" creationId="{C411CAC5-C46C-A0C4-2E88-D560831C2E1C}"/>
          </ac:picMkLst>
        </pc:picChg>
        <pc:picChg chg="add mod">
          <ac:chgData name="Luis Torres" userId="d0083da5-80e0-407a-8e2b-3b7dd858bc0f" providerId="ADAL" clId="{7EEDEFD5-4BCA-4016-BE06-9E58D10BB4F4}" dt="2026-03-29T21:25:09.828" v="469"/>
          <ac:picMkLst>
            <pc:docMk/>
            <pc:sldMk cId="2934902311" sldId="279"/>
            <ac:picMk id="8" creationId="{612BF685-6B9B-D9C6-438D-9206F2927658}"/>
          </ac:picMkLst>
        </pc:picChg>
      </pc:sldChg>
      <pc:sldChg chg="modSp new mod">
        <pc:chgData name="Luis Torres" userId="d0083da5-80e0-407a-8e2b-3b7dd858bc0f" providerId="ADAL" clId="{7EEDEFD5-4BCA-4016-BE06-9E58D10BB4F4}" dt="2026-03-29T21:26:58.470" v="550" actId="6549"/>
        <pc:sldMkLst>
          <pc:docMk/>
          <pc:sldMk cId="960852904" sldId="280"/>
        </pc:sldMkLst>
        <pc:spChg chg="mod">
          <ac:chgData name="Luis Torres" userId="d0083da5-80e0-407a-8e2b-3b7dd858bc0f" providerId="ADAL" clId="{7EEDEFD5-4BCA-4016-BE06-9E58D10BB4F4}" dt="2026-03-29T21:26:38.844" v="545"/>
          <ac:spMkLst>
            <pc:docMk/>
            <pc:sldMk cId="960852904" sldId="280"/>
            <ac:spMk id="2" creationId="{9437AD62-23DE-4F3C-D353-C036E6678B35}"/>
          </ac:spMkLst>
        </pc:spChg>
        <pc:spChg chg="mod">
          <ac:chgData name="Luis Torres" userId="d0083da5-80e0-407a-8e2b-3b7dd858bc0f" providerId="ADAL" clId="{7EEDEFD5-4BCA-4016-BE06-9E58D10BB4F4}" dt="2026-03-29T21:26:58.470" v="550" actId="6549"/>
          <ac:spMkLst>
            <pc:docMk/>
            <pc:sldMk cId="960852904" sldId="280"/>
            <ac:spMk id="3" creationId="{035BB63A-889E-2CDE-7A8B-0A90AB25A449}"/>
          </ac:spMkLst>
        </pc:spChg>
      </pc:sldChg>
      <pc:sldChg chg="addSp delSp modSp new mod">
        <pc:chgData name="Luis Torres" userId="d0083da5-80e0-407a-8e2b-3b7dd858bc0f" providerId="ADAL" clId="{7EEDEFD5-4BCA-4016-BE06-9E58D10BB4F4}" dt="2026-03-29T21:28:04.810" v="555"/>
        <pc:sldMkLst>
          <pc:docMk/>
          <pc:sldMk cId="2699606993" sldId="281"/>
        </pc:sldMkLst>
        <pc:spChg chg="del">
          <ac:chgData name="Luis Torres" userId="d0083da5-80e0-407a-8e2b-3b7dd858bc0f" providerId="ADAL" clId="{7EEDEFD5-4BCA-4016-BE06-9E58D10BB4F4}" dt="2026-03-29T21:27:36.580" v="553" actId="478"/>
          <ac:spMkLst>
            <pc:docMk/>
            <pc:sldMk cId="2699606993" sldId="281"/>
            <ac:spMk id="2" creationId="{565C9694-53DE-CC9D-9E08-3D4C4FEF987E}"/>
          </ac:spMkLst>
        </pc:spChg>
        <pc:spChg chg="del">
          <ac:chgData name="Luis Torres" userId="d0083da5-80e0-407a-8e2b-3b7dd858bc0f" providerId="ADAL" clId="{7EEDEFD5-4BCA-4016-BE06-9E58D10BB4F4}" dt="2026-03-29T21:27:38.510" v="554" actId="478"/>
          <ac:spMkLst>
            <pc:docMk/>
            <pc:sldMk cId="2699606993" sldId="281"/>
            <ac:spMk id="3" creationId="{04A4C876-5527-E9D4-B1E8-9703C3D81A89}"/>
          </ac:spMkLst>
        </pc:spChg>
        <pc:spChg chg="add mod">
          <ac:chgData name="Luis Torres" userId="d0083da5-80e0-407a-8e2b-3b7dd858bc0f" providerId="ADAL" clId="{7EEDEFD5-4BCA-4016-BE06-9E58D10BB4F4}" dt="2026-03-29T21:27:31.710" v="552"/>
          <ac:spMkLst>
            <pc:docMk/>
            <pc:sldMk cId="2699606993" sldId="281"/>
            <ac:spMk id="4" creationId="{408B8B4E-C50C-88CC-A237-774C8F6B8450}"/>
          </ac:spMkLst>
        </pc:spChg>
        <pc:spChg chg="add mod">
          <ac:chgData name="Luis Torres" userId="d0083da5-80e0-407a-8e2b-3b7dd858bc0f" providerId="ADAL" clId="{7EEDEFD5-4BCA-4016-BE06-9E58D10BB4F4}" dt="2026-03-29T21:27:31.710" v="552"/>
          <ac:spMkLst>
            <pc:docMk/>
            <pc:sldMk cId="2699606993" sldId="281"/>
            <ac:spMk id="5" creationId="{E82C0F90-322A-1B31-0BF8-11F79C11E373}"/>
          </ac:spMkLst>
        </pc:spChg>
        <pc:spChg chg="add mod">
          <ac:chgData name="Luis Torres" userId="d0083da5-80e0-407a-8e2b-3b7dd858bc0f" providerId="ADAL" clId="{7EEDEFD5-4BCA-4016-BE06-9E58D10BB4F4}" dt="2026-03-29T21:28:04.810" v="555"/>
          <ac:spMkLst>
            <pc:docMk/>
            <pc:sldMk cId="2699606993" sldId="281"/>
            <ac:spMk id="7" creationId="{F17A5D5F-6D2F-0EB3-9206-B6C88E627CBA}"/>
          </ac:spMkLst>
        </pc:spChg>
        <pc:spChg chg="add mod">
          <ac:chgData name="Luis Torres" userId="d0083da5-80e0-407a-8e2b-3b7dd858bc0f" providerId="ADAL" clId="{7EEDEFD5-4BCA-4016-BE06-9E58D10BB4F4}" dt="2026-03-29T21:28:04.810" v="555"/>
          <ac:spMkLst>
            <pc:docMk/>
            <pc:sldMk cId="2699606993" sldId="281"/>
            <ac:spMk id="10" creationId="{9222CABA-23F2-9501-FFFF-A156866AAE24}"/>
          </ac:spMkLst>
        </pc:spChg>
        <pc:picChg chg="add mod">
          <ac:chgData name="Luis Torres" userId="d0083da5-80e0-407a-8e2b-3b7dd858bc0f" providerId="ADAL" clId="{7EEDEFD5-4BCA-4016-BE06-9E58D10BB4F4}" dt="2026-03-29T21:27:31.710" v="552"/>
          <ac:picMkLst>
            <pc:docMk/>
            <pc:sldMk cId="2699606993" sldId="281"/>
            <ac:picMk id="6" creationId="{7F831B6E-1408-DEE4-5AAE-4BF908BF3E48}"/>
          </ac:picMkLst>
        </pc:picChg>
        <pc:picChg chg="add mod">
          <ac:chgData name="Luis Torres" userId="d0083da5-80e0-407a-8e2b-3b7dd858bc0f" providerId="ADAL" clId="{7EEDEFD5-4BCA-4016-BE06-9E58D10BB4F4}" dt="2026-03-29T21:28:04.810" v="555"/>
          <ac:picMkLst>
            <pc:docMk/>
            <pc:sldMk cId="2699606993" sldId="281"/>
            <ac:picMk id="8" creationId="{96951AFF-A948-8A74-B989-18AB8341DF79}"/>
          </ac:picMkLst>
        </pc:picChg>
        <pc:picChg chg="add mod">
          <ac:chgData name="Luis Torres" userId="d0083da5-80e0-407a-8e2b-3b7dd858bc0f" providerId="ADAL" clId="{7EEDEFD5-4BCA-4016-BE06-9E58D10BB4F4}" dt="2026-03-29T21:28:04.810" v="555"/>
          <ac:picMkLst>
            <pc:docMk/>
            <pc:sldMk cId="2699606993" sldId="281"/>
            <ac:picMk id="9" creationId="{190013AF-281D-AED8-B06D-DE2C059E7CF5}"/>
          </ac:picMkLst>
        </pc:picChg>
      </pc:sldChg>
      <pc:sldChg chg="addSp delSp modSp new mod">
        <pc:chgData name="Luis Torres" userId="d0083da5-80e0-407a-8e2b-3b7dd858bc0f" providerId="ADAL" clId="{7EEDEFD5-4BCA-4016-BE06-9E58D10BB4F4}" dt="2026-03-29T21:28:13.830" v="559" actId="478"/>
        <pc:sldMkLst>
          <pc:docMk/>
          <pc:sldMk cId="235026217" sldId="282"/>
        </pc:sldMkLst>
        <pc:spChg chg="del">
          <ac:chgData name="Luis Torres" userId="d0083da5-80e0-407a-8e2b-3b7dd858bc0f" providerId="ADAL" clId="{7EEDEFD5-4BCA-4016-BE06-9E58D10BB4F4}" dt="2026-03-29T21:28:12.368" v="558" actId="478"/>
          <ac:spMkLst>
            <pc:docMk/>
            <pc:sldMk cId="235026217" sldId="282"/>
            <ac:spMk id="2" creationId="{3E6F9D4B-D8A0-DEC9-CADA-7E5795928B22}"/>
          </ac:spMkLst>
        </pc:spChg>
        <pc:spChg chg="del">
          <ac:chgData name="Luis Torres" userId="d0083da5-80e0-407a-8e2b-3b7dd858bc0f" providerId="ADAL" clId="{7EEDEFD5-4BCA-4016-BE06-9E58D10BB4F4}" dt="2026-03-29T21:28:13.830" v="559" actId="478"/>
          <ac:spMkLst>
            <pc:docMk/>
            <pc:sldMk cId="235026217" sldId="282"/>
            <ac:spMk id="3" creationId="{9DD658ED-B49C-A184-0370-D3ABDD3AA5C6}"/>
          </ac:spMkLst>
        </pc:spChg>
        <pc:spChg chg="add mod">
          <ac:chgData name="Luis Torres" userId="d0083da5-80e0-407a-8e2b-3b7dd858bc0f" providerId="ADAL" clId="{7EEDEFD5-4BCA-4016-BE06-9E58D10BB4F4}" dt="2026-03-29T21:28:10.234" v="557"/>
          <ac:spMkLst>
            <pc:docMk/>
            <pc:sldMk cId="235026217" sldId="282"/>
            <ac:spMk id="4" creationId="{3CF8B155-EABB-237D-A0CB-994DCAD51615}"/>
          </ac:spMkLst>
        </pc:spChg>
        <pc:spChg chg="add mod">
          <ac:chgData name="Luis Torres" userId="d0083da5-80e0-407a-8e2b-3b7dd858bc0f" providerId="ADAL" clId="{7EEDEFD5-4BCA-4016-BE06-9E58D10BB4F4}" dt="2026-03-29T21:28:10.234" v="557"/>
          <ac:spMkLst>
            <pc:docMk/>
            <pc:sldMk cId="235026217" sldId="282"/>
            <ac:spMk id="7" creationId="{D58606C7-F1D7-494B-6DDB-FB6206A80561}"/>
          </ac:spMkLst>
        </pc:spChg>
        <pc:picChg chg="add mod">
          <ac:chgData name="Luis Torres" userId="d0083da5-80e0-407a-8e2b-3b7dd858bc0f" providerId="ADAL" clId="{7EEDEFD5-4BCA-4016-BE06-9E58D10BB4F4}" dt="2026-03-29T21:28:10.234" v="557"/>
          <ac:picMkLst>
            <pc:docMk/>
            <pc:sldMk cId="235026217" sldId="282"/>
            <ac:picMk id="5" creationId="{F167E9EA-ED1F-EE3F-1613-D9A408622F6E}"/>
          </ac:picMkLst>
        </pc:picChg>
        <pc:picChg chg="add mod">
          <ac:chgData name="Luis Torres" userId="d0083da5-80e0-407a-8e2b-3b7dd858bc0f" providerId="ADAL" clId="{7EEDEFD5-4BCA-4016-BE06-9E58D10BB4F4}" dt="2026-03-29T21:28:10.234" v="557"/>
          <ac:picMkLst>
            <pc:docMk/>
            <pc:sldMk cId="235026217" sldId="282"/>
            <ac:picMk id="6" creationId="{43FF10DF-8D71-35BD-A8C6-BB0F095D2754}"/>
          </ac:picMkLst>
        </pc:picChg>
      </pc:sldChg>
      <pc:sldChg chg="addSp delSp modSp new mod">
        <pc:chgData name="Luis Torres" userId="d0083da5-80e0-407a-8e2b-3b7dd858bc0f" providerId="ADAL" clId="{7EEDEFD5-4BCA-4016-BE06-9E58D10BB4F4}" dt="2026-03-29T21:28:52.510" v="564"/>
        <pc:sldMkLst>
          <pc:docMk/>
          <pc:sldMk cId="3161246232" sldId="283"/>
        </pc:sldMkLst>
        <pc:spChg chg="del">
          <ac:chgData name="Luis Torres" userId="d0083da5-80e0-407a-8e2b-3b7dd858bc0f" providerId="ADAL" clId="{7EEDEFD5-4BCA-4016-BE06-9E58D10BB4F4}" dt="2026-03-29T21:28:38.111" v="562" actId="478"/>
          <ac:spMkLst>
            <pc:docMk/>
            <pc:sldMk cId="3161246232" sldId="283"/>
            <ac:spMk id="2" creationId="{13F17F65-D521-DE7D-2E8A-24404159E6E6}"/>
          </ac:spMkLst>
        </pc:spChg>
        <pc:spChg chg="del">
          <ac:chgData name="Luis Torres" userId="d0083da5-80e0-407a-8e2b-3b7dd858bc0f" providerId="ADAL" clId="{7EEDEFD5-4BCA-4016-BE06-9E58D10BB4F4}" dt="2026-03-29T21:28:36.951" v="561" actId="478"/>
          <ac:spMkLst>
            <pc:docMk/>
            <pc:sldMk cId="3161246232" sldId="283"/>
            <ac:spMk id="3" creationId="{478CCB8A-C6E9-C308-8D6D-9E328B212595}"/>
          </ac:spMkLst>
        </pc:spChg>
        <pc:spChg chg="add mod">
          <ac:chgData name="Luis Torres" userId="d0083da5-80e0-407a-8e2b-3b7dd858bc0f" providerId="ADAL" clId="{7EEDEFD5-4BCA-4016-BE06-9E58D10BB4F4}" dt="2026-03-29T21:28:39.077" v="563"/>
          <ac:spMkLst>
            <pc:docMk/>
            <pc:sldMk cId="3161246232" sldId="283"/>
            <ac:spMk id="4" creationId="{5E45F724-4300-1660-F23E-940B8F2E9A4E}"/>
          </ac:spMkLst>
        </pc:spChg>
        <pc:spChg chg="add mod">
          <ac:chgData name="Luis Torres" userId="d0083da5-80e0-407a-8e2b-3b7dd858bc0f" providerId="ADAL" clId="{7EEDEFD5-4BCA-4016-BE06-9E58D10BB4F4}" dt="2026-03-29T21:28:39.077" v="563"/>
          <ac:spMkLst>
            <pc:docMk/>
            <pc:sldMk cId="3161246232" sldId="283"/>
            <ac:spMk id="5" creationId="{5F146C95-6DA1-0878-92DC-BA48DB01AFF5}"/>
          </ac:spMkLst>
        </pc:spChg>
        <pc:spChg chg="mod">
          <ac:chgData name="Luis Torres" userId="d0083da5-80e0-407a-8e2b-3b7dd858bc0f" providerId="ADAL" clId="{7EEDEFD5-4BCA-4016-BE06-9E58D10BB4F4}" dt="2026-03-29T21:28:52.510" v="564"/>
          <ac:spMkLst>
            <pc:docMk/>
            <pc:sldMk cId="3161246232" sldId="283"/>
            <ac:spMk id="7" creationId="{E6F6A88D-86B3-85FC-2B60-E2B68E2E0426}"/>
          </ac:spMkLst>
        </pc:spChg>
        <pc:spChg chg="mod">
          <ac:chgData name="Luis Torres" userId="d0083da5-80e0-407a-8e2b-3b7dd858bc0f" providerId="ADAL" clId="{7EEDEFD5-4BCA-4016-BE06-9E58D10BB4F4}" dt="2026-03-29T21:28:52.510" v="564"/>
          <ac:spMkLst>
            <pc:docMk/>
            <pc:sldMk cId="3161246232" sldId="283"/>
            <ac:spMk id="8" creationId="{4DC203D4-A39A-DD34-ABD4-F58C3D487E19}"/>
          </ac:spMkLst>
        </pc:spChg>
        <pc:grpChg chg="add mod">
          <ac:chgData name="Luis Torres" userId="d0083da5-80e0-407a-8e2b-3b7dd858bc0f" providerId="ADAL" clId="{7EEDEFD5-4BCA-4016-BE06-9E58D10BB4F4}" dt="2026-03-29T21:28:52.510" v="564"/>
          <ac:grpSpMkLst>
            <pc:docMk/>
            <pc:sldMk cId="3161246232" sldId="283"/>
            <ac:grpSpMk id="6" creationId="{458E6535-2066-342C-0370-31CA85D1C9E2}"/>
          </ac:grpSpMkLst>
        </pc:grpChg>
      </pc:sldChg>
      <pc:sldChg chg="addSp delSp modSp new mod">
        <pc:chgData name="Luis Torres" userId="d0083da5-80e0-407a-8e2b-3b7dd858bc0f" providerId="ADAL" clId="{7EEDEFD5-4BCA-4016-BE06-9E58D10BB4F4}" dt="2026-03-29T21:29:33.747" v="569"/>
        <pc:sldMkLst>
          <pc:docMk/>
          <pc:sldMk cId="2343391174" sldId="284"/>
        </pc:sldMkLst>
        <pc:spChg chg="del">
          <ac:chgData name="Luis Torres" userId="d0083da5-80e0-407a-8e2b-3b7dd858bc0f" providerId="ADAL" clId="{7EEDEFD5-4BCA-4016-BE06-9E58D10BB4F4}" dt="2026-03-29T21:29:23.570" v="568" actId="478"/>
          <ac:spMkLst>
            <pc:docMk/>
            <pc:sldMk cId="2343391174" sldId="284"/>
            <ac:spMk id="2" creationId="{67048CF8-60E0-6109-D0BB-C193E345AA14}"/>
          </ac:spMkLst>
        </pc:spChg>
        <pc:spChg chg="del">
          <ac:chgData name="Luis Torres" userId="d0083da5-80e0-407a-8e2b-3b7dd858bc0f" providerId="ADAL" clId="{7EEDEFD5-4BCA-4016-BE06-9E58D10BB4F4}" dt="2026-03-29T21:29:21.870" v="567" actId="478"/>
          <ac:spMkLst>
            <pc:docMk/>
            <pc:sldMk cId="2343391174" sldId="284"/>
            <ac:spMk id="3" creationId="{F1E94D0A-7F3A-EDDC-0E00-86C7079AFD4F}"/>
          </ac:spMkLst>
        </pc:spChg>
        <pc:spChg chg="add mod">
          <ac:chgData name="Luis Torres" userId="d0083da5-80e0-407a-8e2b-3b7dd858bc0f" providerId="ADAL" clId="{7EEDEFD5-4BCA-4016-BE06-9E58D10BB4F4}" dt="2026-03-29T21:29:20.300" v="566"/>
          <ac:spMkLst>
            <pc:docMk/>
            <pc:sldMk cId="2343391174" sldId="284"/>
            <ac:spMk id="6" creationId="{38631854-F02B-0F21-8953-29CCA46626B1}"/>
          </ac:spMkLst>
        </pc:spChg>
        <pc:spChg chg="add mod">
          <ac:chgData name="Luis Torres" userId="d0083da5-80e0-407a-8e2b-3b7dd858bc0f" providerId="ADAL" clId="{7EEDEFD5-4BCA-4016-BE06-9E58D10BB4F4}" dt="2026-03-29T21:29:20.300" v="566"/>
          <ac:spMkLst>
            <pc:docMk/>
            <pc:sldMk cId="2343391174" sldId="284"/>
            <ac:spMk id="7" creationId="{23D23B7E-83FC-F613-07CB-73434A71AB83}"/>
          </ac:spMkLst>
        </pc:spChg>
        <pc:spChg chg="add mod">
          <ac:chgData name="Luis Torres" userId="d0083da5-80e0-407a-8e2b-3b7dd858bc0f" providerId="ADAL" clId="{7EEDEFD5-4BCA-4016-BE06-9E58D10BB4F4}" dt="2026-03-29T21:29:20.300" v="566"/>
          <ac:spMkLst>
            <pc:docMk/>
            <pc:sldMk cId="2343391174" sldId="284"/>
            <ac:spMk id="10" creationId="{2E75599E-6C03-DB2F-7E1C-EF53B255EDA6}"/>
          </ac:spMkLst>
        </pc:spChg>
        <pc:spChg chg="add mod">
          <ac:chgData name="Luis Torres" userId="d0083da5-80e0-407a-8e2b-3b7dd858bc0f" providerId="ADAL" clId="{7EEDEFD5-4BCA-4016-BE06-9E58D10BB4F4}" dt="2026-03-29T21:29:20.300" v="566"/>
          <ac:spMkLst>
            <pc:docMk/>
            <pc:sldMk cId="2343391174" sldId="284"/>
            <ac:spMk id="14" creationId="{CD348EE0-0478-DF3E-F4AB-BCEFD39F2509}"/>
          </ac:spMkLst>
        </pc:spChg>
        <pc:spChg chg="add mod">
          <ac:chgData name="Luis Torres" userId="d0083da5-80e0-407a-8e2b-3b7dd858bc0f" providerId="ADAL" clId="{7EEDEFD5-4BCA-4016-BE06-9E58D10BB4F4}" dt="2026-03-29T21:29:20.300" v="566"/>
          <ac:spMkLst>
            <pc:docMk/>
            <pc:sldMk cId="2343391174" sldId="284"/>
            <ac:spMk id="16" creationId="{CB0D6BBE-6D76-E43C-5D41-C96AE6D7C9BF}"/>
          </ac:spMkLst>
        </pc:spChg>
        <pc:spChg chg="add mod">
          <ac:chgData name="Luis Torres" userId="d0083da5-80e0-407a-8e2b-3b7dd858bc0f" providerId="ADAL" clId="{7EEDEFD5-4BCA-4016-BE06-9E58D10BB4F4}" dt="2026-03-29T21:29:20.300" v="566"/>
          <ac:spMkLst>
            <pc:docMk/>
            <pc:sldMk cId="2343391174" sldId="284"/>
            <ac:spMk id="17" creationId="{A1A8FAB3-D992-C4D6-3627-76B5124A2F63}"/>
          </ac:spMkLst>
        </pc:spChg>
        <pc:spChg chg="add mod">
          <ac:chgData name="Luis Torres" userId="d0083da5-80e0-407a-8e2b-3b7dd858bc0f" providerId="ADAL" clId="{7EEDEFD5-4BCA-4016-BE06-9E58D10BB4F4}" dt="2026-03-29T21:29:20.300" v="566"/>
          <ac:spMkLst>
            <pc:docMk/>
            <pc:sldMk cId="2343391174" sldId="284"/>
            <ac:spMk id="19" creationId="{FA222C27-3456-BFCD-2240-D09115379D92}"/>
          </ac:spMkLst>
        </pc:spChg>
        <pc:spChg chg="add mod">
          <ac:chgData name="Luis Torres" userId="d0083da5-80e0-407a-8e2b-3b7dd858bc0f" providerId="ADAL" clId="{7EEDEFD5-4BCA-4016-BE06-9E58D10BB4F4}" dt="2026-03-29T21:29:20.300" v="566"/>
          <ac:spMkLst>
            <pc:docMk/>
            <pc:sldMk cId="2343391174" sldId="284"/>
            <ac:spMk id="22" creationId="{99BC75BC-5701-C638-EBF1-1DAA37B1AC14}"/>
          </ac:spMkLst>
        </pc:spChg>
        <pc:spChg chg="add mod">
          <ac:chgData name="Luis Torres" userId="d0083da5-80e0-407a-8e2b-3b7dd858bc0f" providerId="ADAL" clId="{7EEDEFD5-4BCA-4016-BE06-9E58D10BB4F4}" dt="2026-03-29T21:29:20.300" v="566"/>
          <ac:spMkLst>
            <pc:docMk/>
            <pc:sldMk cId="2343391174" sldId="284"/>
            <ac:spMk id="23" creationId="{68284D87-930F-8169-9DD1-2326C0447B6F}"/>
          </ac:spMkLst>
        </pc:spChg>
        <pc:spChg chg="add mod">
          <ac:chgData name="Luis Torres" userId="d0083da5-80e0-407a-8e2b-3b7dd858bc0f" providerId="ADAL" clId="{7EEDEFD5-4BCA-4016-BE06-9E58D10BB4F4}" dt="2026-03-29T21:29:20.300" v="566"/>
          <ac:spMkLst>
            <pc:docMk/>
            <pc:sldMk cId="2343391174" sldId="284"/>
            <ac:spMk id="24" creationId="{D21E15F0-4A79-2EC4-F032-8BF64A4FF4EE}"/>
          </ac:spMkLst>
        </pc:spChg>
        <pc:spChg chg="mod">
          <ac:chgData name="Luis Torres" userId="d0083da5-80e0-407a-8e2b-3b7dd858bc0f" providerId="ADAL" clId="{7EEDEFD5-4BCA-4016-BE06-9E58D10BB4F4}" dt="2026-03-29T21:29:33.747" v="569"/>
          <ac:spMkLst>
            <pc:docMk/>
            <pc:sldMk cId="2343391174" sldId="284"/>
            <ac:spMk id="26" creationId="{5EAB0D0A-DA1E-4629-533A-DEE514DB79C3}"/>
          </ac:spMkLst>
        </pc:spChg>
        <pc:spChg chg="mod">
          <ac:chgData name="Luis Torres" userId="d0083da5-80e0-407a-8e2b-3b7dd858bc0f" providerId="ADAL" clId="{7EEDEFD5-4BCA-4016-BE06-9E58D10BB4F4}" dt="2026-03-29T21:29:33.747" v="569"/>
          <ac:spMkLst>
            <pc:docMk/>
            <pc:sldMk cId="2343391174" sldId="284"/>
            <ac:spMk id="27" creationId="{81548F87-9C87-0037-8F86-BF7459431AC3}"/>
          </ac:spMkLst>
        </pc:spChg>
        <pc:spChg chg="mod">
          <ac:chgData name="Luis Torres" userId="d0083da5-80e0-407a-8e2b-3b7dd858bc0f" providerId="ADAL" clId="{7EEDEFD5-4BCA-4016-BE06-9E58D10BB4F4}" dt="2026-03-29T21:29:33.747" v="569"/>
          <ac:spMkLst>
            <pc:docMk/>
            <pc:sldMk cId="2343391174" sldId="284"/>
            <ac:spMk id="28" creationId="{5B2733B0-6553-7ED4-678B-FCB8770485FF}"/>
          </ac:spMkLst>
        </pc:spChg>
        <pc:spChg chg="add mod">
          <ac:chgData name="Luis Torres" userId="d0083da5-80e0-407a-8e2b-3b7dd858bc0f" providerId="ADAL" clId="{7EEDEFD5-4BCA-4016-BE06-9E58D10BB4F4}" dt="2026-03-29T21:29:33.747" v="569"/>
          <ac:spMkLst>
            <pc:docMk/>
            <pc:sldMk cId="2343391174" sldId="284"/>
            <ac:spMk id="31" creationId="{6F86C90B-5D43-F331-5886-2528C9100E01}"/>
          </ac:spMkLst>
        </pc:spChg>
        <pc:grpChg chg="add mod">
          <ac:chgData name="Luis Torres" userId="d0083da5-80e0-407a-8e2b-3b7dd858bc0f" providerId="ADAL" clId="{7EEDEFD5-4BCA-4016-BE06-9E58D10BB4F4}" dt="2026-03-29T21:29:33.747" v="569"/>
          <ac:grpSpMkLst>
            <pc:docMk/>
            <pc:sldMk cId="2343391174" sldId="284"/>
            <ac:grpSpMk id="25" creationId="{C0CD42FE-2D3E-798D-EB82-3846D86509CF}"/>
          </ac:grpSpMkLst>
        </pc:grpChg>
        <pc:cxnChg chg="mod">
          <ac:chgData name="Luis Torres" userId="d0083da5-80e0-407a-8e2b-3b7dd858bc0f" providerId="ADAL" clId="{7EEDEFD5-4BCA-4016-BE06-9E58D10BB4F4}" dt="2026-03-29T21:29:33.747" v="569"/>
          <ac:cxnSpMkLst>
            <pc:docMk/>
            <pc:sldMk cId="2343391174" sldId="284"/>
            <ac:cxnSpMk id="29" creationId="{E25C5D39-C589-4111-0915-E52DDDE10BF2}"/>
          </ac:cxnSpMkLst>
        </pc:cxnChg>
        <pc:cxnChg chg="mod">
          <ac:chgData name="Luis Torres" userId="d0083da5-80e0-407a-8e2b-3b7dd858bc0f" providerId="ADAL" clId="{7EEDEFD5-4BCA-4016-BE06-9E58D10BB4F4}" dt="2026-03-29T21:29:33.747" v="569"/>
          <ac:cxnSpMkLst>
            <pc:docMk/>
            <pc:sldMk cId="2343391174" sldId="284"/>
            <ac:cxnSpMk id="30" creationId="{705A6EAB-8365-4221-B374-B6ACF57D3F0C}"/>
          </ac:cxnSpMkLst>
        </pc:cxnChg>
      </pc:sldChg>
      <pc:sldChg chg="addSp delSp modSp new mod">
        <pc:chgData name="Luis Torres" userId="d0083da5-80e0-407a-8e2b-3b7dd858bc0f" providerId="ADAL" clId="{7EEDEFD5-4BCA-4016-BE06-9E58D10BB4F4}" dt="2026-03-29T21:29:55.936" v="573"/>
        <pc:sldMkLst>
          <pc:docMk/>
          <pc:sldMk cId="2281456921" sldId="285"/>
        </pc:sldMkLst>
        <pc:spChg chg="del">
          <ac:chgData name="Luis Torres" userId="d0083da5-80e0-407a-8e2b-3b7dd858bc0f" providerId="ADAL" clId="{7EEDEFD5-4BCA-4016-BE06-9E58D10BB4F4}" dt="2026-03-29T21:29:55.001" v="572" actId="478"/>
          <ac:spMkLst>
            <pc:docMk/>
            <pc:sldMk cId="2281456921" sldId="285"/>
            <ac:spMk id="2" creationId="{88615783-4BBC-C1AF-F38E-2669A9D0409D}"/>
          </ac:spMkLst>
        </pc:spChg>
        <pc:spChg chg="del">
          <ac:chgData name="Luis Torres" userId="d0083da5-80e0-407a-8e2b-3b7dd858bc0f" providerId="ADAL" clId="{7EEDEFD5-4BCA-4016-BE06-9E58D10BB4F4}" dt="2026-03-29T21:29:54.396" v="571" actId="478"/>
          <ac:spMkLst>
            <pc:docMk/>
            <pc:sldMk cId="2281456921" sldId="285"/>
            <ac:spMk id="3" creationId="{8BAD5155-9419-62DE-AA22-45046D2C9D77}"/>
          </ac:spMkLst>
        </pc:spChg>
        <pc:spChg chg="add mod">
          <ac:chgData name="Luis Torres" userId="d0083da5-80e0-407a-8e2b-3b7dd858bc0f" providerId="ADAL" clId="{7EEDEFD5-4BCA-4016-BE06-9E58D10BB4F4}" dt="2026-03-29T21:29:55.936" v="573"/>
          <ac:spMkLst>
            <pc:docMk/>
            <pc:sldMk cId="2281456921" sldId="285"/>
            <ac:spMk id="4" creationId="{A8EDB766-E13D-739F-2DD5-2E2158E1B336}"/>
          </ac:spMkLst>
        </pc:spChg>
        <pc:spChg chg="add mod">
          <ac:chgData name="Luis Torres" userId="d0083da5-80e0-407a-8e2b-3b7dd858bc0f" providerId="ADAL" clId="{7EEDEFD5-4BCA-4016-BE06-9E58D10BB4F4}" dt="2026-03-29T21:29:55.936" v="573"/>
          <ac:spMkLst>
            <pc:docMk/>
            <pc:sldMk cId="2281456921" sldId="285"/>
            <ac:spMk id="5" creationId="{982BA9CF-4368-0F03-E97F-7CA9BEA3067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5CACB6-9C86-4BA1-85BB-B10CC0DFB978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869A2A-7382-4F13-81C1-6F0F55AB88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772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869A2A-7382-4F13-81C1-6F0F55AB88B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054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Porter’s five forces: </a:t>
            </a:r>
            <a:r>
              <a:rPr lang="en-GB" b="0" i="0" dirty="0">
                <a:solidFill>
                  <a:srgbClr val="EEF0FF"/>
                </a:solidFill>
                <a:effectLst/>
                <a:latin typeface="Google Sans"/>
              </a:rPr>
              <a:t>The five forces are: the threat of new entrants, the bargaining power of suppliers, the bargaining power of buyers, the threat of substitute products or services, and the intensity of rivalry among existing competitors. 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869A2A-7382-4F13-81C1-6F0F55AB88B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2885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1FD8-228D-45D2-F4DF-3956F6B96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5D9984-7DCE-524E-53E1-AD41513E8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6364D-8BFD-0A93-D54B-08B7171D2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BD282-73A9-770C-E7C7-6226C01D6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212E2-7B13-4835-87CE-2BEA1FD2E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400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D080D-903E-5561-B736-7A49DD7F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29354-7830-C388-E3B6-500019369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15749-D04F-0264-BE57-3719400E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93A5F-64CE-4D8E-2080-0C0680664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01B68-91A0-3F50-E90E-851057CB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060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AACB5-6607-5FE6-9603-09AA9FD79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9C150-D282-FA1A-4FC4-E15C71F38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FADC2-148B-E644-D7DC-3A489E020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2CB95-716F-2C11-0447-60985A146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56A9C-9A71-5351-46A8-439EB78F7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892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12B90-6474-4523-3BD9-B365F2092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FCEA5-4EFA-5258-A624-F6EA767EC1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FD77A-9877-5A38-54D8-8D6F153DE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89EE2-F969-B4AA-267F-9076B1D08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F9156-08F4-34DC-F2C8-4CD099F6A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69098-116F-5CE1-D54F-38EA39B06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585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5F7C7-2A30-6CFD-3FA5-546BB72DC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76A49-54F9-037F-DC06-8DC750599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B7625-C95E-C7F2-513D-D91C9D61F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1C4E4A-5FC0-FBDE-A358-EAB88966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1B2968-D248-0212-9A53-8CC04C08C6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D02CA5-B7FB-E561-BAFE-2EC139B8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D31292-BB77-80E7-D8E4-47FBCCA96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3BA356-2359-B590-9AED-7E77DE823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77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FBBA1-0793-0D44-AF62-89C0A1D65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6E3014-F4C7-236C-1F92-08CDD0AD5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FB4227-AD7E-3844-6235-C14D8F8F6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F270D9-DCA8-6664-5D0E-7A2122DBA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0422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57C13C-1060-9D70-621B-8B5D52D1F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1A35B8-E85E-89CC-2B6E-56C416645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77EC8-615B-92AE-426B-8398C0EE7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6845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1BDC1-C498-6317-7C04-E121C5ACA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32D61-374E-28F2-1A83-BA498F7B5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AFA52-0195-BCB5-10A4-EA175E638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2C8BE-6D6B-F5B0-759F-C91B3B528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E5447-FF87-E549-EB0C-19F7EA9BB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C5345-6456-E40B-FD75-6208CC941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3157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E81F1-2F15-BAB8-9EB5-6B458B5A7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BB8A0E-BDD0-CBBB-68A2-5C408F5EEF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8996E-6F95-464C-EBAF-16A024BD2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DA288-FD97-73F1-DCB2-2D60B8FB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35728-39C4-9679-BE33-89C7E65D6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D9600-0A19-1B1A-E405-4146B7724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09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5B810-DE01-22B9-75DE-CA0BD74ED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0F69AA-3225-8599-AB49-04C7F0DE5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9FCE3-2054-6110-9C85-B2BA9F71C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BB98F-B55F-CDE4-9BAF-A0C67C76F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22341-F796-24C3-E10B-638373679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6806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7DB971-8145-793A-9684-EF02A56F8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4901C-B164-8A10-8E0D-11629364E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A34E6-592E-AE46-5CBD-D3DD938F4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2E37D-2CCB-CDFA-72BF-CB92E355B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86B89-F112-6384-C909-24FC1DC5C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584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4DF7FE-61AB-001F-D2D8-E0EEB3408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3C15A-3066-8DFC-5812-80DB4E344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6B1E9-932F-07D7-228A-0FA1E1DEE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70C8D-A5F8-484D-A42B-6A1C55BA86EA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68190-275F-B3AD-29A9-46EA62FDD6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36061-BFA9-C2E4-33E8-CECFF3CBD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829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F294B-7DC9-49B1-2A8C-FC44ECD21F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2A2E26-50C4-43CA-6A9E-094AE3EFB9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PhD in Business Economics </a:t>
            </a:r>
          </a:p>
          <a:p>
            <a:endParaRPr lang="en-GB" dirty="0"/>
          </a:p>
          <a:p>
            <a:r>
              <a:rPr lang="en-GB" dirty="0"/>
              <a:t>Luis D. Torres, PhD.</a:t>
            </a:r>
          </a:p>
        </p:txBody>
      </p:sp>
    </p:spTree>
    <p:extLst>
      <p:ext uri="{BB962C8B-B14F-4D97-AF65-F5344CB8AC3E}">
        <p14:creationId xmlns:p14="http://schemas.microsoft.com/office/powerpoint/2010/main" val="3893749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8BD0-9BB8-F5E7-BAF4-7957651F7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21F08-1B86-1E9C-CDD6-203547261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53066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400" dirty="0"/>
              <a:t>First part: Behavioural approaches</a:t>
            </a:r>
          </a:p>
          <a:p>
            <a:pPr lvl="1">
              <a:lnSpc>
                <a:spcPct val="100000"/>
              </a:lnSpc>
            </a:pPr>
            <a:r>
              <a:rPr lang="en-GB" sz="2000" dirty="0"/>
              <a:t>Behavioural strategy</a:t>
            </a:r>
          </a:p>
          <a:p>
            <a:pPr lvl="1">
              <a:lnSpc>
                <a:spcPct val="100000"/>
              </a:lnSpc>
            </a:pPr>
            <a:r>
              <a:rPr lang="en-GB" sz="2000" dirty="0"/>
              <a:t>Organisational culture</a:t>
            </a:r>
          </a:p>
          <a:p>
            <a:pPr lvl="1">
              <a:lnSpc>
                <a:spcPct val="100000"/>
              </a:lnSpc>
            </a:pPr>
            <a:r>
              <a:rPr lang="en-GB" sz="2000" dirty="0"/>
              <a:t>Group dynamics </a:t>
            </a:r>
          </a:p>
          <a:p>
            <a:pPr lvl="1">
              <a:lnSpc>
                <a:spcPct val="100000"/>
              </a:lnSpc>
            </a:pPr>
            <a:r>
              <a:rPr lang="en-GB" sz="2000" dirty="0"/>
              <a:t>Motivation</a:t>
            </a:r>
          </a:p>
          <a:p>
            <a:pPr>
              <a:lnSpc>
                <a:spcPct val="100000"/>
              </a:lnSpc>
            </a:pPr>
            <a:endParaRPr lang="en-GB" sz="2400" dirty="0"/>
          </a:p>
          <a:p>
            <a:pPr>
              <a:lnSpc>
                <a:spcPct val="100000"/>
              </a:lnSpc>
            </a:pPr>
            <a:r>
              <a:rPr lang="en-GB" sz="2400" dirty="0"/>
              <a:t>Second part: Hands-on</a:t>
            </a:r>
          </a:p>
          <a:p>
            <a:pPr lvl="1">
              <a:lnSpc>
                <a:spcPct val="100000"/>
              </a:lnSpc>
            </a:pPr>
            <a:r>
              <a:rPr lang="en-GB" sz="2000" dirty="0"/>
              <a:t>Find a contemporary paper focusing on any of the approaches above and explain it to the class.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B5F2D4-826E-0C94-B4FE-A28900740AF3}"/>
              </a:ext>
            </a:extLst>
          </p:cNvPr>
          <p:cNvSpPr txBox="1"/>
          <p:nvPr/>
        </p:nvSpPr>
        <p:spPr>
          <a:xfrm>
            <a:off x="7091266" y="2635907"/>
            <a:ext cx="478971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/>
              <a:t>Class aim</a:t>
            </a:r>
            <a:r>
              <a:rPr lang="en-GB" dirty="0"/>
              <a:t>: To critically examine the psychological and sociological foundations of management, tracking how behavioural phenomena scale from individual motivation to group dynamics, and ultimately to organisational culture and strategy.</a:t>
            </a:r>
          </a:p>
        </p:txBody>
      </p:sp>
    </p:spTree>
    <p:extLst>
      <p:ext uri="{BB962C8B-B14F-4D97-AF65-F5344CB8AC3E}">
        <p14:creationId xmlns:p14="http://schemas.microsoft.com/office/powerpoint/2010/main" val="3365187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0FD90-CAEB-9110-B1B2-BD92886AB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3D024-7144-DE41-344A-83951140C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GB" dirty="0"/>
              <a:t>Rational/economic models of the firm vs behavioural approaches.</a:t>
            </a:r>
          </a:p>
          <a:p>
            <a:pPr>
              <a:lnSpc>
                <a:spcPct val="120000"/>
              </a:lnSpc>
            </a:pPr>
            <a:r>
              <a:rPr lang="en-GB" dirty="0"/>
              <a:t>Powell et al. (2011) argues that strategic management theory lacks adequate psychological grounding and often fails to explain firm heterogeneity.</a:t>
            </a:r>
          </a:p>
          <a:p>
            <a:pPr>
              <a:lnSpc>
                <a:spcPct val="120000"/>
              </a:lnSpc>
            </a:pPr>
            <a:r>
              <a:rPr lang="en-GB" dirty="0"/>
              <a:t>Merges cognitive and social psychology with strategic management theory and practice</a:t>
            </a:r>
          </a:p>
          <a:p>
            <a:pPr>
              <a:lnSpc>
                <a:spcPct val="120000"/>
              </a:lnSpc>
            </a:pPr>
            <a:r>
              <a:rPr lang="en-GB" dirty="0"/>
              <a:t>Four core research problems: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How does individual cognition scale to collective </a:t>
            </a:r>
            <a:r>
              <a:rPr lang="en-GB" dirty="0" err="1"/>
              <a:t>behavior</a:t>
            </a:r>
            <a:r>
              <a:rPr lang="en-GB" dirty="0"/>
              <a:t>?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What are the psychological underpinnings of strategic management theory?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Can </a:t>
            </a:r>
            <a:r>
              <a:rPr lang="en-GB" dirty="0" err="1"/>
              <a:t>behavioral</a:t>
            </a:r>
            <a:r>
              <a:rPr lang="en-GB" dirty="0"/>
              <a:t> strategy explain complex executive judgments?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Can we improve the psychological architecture of the firm?</a:t>
            </a:r>
          </a:p>
        </p:txBody>
      </p:sp>
    </p:spTree>
    <p:extLst>
      <p:ext uri="{BB962C8B-B14F-4D97-AF65-F5344CB8AC3E}">
        <p14:creationId xmlns:p14="http://schemas.microsoft.com/office/powerpoint/2010/main" val="108281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69047-6726-546E-4B43-651913C5E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1" y="365125"/>
            <a:ext cx="2434855" cy="1325563"/>
          </a:xfrm>
        </p:spPr>
        <p:txBody>
          <a:bodyPr>
            <a:noAutofit/>
          </a:bodyPr>
          <a:lstStyle/>
          <a:p>
            <a:r>
              <a:rPr lang="en-GB" sz="2800" b="1" dirty="0"/>
              <a:t>Behavioural strategy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2EEF12-F0C0-13B0-1244-AFCAD19912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04"/>
          <a:stretch/>
        </p:blipFill>
        <p:spPr>
          <a:xfrm>
            <a:off x="2255466" y="0"/>
            <a:ext cx="9936534" cy="62785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32AFE4-10AD-A1DD-69EE-6689CF4936AE}"/>
              </a:ext>
            </a:extLst>
          </p:cNvPr>
          <p:cNvSpPr txBox="1"/>
          <p:nvPr/>
        </p:nvSpPr>
        <p:spPr>
          <a:xfrm>
            <a:off x="552893" y="6492875"/>
            <a:ext cx="118978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Cristofaro, M., Augier, M., Lovallo, D., Abatecola, G., &amp; Leoni, L. (2024). </a:t>
            </a:r>
            <a:r>
              <a:rPr lang="en-GB" sz="1200" dirty="0" err="1"/>
              <a:t>Behavioral</a:t>
            </a:r>
            <a:r>
              <a:rPr lang="en-GB" sz="1200" dirty="0"/>
              <a:t> strategy in evolution: A review and conceptual framework. European Management Journal.</a:t>
            </a:r>
          </a:p>
        </p:txBody>
      </p:sp>
    </p:spTree>
    <p:extLst>
      <p:ext uri="{BB962C8B-B14F-4D97-AF65-F5344CB8AC3E}">
        <p14:creationId xmlns:p14="http://schemas.microsoft.com/office/powerpoint/2010/main" val="2696581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FF2054-B71E-2E09-2B50-C806D3084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06" y="1583960"/>
            <a:ext cx="10502388" cy="41439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18925F-D072-792B-844C-F9E61A215A87}"/>
              </a:ext>
            </a:extLst>
          </p:cNvPr>
          <p:cNvSpPr txBox="1"/>
          <p:nvPr/>
        </p:nvSpPr>
        <p:spPr>
          <a:xfrm>
            <a:off x="149632" y="6488668"/>
            <a:ext cx="2145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Ambrose (1999)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FD7DF8-3AE3-A087-1238-A9D4FDC49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Foundations of Work Motivation</a:t>
            </a:r>
          </a:p>
        </p:txBody>
      </p:sp>
    </p:spTree>
    <p:extLst>
      <p:ext uri="{BB962C8B-B14F-4D97-AF65-F5344CB8AC3E}">
        <p14:creationId xmlns:p14="http://schemas.microsoft.com/office/powerpoint/2010/main" val="2092661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ecision, Choice, Path, Road, Right And Wrong">
            <a:extLst>
              <a:ext uri="{FF2B5EF4-FFF2-40B4-BE49-F238E27FC236}">
                <a16:creationId xmlns:a16="http://schemas.microsoft.com/office/drawing/2014/main" id="{C4354DC0-7464-7CA0-690A-4104D2FE9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931" y="1850246"/>
            <a:ext cx="6845666" cy="4563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4D4493-310D-484E-B258-B6379D6F06D4}"/>
              </a:ext>
            </a:extLst>
          </p:cNvPr>
          <p:cNvSpPr txBox="1"/>
          <p:nvPr/>
        </p:nvSpPr>
        <p:spPr>
          <a:xfrm>
            <a:off x="9147938" y="3136612"/>
            <a:ext cx="24094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Verdana" panose="020B0604030504040204" pitchFamily="34" charset="0"/>
                <a:ea typeface="Verdana" panose="020B0604030504040204" pitchFamily="34" charset="0"/>
              </a:rPr>
              <a:t>Only the strongest incentive will trigger action</a:t>
            </a:r>
            <a:endParaRPr lang="en-GB" sz="20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0F08F4-C61F-BD37-638C-A410A4208789}"/>
              </a:ext>
            </a:extLst>
          </p:cNvPr>
          <p:cNvSpPr txBox="1"/>
          <p:nvPr/>
        </p:nvSpPr>
        <p:spPr>
          <a:xfrm>
            <a:off x="5760420" y="2151727"/>
            <a:ext cx="23572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u="sng" dirty="0">
                <a:latin typeface="Verdana" panose="020B0604030504040204" pitchFamily="34" charset="0"/>
                <a:ea typeface="Verdana" panose="020B0604030504040204" pitchFamily="34" charset="0"/>
              </a:rPr>
              <a:t>Extrinsic motivation</a:t>
            </a:r>
          </a:p>
          <a:p>
            <a:endParaRPr lang="en-GB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GB" sz="1600" b="1" dirty="0">
                <a:latin typeface="Verdana" panose="020B0604030504040204" pitchFamily="34" charset="0"/>
                <a:ea typeface="Verdana" panose="020B0604030504040204" pitchFamily="34" charset="0"/>
              </a:rPr>
              <a:t>Goals involve external gains, such as money, fame, power, or avoiding consequences.</a:t>
            </a:r>
            <a:endParaRPr lang="en-GB" sz="20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1C552C-03D7-1A11-0E56-784ACD88D8E4}"/>
              </a:ext>
            </a:extLst>
          </p:cNvPr>
          <p:cNvSpPr/>
          <p:nvPr/>
        </p:nvSpPr>
        <p:spPr>
          <a:xfrm>
            <a:off x="1468016" y="2183933"/>
            <a:ext cx="268099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u="sng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Intrinsic motivation</a:t>
            </a:r>
          </a:p>
          <a:p>
            <a:endParaRPr lang="en-GB" sz="1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GB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Goals come from within and the outcomes satisfy your psychological needs for autonomy, competence, freedom, pleasure, self-realisation.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9E37B-577D-1DBD-3F70-ED2A1926B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Foundations of Work Motivation</a:t>
            </a:r>
          </a:p>
        </p:txBody>
      </p:sp>
    </p:spTree>
    <p:extLst>
      <p:ext uri="{BB962C8B-B14F-4D97-AF65-F5344CB8AC3E}">
        <p14:creationId xmlns:p14="http://schemas.microsoft.com/office/powerpoint/2010/main" val="153124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5635E4-967B-B4F0-2FEC-D20EA8606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726" y="800104"/>
            <a:ext cx="9172855" cy="550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108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F3090-F24C-4B63-AE74-D17357886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Foundations of Work Motivation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149AB33-ECB5-2600-EE43-FBB642DDF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484" y="1981988"/>
            <a:ext cx="9099029" cy="698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sz="2500" dirty="0">
                <a:latin typeface="Verdana" panose="020B0604030504040204" pitchFamily="34" charset="0"/>
                <a:ea typeface="Verdana" panose="020B0604030504040204" pitchFamily="34" charset="0"/>
              </a:rPr>
              <a:t>There are many (many) definitions</a:t>
            </a:r>
          </a:p>
        </p:txBody>
      </p:sp>
      <p:pic>
        <p:nvPicPr>
          <p:cNvPr id="5" name="Picture 2" descr="Yoga, Sport, Leisure, Gymnastics, Training, Silent">
            <a:extLst>
              <a:ext uri="{FF2B5EF4-FFF2-40B4-BE49-F238E27FC236}">
                <a16:creationId xmlns:a16="http://schemas.microsoft.com/office/drawing/2014/main" id="{AAC9A327-4677-7CF1-A5D8-63E27EEEE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549" y="2971792"/>
            <a:ext cx="3238500" cy="306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Yoga, Sport, Leisure, Gymnastics, Training, Silent">
            <a:extLst>
              <a:ext uri="{FF2B5EF4-FFF2-40B4-BE49-F238E27FC236}">
                <a16:creationId xmlns:a16="http://schemas.microsoft.com/office/drawing/2014/main" id="{4146D3B8-A86A-60A9-BBD4-CBF1EEDDE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149" y="2971793"/>
            <a:ext cx="2898850" cy="306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Yoga, Sport, Leisure, Gymnastics, Training, Silent">
            <a:extLst>
              <a:ext uri="{FF2B5EF4-FFF2-40B4-BE49-F238E27FC236}">
                <a16:creationId xmlns:a16="http://schemas.microsoft.com/office/drawing/2014/main" id="{C411CAC5-C46C-A0C4-2E88-D560831C2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863" y="2971795"/>
            <a:ext cx="3238500" cy="3068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Yoga, Sport, Leisure, Gymnastics">
            <a:extLst>
              <a:ext uri="{FF2B5EF4-FFF2-40B4-BE49-F238E27FC236}">
                <a16:creationId xmlns:a16="http://schemas.microsoft.com/office/drawing/2014/main" id="{612BF685-6B9B-D9C6-438D-9206F2927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694" y="2971794"/>
            <a:ext cx="3238500" cy="3068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4902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rain, Mind, Psychology, Idea, Hearts, Love, Drawing">
            <a:extLst>
              <a:ext uri="{FF2B5EF4-FFF2-40B4-BE49-F238E27FC236}">
                <a16:creationId xmlns:a16="http://schemas.microsoft.com/office/drawing/2014/main" id="{7D4D5549-CE44-84EF-B31E-AF3B37F6A6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0" r="20917"/>
          <a:stretch/>
        </p:blipFill>
        <p:spPr bwMode="auto">
          <a:xfrm>
            <a:off x="3888900" y="1874746"/>
            <a:ext cx="3826412" cy="3361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FB04EAA-B0FD-0C83-2778-68793A379FA3}"/>
              </a:ext>
            </a:extLst>
          </p:cNvPr>
          <p:cNvSpPr/>
          <p:nvPr/>
        </p:nvSpPr>
        <p:spPr>
          <a:xfrm>
            <a:off x="593856" y="2847725"/>
            <a:ext cx="305589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4138" lvl="2">
              <a:spcAft>
                <a:spcPct val="20000"/>
              </a:spcAft>
            </a:pPr>
            <a:r>
              <a:rPr lang="en-GB" alt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Taylorism: ‘economic person’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2C6DF-D297-276A-FF47-BA032C9E8EA7}"/>
              </a:ext>
            </a:extLst>
          </p:cNvPr>
          <p:cNvSpPr/>
          <p:nvPr/>
        </p:nvSpPr>
        <p:spPr>
          <a:xfrm>
            <a:off x="8263951" y="2830604"/>
            <a:ext cx="362946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>
              <a:spcAft>
                <a:spcPct val="20000"/>
              </a:spcAft>
            </a:pPr>
            <a:r>
              <a:rPr lang="en-GB" alt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Human Relations: ‘social person’</a:t>
            </a:r>
          </a:p>
        </p:txBody>
      </p:sp>
      <p:pic>
        <p:nvPicPr>
          <p:cNvPr id="7" name="Graphic 6" descr="Dollar with solid fill">
            <a:extLst>
              <a:ext uri="{FF2B5EF4-FFF2-40B4-BE49-F238E27FC236}">
                <a16:creationId xmlns:a16="http://schemas.microsoft.com/office/drawing/2014/main" id="{5596DE22-51EA-1A4F-EEF5-0415425192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402" y="4192281"/>
            <a:ext cx="914400" cy="914400"/>
          </a:xfrm>
          <a:prstGeom prst="rect">
            <a:avLst/>
          </a:prstGeom>
        </p:spPr>
      </p:pic>
      <p:pic>
        <p:nvPicPr>
          <p:cNvPr id="8" name="Graphic 7" descr="Dance with solid fill">
            <a:extLst>
              <a:ext uri="{FF2B5EF4-FFF2-40B4-BE49-F238E27FC236}">
                <a16:creationId xmlns:a16="http://schemas.microsoft.com/office/drawing/2014/main" id="{FD05C20E-DAB8-1D9A-15BA-E79E93DDC2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64283" y="4103229"/>
            <a:ext cx="914400" cy="914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B8D8F8-5FFC-286D-3196-9E7D08BB2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Foundations of Work Motivation</a:t>
            </a:r>
          </a:p>
        </p:txBody>
      </p:sp>
    </p:spTree>
    <p:extLst>
      <p:ext uri="{BB962C8B-B14F-4D97-AF65-F5344CB8AC3E}">
        <p14:creationId xmlns:p14="http://schemas.microsoft.com/office/powerpoint/2010/main" val="1463331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7AD62-23DE-4F3C-D353-C036E6678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Foundations of Work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BB63A-889E-2CDE-7A8B-0A90AB25A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457200" indent="-457200">
              <a:lnSpc>
                <a:spcPct val="120000"/>
              </a:lnSpc>
              <a:spcAft>
                <a:spcPct val="20000"/>
              </a:spcAft>
            </a:pPr>
            <a:r>
              <a:rPr lang="en-GB" altLang="en-US" sz="2400" dirty="0">
                <a:ea typeface="Verdana" panose="020B0604030504040204" pitchFamily="34" charset="0"/>
              </a:rPr>
              <a:t>More recent theories include:</a:t>
            </a:r>
          </a:p>
          <a:p>
            <a:pPr marL="838200" lvl="1" indent="-381000">
              <a:lnSpc>
                <a:spcPct val="120000"/>
              </a:lnSpc>
              <a:spcAft>
                <a:spcPct val="20000"/>
              </a:spcAft>
            </a:pPr>
            <a:r>
              <a:rPr lang="en-GB" altLang="en-US" sz="2200" b="1" dirty="0">
                <a:ea typeface="Verdana" panose="020B0604030504040204" pitchFamily="34" charset="0"/>
              </a:rPr>
              <a:t>Content theories</a:t>
            </a:r>
            <a:r>
              <a:rPr lang="en-GB" altLang="en-US" sz="2200" dirty="0">
                <a:ea typeface="Verdana" panose="020B0604030504040204" pitchFamily="34" charset="0"/>
              </a:rPr>
              <a:t>: Identify specify intrinsic and extrinsic motivators. What motivates people? </a:t>
            </a:r>
          </a:p>
          <a:p>
            <a:pPr marL="1238250" lvl="2" indent="-381000">
              <a:lnSpc>
                <a:spcPct val="120000"/>
              </a:lnSpc>
              <a:spcAft>
                <a:spcPct val="20000"/>
              </a:spcAft>
            </a:pPr>
            <a:r>
              <a:rPr lang="en-GB" altLang="en-US" dirty="0">
                <a:ea typeface="Verdana" panose="020B0604030504040204" pitchFamily="34" charset="0"/>
              </a:rPr>
              <a:t>Maslow’s need hierarchy </a:t>
            </a:r>
          </a:p>
          <a:p>
            <a:pPr marL="1238250" lvl="2" indent="-381000">
              <a:lnSpc>
                <a:spcPct val="120000"/>
              </a:lnSpc>
              <a:spcAft>
                <a:spcPct val="20000"/>
              </a:spcAft>
            </a:pPr>
            <a:r>
              <a:rPr lang="en-GB" altLang="en-US" dirty="0">
                <a:ea typeface="Verdana" panose="020B0604030504040204" pitchFamily="34" charset="0"/>
              </a:rPr>
              <a:t>Alderfer's ERG theory </a:t>
            </a:r>
          </a:p>
          <a:p>
            <a:pPr marL="1238250" lvl="2" indent="-381000">
              <a:lnSpc>
                <a:spcPct val="120000"/>
              </a:lnSpc>
              <a:spcAft>
                <a:spcPct val="20000"/>
              </a:spcAft>
            </a:pPr>
            <a:r>
              <a:rPr lang="en-GB" altLang="en-US" dirty="0">
                <a:ea typeface="Verdana" panose="020B0604030504040204" pitchFamily="34" charset="0"/>
              </a:rPr>
              <a:t>Herzberg's Motivation/Hygiene Theory</a:t>
            </a:r>
          </a:p>
          <a:p>
            <a:pPr marL="1238250" lvl="2" indent="-381000">
              <a:lnSpc>
                <a:spcPct val="120000"/>
              </a:lnSpc>
              <a:spcAft>
                <a:spcPct val="20000"/>
              </a:spcAft>
            </a:pPr>
            <a:endParaRPr lang="en-GB" altLang="en-US" dirty="0">
              <a:ea typeface="Verdana" panose="020B0604030504040204" pitchFamily="34" charset="0"/>
            </a:endParaRPr>
          </a:p>
          <a:p>
            <a:pPr marL="838200" lvl="1" indent="-381000">
              <a:lnSpc>
                <a:spcPct val="120000"/>
              </a:lnSpc>
              <a:spcAft>
                <a:spcPct val="20000"/>
              </a:spcAft>
            </a:pPr>
            <a:r>
              <a:rPr lang="en-GB" altLang="en-US" sz="2200" b="1" dirty="0">
                <a:ea typeface="Verdana" panose="020B0604030504040204" pitchFamily="34" charset="0"/>
              </a:rPr>
              <a:t>Process theories</a:t>
            </a:r>
            <a:r>
              <a:rPr lang="en-GB" altLang="en-US" sz="2200" dirty="0">
                <a:ea typeface="Verdana" panose="020B0604030504040204" pitchFamily="34" charset="0"/>
              </a:rPr>
              <a:t>: Cognitive theories that look at how we, as individual, “rational actors” make choices with respect to goals. How can people be motivated?</a:t>
            </a:r>
          </a:p>
          <a:p>
            <a:pPr marL="1238250" lvl="2" indent="-381000">
              <a:lnSpc>
                <a:spcPct val="120000"/>
              </a:lnSpc>
              <a:spcAft>
                <a:spcPct val="20000"/>
              </a:spcAft>
            </a:pPr>
            <a:r>
              <a:rPr lang="en-GB" altLang="en-US" dirty="0">
                <a:ea typeface="Verdana" panose="020B0604030504040204" pitchFamily="34" charset="0"/>
              </a:rPr>
              <a:t>Vroom’s Expectancy theory </a:t>
            </a:r>
          </a:p>
          <a:p>
            <a:pPr marL="1238250" lvl="2" indent="-381000">
              <a:lnSpc>
                <a:spcPct val="120000"/>
              </a:lnSpc>
              <a:spcAft>
                <a:spcPct val="20000"/>
              </a:spcAft>
            </a:pPr>
            <a:r>
              <a:rPr lang="en-GB" altLang="en-US" dirty="0">
                <a:ea typeface="Verdana" panose="020B0604030504040204" pitchFamily="34" charset="0"/>
              </a:rPr>
              <a:t>Adam’s Equity theory </a:t>
            </a:r>
          </a:p>
          <a:p>
            <a:pPr marL="1238250" lvl="2" indent="-381000">
              <a:lnSpc>
                <a:spcPct val="120000"/>
              </a:lnSpc>
              <a:spcAft>
                <a:spcPct val="20000"/>
              </a:spcAft>
            </a:pPr>
            <a:r>
              <a:rPr lang="en-GB" altLang="en-US" dirty="0">
                <a:ea typeface="Verdana" panose="020B0604030504040204" pitchFamily="34" charset="0"/>
              </a:rPr>
              <a:t>Locke and Latham’s Goal setting theory</a:t>
            </a:r>
          </a:p>
        </p:txBody>
      </p:sp>
    </p:spTree>
    <p:extLst>
      <p:ext uri="{BB962C8B-B14F-4D97-AF65-F5344CB8AC3E}">
        <p14:creationId xmlns:p14="http://schemas.microsoft.com/office/powerpoint/2010/main" val="960852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408B8B4E-C50C-88CC-A237-774C8F6B8450}"/>
              </a:ext>
            </a:extLst>
          </p:cNvPr>
          <p:cNvSpPr txBox="1">
            <a:spLocks noChangeArrowheads="1"/>
          </p:cNvSpPr>
          <p:nvPr/>
        </p:nvSpPr>
        <p:spPr>
          <a:xfrm>
            <a:off x="550862" y="917575"/>
            <a:ext cx="8229600" cy="1023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US" sz="2800" dirty="0">
                <a:solidFill>
                  <a:schemeClr val="tx1"/>
                </a:solidFill>
              </a:rPr>
              <a:t>Alderfer’s ERG theory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82C0F90-322A-1B31-0BF8-11F79C11E373}"/>
              </a:ext>
            </a:extLst>
          </p:cNvPr>
          <p:cNvSpPr txBox="1">
            <a:spLocks noChangeArrowheads="1"/>
          </p:cNvSpPr>
          <p:nvPr/>
        </p:nvSpPr>
        <p:spPr>
          <a:xfrm>
            <a:off x="550862" y="2060575"/>
            <a:ext cx="11079163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-533400">
              <a:spcAft>
                <a:spcPct val="20000"/>
              </a:spcAft>
            </a:pPr>
            <a:r>
              <a:rPr lang="en-GB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Similar to Maslow but with 3 levels:</a:t>
            </a:r>
          </a:p>
          <a:p>
            <a:pPr marL="914400" lvl="1" indent="-457200">
              <a:spcAft>
                <a:spcPct val="20000"/>
              </a:spcAft>
            </a:pPr>
            <a:endParaRPr lang="en-GB" alt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 lvl="1" indent="-457200">
              <a:spcAft>
                <a:spcPct val="20000"/>
              </a:spcAft>
            </a:pPr>
            <a:endParaRPr lang="en-GB" alt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 lvl="1" indent="-457200">
              <a:spcAft>
                <a:spcPct val="20000"/>
              </a:spcAft>
            </a:pPr>
            <a:endParaRPr lang="en-GB" alt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33400" indent="-533400">
              <a:spcAft>
                <a:spcPct val="20000"/>
              </a:spcAft>
            </a:pPr>
            <a:endParaRPr lang="en-GB" alt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33400" indent="-533400">
              <a:spcAft>
                <a:spcPct val="20000"/>
              </a:spcAft>
            </a:pPr>
            <a:endParaRPr lang="en-GB" alt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33400" indent="-533400">
              <a:spcAft>
                <a:spcPct val="20000"/>
              </a:spcAft>
            </a:pPr>
            <a:r>
              <a:rPr lang="en-GB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Unlike Maslow people to experience needs simultaneously and when needs are met they become more important not less (e.g., relatedness needs of a team)</a:t>
            </a:r>
          </a:p>
          <a:p>
            <a:pPr marL="533400" indent="-533400">
              <a:spcAft>
                <a:spcPct val="20000"/>
              </a:spcAft>
            </a:pPr>
            <a:r>
              <a:rPr lang="en-GB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Introduces a ‘regression’ principle, we drop back when higher needs frustrated</a:t>
            </a:r>
          </a:p>
          <a:p>
            <a:pPr marL="533400" indent="-533400">
              <a:spcAft>
                <a:spcPct val="20000"/>
              </a:spcAft>
            </a:pPr>
            <a:r>
              <a:rPr lang="en-GB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But, like Maslow, a universal theory with little empirical support</a:t>
            </a:r>
            <a:endParaRPr lang="en-GB" altLang="en-US" sz="2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Picture 2" descr="C08NT003">
            <a:extLst>
              <a:ext uri="{FF2B5EF4-FFF2-40B4-BE49-F238E27FC236}">
                <a16:creationId xmlns:a16="http://schemas.microsoft.com/office/drawing/2014/main" id="{7F831B6E-1408-DEE4-5AAE-4BF908BF3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232" y="2580837"/>
            <a:ext cx="9707161" cy="1696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9606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3CF8B155-EABB-237D-A0CB-994DCAD51615}"/>
              </a:ext>
            </a:extLst>
          </p:cNvPr>
          <p:cNvSpPr txBox="1">
            <a:spLocks noChangeArrowheads="1"/>
          </p:cNvSpPr>
          <p:nvPr/>
        </p:nvSpPr>
        <p:spPr>
          <a:xfrm>
            <a:off x="445867" y="987658"/>
            <a:ext cx="8229600" cy="1004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US" sz="2800" dirty="0">
                <a:solidFill>
                  <a:schemeClr val="tx1"/>
                </a:solidFill>
              </a:rPr>
              <a:t>Herzberg’s two factor theory</a:t>
            </a:r>
          </a:p>
        </p:txBody>
      </p:sp>
      <p:pic>
        <p:nvPicPr>
          <p:cNvPr id="5" name="Picture 2" descr="C08NT006">
            <a:extLst>
              <a:ext uri="{FF2B5EF4-FFF2-40B4-BE49-F238E27FC236}">
                <a16:creationId xmlns:a16="http://schemas.microsoft.com/office/drawing/2014/main" id="{F167E9EA-ED1F-EE3F-1613-D9A408622F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27" t="2712" r="2163" b="6046"/>
          <a:stretch/>
        </p:blipFill>
        <p:spPr bwMode="auto">
          <a:xfrm>
            <a:off x="6278362" y="1197138"/>
            <a:ext cx="4363599" cy="33300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C08NT006">
            <a:extLst>
              <a:ext uri="{FF2B5EF4-FFF2-40B4-BE49-F238E27FC236}">
                <a16:creationId xmlns:a16="http://schemas.microsoft.com/office/drawing/2014/main" id="{43FF10DF-8D71-35BD-A8C6-BB0F095D27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" t="3921" r="57538" b="4837"/>
          <a:stretch/>
        </p:blipFill>
        <p:spPr bwMode="auto">
          <a:xfrm>
            <a:off x="8696647" y="3071626"/>
            <a:ext cx="3291382" cy="33300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D58606C7-F1D7-494B-6DDB-FB6206A80561}"/>
              </a:ext>
            </a:extLst>
          </p:cNvPr>
          <p:cNvSpPr txBox="1">
            <a:spLocks noChangeArrowheads="1"/>
          </p:cNvSpPr>
          <p:nvPr/>
        </p:nvSpPr>
        <p:spPr>
          <a:xfrm>
            <a:off x="414119" y="2001688"/>
            <a:ext cx="5860557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ct val="20000"/>
              </a:spcAft>
              <a:buNone/>
            </a:pPr>
            <a:r>
              <a:rPr lang="en-GB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2 assumptions about the nature of people</a:t>
            </a:r>
          </a:p>
          <a:p>
            <a:pPr marL="990600" lvl="1" indent="-533400">
              <a:spcAft>
                <a:spcPct val="20000"/>
              </a:spcAft>
            </a:pPr>
            <a:r>
              <a:rPr lang="en-GB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need to avoid pain</a:t>
            </a:r>
          </a:p>
          <a:p>
            <a:pPr marL="990600" lvl="1" indent="-533400">
              <a:spcAft>
                <a:spcPct val="20000"/>
              </a:spcAft>
            </a:pPr>
            <a:r>
              <a:rPr lang="en-GB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need to grow</a:t>
            </a:r>
          </a:p>
          <a:p>
            <a:pPr marL="0" indent="0">
              <a:spcAft>
                <a:spcPct val="20000"/>
              </a:spcAft>
              <a:buNone/>
            </a:pPr>
            <a:r>
              <a:rPr lang="en-GB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The model proposes that:</a:t>
            </a:r>
          </a:p>
          <a:p>
            <a:pPr marL="914400" lvl="1" indent="-457200">
              <a:spcAft>
                <a:spcPct val="20000"/>
              </a:spcAft>
            </a:pPr>
            <a:r>
              <a:rPr lang="en-GB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Extrinsic ‘hygiene factors’ can prevent job dissatisfaction, but do not contribute to job satisfaction, motivation or performance</a:t>
            </a:r>
          </a:p>
          <a:p>
            <a:pPr marL="914400" lvl="1" indent="-457200">
              <a:spcAft>
                <a:spcPct val="20000"/>
              </a:spcAft>
            </a:pPr>
            <a:r>
              <a:rPr lang="en-GB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Intrinsic ‘motivator’ or ‘growth’ factors can produce high levels of job satisfaction, motivation and performance </a:t>
            </a:r>
          </a:p>
        </p:txBody>
      </p:sp>
    </p:spTree>
    <p:extLst>
      <p:ext uri="{BB962C8B-B14F-4D97-AF65-F5344CB8AC3E}">
        <p14:creationId xmlns:p14="http://schemas.microsoft.com/office/powerpoint/2010/main" val="235026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45F724-4300-1660-F23E-940B8F2E9A4E}"/>
              </a:ext>
            </a:extLst>
          </p:cNvPr>
          <p:cNvSpPr/>
          <p:nvPr/>
        </p:nvSpPr>
        <p:spPr>
          <a:xfrm>
            <a:off x="902305" y="1904440"/>
            <a:ext cx="9648464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00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theory suggests that although individuals may have different sets of goals, they can be motivated if they believe that:</a:t>
            </a:r>
          </a:p>
          <a:p>
            <a:pPr>
              <a:spcAft>
                <a:spcPts val="1200"/>
              </a:spcAft>
            </a:pPr>
            <a:endParaRPr lang="en-GB" sz="2000" dirty="0">
              <a:solidFill>
                <a:srgbClr val="333333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spcAft>
                <a:spcPts val="1200"/>
              </a:spcAft>
            </a:pPr>
            <a:endParaRPr lang="en-GB" sz="2000" dirty="0">
              <a:solidFill>
                <a:srgbClr val="333333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spcAft>
                <a:spcPts val="1200"/>
              </a:spcAft>
            </a:pPr>
            <a:endParaRPr lang="en-GB" sz="2000" dirty="0">
              <a:solidFill>
                <a:srgbClr val="333333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200150" lvl="2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is a positive correlation between efforts and performance (E = Expectancy) </a:t>
            </a:r>
          </a:p>
          <a:p>
            <a:pPr marL="1200150" lvl="2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Favourable performance will result in a desirable reward (I = Instrumentality),</a:t>
            </a:r>
          </a:p>
          <a:p>
            <a:pPr marL="1200150" lvl="2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reward will satisfy an important need (V = Valence),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146C95-6DA1-0878-92DC-BA48DB01AFF5}"/>
              </a:ext>
            </a:extLst>
          </p:cNvPr>
          <p:cNvSpPr txBox="1"/>
          <p:nvPr/>
        </p:nvSpPr>
        <p:spPr>
          <a:xfrm>
            <a:off x="902305" y="1254281"/>
            <a:ext cx="4344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+mj-lt"/>
              </a:rPr>
              <a:t>Vroom’s Expectancy theory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58E6535-2066-342C-0370-31CA85D1C9E2}"/>
              </a:ext>
            </a:extLst>
          </p:cNvPr>
          <p:cNvGrpSpPr/>
          <p:nvPr/>
        </p:nvGrpSpPr>
        <p:grpSpPr>
          <a:xfrm>
            <a:off x="4125776" y="2837257"/>
            <a:ext cx="3221502" cy="829994"/>
            <a:chOff x="3882683" y="2629735"/>
            <a:chExt cx="3221502" cy="82999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6F6A88D-86B3-85FC-2B60-E2B68E2E0426}"/>
                </a:ext>
              </a:extLst>
            </p:cNvPr>
            <p:cNvSpPr txBox="1"/>
            <p:nvPr/>
          </p:nvSpPr>
          <p:spPr>
            <a:xfrm>
              <a:off x="4095670" y="2790589"/>
              <a:ext cx="30085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+mj-lt"/>
                </a:rPr>
                <a:t>M</a:t>
              </a:r>
              <a:r>
                <a:rPr lang="en-US" sz="2400" dirty="0">
                  <a:latin typeface="+mj-lt"/>
                </a:rPr>
                <a:t> = </a:t>
              </a:r>
              <a:r>
                <a:rPr lang="en-GB" altLang="en-US" sz="2400" dirty="0"/>
                <a:t>Σ (</a:t>
              </a:r>
              <a:r>
                <a:rPr lang="en-US" sz="2400" b="1" dirty="0">
                  <a:latin typeface="+mj-lt"/>
                </a:rPr>
                <a:t>E</a:t>
              </a:r>
              <a:r>
                <a:rPr lang="en-US" sz="2400" dirty="0">
                  <a:latin typeface="+mj-lt"/>
                </a:rPr>
                <a:t>  *  </a:t>
              </a:r>
              <a:r>
                <a:rPr lang="en-US" sz="2400" b="1" dirty="0">
                  <a:latin typeface="+mj-lt"/>
                </a:rPr>
                <a:t>I</a:t>
              </a:r>
              <a:r>
                <a:rPr lang="en-US" sz="2400" dirty="0">
                  <a:latin typeface="+mj-lt"/>
                </a:rPr>
                <a:t>   *  </a:t>
              </a:r>
              <a:r>
                <a:rPr lang="en-US" sz="2400" b="1" dirty="0">
                  <a:latin typeface="+mj-lt"/>
                </a:rPr>
                <a:t>V)</a:t>
              </a:r>
              <a:r>
                <a:rPr lang="en-US" sz="2400" dirty="0">
                  <a:latin typeface="+mj-lt"/>
                </a:rPr>
                <a:t>   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C203D4-A39A-DD34-ABD4-F58C3D487E19}"/>
                </a:ext>
              </a:extLst>
            </p:cNvPr>
            <p:cNvSpPr/>
            <p:nvPr/>
          </p:nvSpPr>
          <p:spPr>
            <a:xfrm>
              <a:off x="3882683" y="2629735"/>
              <a:ext cx="3221502" cy="829994"/>
            </a:xfrm>
            <a:prstGeom prst="rect">
              <a:avLst/>
            </a:prstGeom>
            <a:noFill/>
            <a:ln w="285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1246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112BBF-A65D-C72E-74EF-65E23093A9C3}"/>
              </a:ext>
            </a:extLst>
          </p:cNvPr>
          <p:cNvSpPr/>
          <p:nvPr/>
        </p:nvSpPr>
        <p:spPr>
          <a:xfrm>
            <a:off x="5879547" y="1573922"/>
            <a:ext cx="5887556" cy="1570038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28E640-1D14-237B-3844-B00D168DA354}"/>
              </a:ext>
            </a:extLst>
          </p:cNvPr>
          <p:cNvSpPr/>
          <p:nvPr/>
        </p:nvSpPr>
        <p:spPr>
          <a:xfrm>
            <a:off x="477902" y="1421478"/>
            <a:ext cx="521273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Key challenge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: fairness 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Internal equity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External competitiveness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</a:rPr>
              <a:t>Communicate the criteria of why people are being pay differently 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38631854-F02B-0F21-8953-29CCA4662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8838" y="3987508"/>
            <a:ext cx="1368425" cy="79057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2400">
              <a:latin typeface="+mj-lt"/>
            </a:endParaRP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23D23B7E-83FC-F613-07CB-73434A71A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4600" y="3987508"/>
            <a:ext cx="1368425" cy="79057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2400">
              <a:latin typeface="+mj-lt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9A3BB772-06A5-93B5-A44D-304B540F3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3987508"/>
            <a:ext cx="1368425" cy="79057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2400">
              <a:latin typeface="+mj-lt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D94244B2-6074-38E3-6507-FE5A6EC78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125" y="3987508"/>
            <a:ext cx="1368425" cy="79057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2400">
              <a:latin typeface="+mj-lt"/>
            </a:endParaRP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2E75599E-6C03-DB2F-7E1C-EF53B255E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3475" y="3987508"/>
            <a:ext cx="1368425" cy="79057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2400">
              <a:latin typeface="+mj-lt"/>
            </a:endParaRPr>
          </a:p>
        </p:txBody>
      </p:sp>
      <p:sp>
        <p:nvSpPr>
          <p:cNvPr id="11" name="Text Box 19">
            <a:extLst>
              <a:ext uri="{FF2B5EF4-FFF2-40B4-BE49-F238E27FC236}">
                <a16:creationId xmlns:a16="http://schemas.microsoft.com/office/drawing/2014/main" id="{E93629D5-9F59-C61E-751F-17EDD3ADF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4998745"/>
            <a:ext cx="1350962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GB" altLang="en-US" sz="1600" b="1" dirty="0">
                <a:latin typeface="+mj-lt"/>
              </a:rPr>
              <a:t>You are </a:t>
            </a:r>
          </a:p>
          <a:p>
            <a:pPr algn="ctr" eaLnBrk="1" hangingPunct="1">
              <a:defRPr/>
            </a:pPr>
            <a:r>
              <a:rPr lang="en-GB" altLang="en-US" sz="1600" b="1" dirty="0">
                <a:latin typeface="+mj-lt"/>
              </a:rPr>
              <a:t>paid more</a:t>
            </a:r>
          </a:p>
          <a:p>
            <a:pPr algn="ctr" eaLnBrk="1" hangingPunct="1">
              <a:defRPr/>
            </a:pPr>
            <a:r>
              <a:rPr lang="en-GB" altLang="en-US" sz="1600" b="1" dirty="0">
                <a:latin typeface="+mj-lt"/>
              </a:rPr>
              <a:t> than me </a:t>
            </a:r>
          </a:p>
          <a:p>
            <a:pPr algn="ctr" eaLnBrk="1" hangingPunct="1">
              <a:defRPr/>
            </a:pPr>
            <a:r>
              <a:rPr lang="en-GB" altLang="en-US" sz="1600" b="1" dirty="0">
                <a:latin typeface="+mj-lt"/>
              </a:rPr>
              <a:t>for the</a:t>
            </a:r>
          </a:p>
          <a:p>
            <a:pPr algn="ctr" eaLnBrk="1" hangingPunct="1">
              <a:defRPr/>
            </a:pPr>
            <a:r>
              <a:rPr lang="en-GB" altLang="en-US" sz="1600" b="1" dirty="0">
                <a:latin typeface="+mj-lt"/>
              </a:rPr>
              <a:t> same effort</a:t>
            </a:r>
          </a:p>
          <a:p>
            <a:pPr algn="ctr" eaLnBrk="1" hangingPunct="1">
              <a:defRPr/>
            </a:pPr>
            <a:endParaRPr lang="en-GB" altLang="en-US" sz="1600" b="1" dirty="0">
              <a:latin typeface="+mj-lt"/>
            </a:endParaRPr>
          </a:p>
        </p:txBody>
      </p:sp>
      <p:sp>
        <p:nvSpPr>
          <p:cNvPr id="12" name="Text Box 20">
            <a:extLst>
              <a:ext uri="{FF2B5EF4-FFF2-40B4-BE49-F238E27FC236}">
                <a16:creationId xmlns:a16="http://schemas.microsoft.com/office/drawing/2014/main" id="{0574CBA3-6CB5-D494-F570-990050E08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7775" y="5022558"/>
            <a:ext cx="1233488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GB" altLang="en-US" sz="1600" b="1" dirty="0">
                <a:latin typeface="+mj-lt"/>
              </a:rPr>
              <a:t>This is </a:t>
            </a:r>
          </a:p>
          <a:p>
            <a:pPr algn="ctr" eaLnBrk="1" hangingPunct="1">
              <a:defRPr/>
            </a:pPr>
            <a:r>
              <a:rPr lang="en-GB" altLang="en-US" sz="1600" b="1" dirty="0">
                <a:latin typeface="+mj-lt"/>
              </a:rPr>
              <a:t>unfair and </a:t>
            </a:r>
          </a:p>
          <a:p>
            <a:pPr algn="ctr" eaLnBrk="1" hangingPunct="1">
              <a:defRPr/>
            </a:pPr>
            <a:r>
              <a:rPr lang="en-GB" altLang="en-US" sz="1600" b="1" dirty="0">
                <a:latin typeface="+mj-lt"/>
              </a:rPr>
              <a:t>I am</a:t>
            </a:r>
          </a:p>
          <a:p>
            <a:pPr algn="ctr" eaLnBrk="1" hangingPunct="1">
              <a:defRPr/>
            </a:pPr>
            <a:r>
              <a:rPr lang="en-GB" altLang="en-US" sz="1600" b="1" dirty="0">
                <a:latin typeface="+mj-lt"/>
              </a:rPr>
              <a:t> annoyed</a:t>
            </a:r>
          </a:p>
          <a:p>
            <a:pPr algn="ctr" eaLnBrk="1" hangingPunct="1">
              <a:defRPr/>
            </a:pPr>
            <a:endParaRPr lang="en-GB" altLang="en-US" sz="1600" b="1" dirty="0">
              <a:latin typeface="+mj-lt"/>
            </a:endParaRPr>
          </a:p>
        </p:txBody>
      </p:sp>
      <p:sp>
        <p:nvSpPr>
          <p:cNvPr id="13" name="Text Box 21">
            <a:extLst>
              <a:ext uri="{FF2B5EF4-FFF2-40B4-BE49-F238E27FC236}">
                <a16:creationId xmlns:a16="http://schemas.microsoft.com/office/drawing/2014/main" id="{E37BDB07-3656-3477-5AAF-B4CE65750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2588" y="5070183"/>
            <a:ext cx="1222375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GB" altLang="en-US" sz="1600" b="1">
                <a:latin typeface="+mj-lt"/>
              </a:rPr>
              <a:t>I am going</a:t>
            </a:r>
          </a:p>
          <a:p>
            <a:pPr algn="ctr" eaLnBrk="1" hangingPunct="1">
              <a:defRPr/>
            </a:pPr>
            <a:r>
              <a:rPr lang="en-GB" altLang="en-US" sz="1600" b="1">
                <a:latin typeface="+mj-lt"/>
              </a:rPr>
              <a:t>to do</a:t>
            </a:r>
          </a:p>
          <a:p>
            <a:pPr algn="ctr" eaLnBrk="1" hangingPunct="1">
              <a:defRPr/>
            </a:pPr>
            <a:r>
              <a:rPr lang="en-GB" altLang="en-US" sz="1600" b="1">
                <a:latin typeface="+mj-lt"/>
              </a:rPr>
              <a:t>something</a:t>
            </a:r>
          </a:p>
          <a:p>
            <a:pPr algn="ctr" eaLnBrk="1" hangingPunct="1">
              <a:defRPr/>
            </a:pPr>
            <a:r>
              <a:rPr lang="en-GB" altLang="en-US" sz="1600" b="1">
                <a:latin typeface="+mj-lt"/>
              </a:rPr>
              <a:t>about this</a:t>
            </a:r>
          </a:p>
          <a:p>
            <a:pPr algn="ctr" eaLnBrk="1" hangingPunct="1">
              <a:defRPr/>
            </a:pPr>
            <a:endParaRPr lang="en-GB" altLang="en-US" sz="1600" b="1">
              <a:latin typeface="+mj-lt"/>
            </a:endParaRPr>
          </a:p>
        </p:txBody>
      </p:sp>
      <p:sp>
        <p:nvSpPr>
          <p:cNvPr id="14" name="Text Box 22">
            <a:extLst>
              <a:ext uri="{FF2B5EF4-FFF2-40B4-BE49-F238E27FC236}">
                <a16:creationId xmlns:a16="http://schemas.microsoft.com/office/drawing/2014/main" id="{CD348EE0-0478-DF3E-F4AB-BCEFD39F2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6925" y="5070183"/>
            <a:ext cx="1165225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GB" altLang="en-US" sz="1600" b="1">
                <a:latin typeface="+mj-lt"/>
              </a:rPr>
              <a:t>Ask for </a:t>
            </a:r>
          </a:p>
          <a:p>
            <a:pPr algn="ctr" eaLnBrk="1" hangingPunct="1">
              <a:defRPr/>
            </a:pPr>
            <a:r>
              <a:rPr lang="en-GB" altLang="en-US" sz="1600" b="1">
                <a:latin typeface="+mj-lt"/>
              </a:rPr>
              <a:t>raise, or</a:t>
            </a:r>
          </a:p>
          <a:p>
            <a:pPr algn="ctr" eaLnBrk="1" hangingPunct="1">
              <a:defRPr/>
            </a:pPr>
            <a:r>
              <a:rPr lang="en-GB" altLang="en-US" sz="1600" b="1">
                <a:latin typeface="+mj-lt"/>
              </a:rPr>
              <a:t>get you to</a:t>
            </a:r>
          </a:p>
          <a:p>
            <a:pPr algn="ctr" eaLnBrk="1" hangingPunct="1">
              <a:defRPr/>
            </a:pPr>
            <a:r>
              <a:rPr lang="en-GB" altLang="en-US" sz="1600" b="1">
                <a:latin typeface="+mj-lt"/>
              </a:rPr>
              <a:t>do all the </a:t>
            </a:r>
          </a:p>
          <a:p>
            <a:pPr algn="ctr" eaLnBrk="1" hangingPunct="1">
              <a:defRPr/>
            </a:pPr>
            <a:r>
              <a:rPr lang="en-GB" altLang="en-US" sz="1600" b="1">
                <a:latin typeface="+mj-lt"/>
              </a:rPr>
              <a:t>hard work</a:t>
            </a:r>
          </a:p>
        </p:txBody>
      </p:sp>
      <p:sp>
        <p:nvSpPr>
          <p:cNvPr id="15" name="Text Box 23">
            <a:extLst>
              <a:ext uri="{FF2B5EF4-FFF2-40B4-BE49-F238E27FC236}">
                <a16:creationId xmlns:a16="http://schemas.microsoft.com/office/drawing/2014/main" id="{FBBB2CC5-8AE6-83F2-0149-24EB2A37A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0300" y="4998745"/>
            <a:ext cx="1392238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GB" altLang="en-US" sz="1600" b="1" dirty="0">
                <a:latin typeface="+mj-lt"/>
              </a:rPr>
              <a:t>My efforts</a:t>
            </a:r>
          </a:p>
          <a:p>
            <a:pPr algn="ctr" eaLnBrk="1" hangingPunct="1">
              <a:defRPr/>
            </a:pPr>
            <a:r>
              <a:rPr lang="en-GB" altLang="en-US" sz="1600" b="1" dirty="0">
                <a:latin typeface="+mj-lt"/>
              </a:rPr>
              <a:t>&amp; rewards</a:t>
            </a:r>
          </a:p>
          <a:p>
            <a:pPr algn="ctr" eaLnBrk="1" hangingPunct="1">
              <a:defRPr/>
            </a:pPr>
            <a:r>
              <a:rPr lang="en-GB" altLang="en-US" sz="1600" b="1" dirty="0">
                <a:latin typeface="+mj-lt"/>
              </a:rPr>
              <a:t>are now</a:t>
            </a:r>
          </a:p>
          <a:p>
            <a:pPr algn="ctr" eaLnBrk="1" hangingPunct="1">
              <a:defRPr/>
            </a:pPr>
            <a:r>
              <a:rPr lang="en-GB" altLang="en-US" sz="1600" b="1" dirty="0">
                <a:latin typeface="+mj-lt"/>
              </a:rPr>
              <a:t>comparable </a:t>
            </a:r>
          </a:p>
          <a:p>
            <a:pPr algn="ctr" eaLnBrk="1" hangingPunct="1">
              <a:defRPr/>
            </a:pPr>
            <a:r>
              <a:rPr lang="en-GB" altLang="en-US" sz="1600" b="1" dirty="0">
                <a:latin typeface="+mj-lt"/>
              </a:rPr>
              <a:t>to yours</a:t>
            </a:r>
          </a:p>
          <a:p>
            <a:pPr algn="ctr" eaLnBrk="1" hangingPunct="1">
              <a:defRPr/>
            </a:pPr>
            <a:endParaRPr lang="en-GB" altLang="en-US" sz="1600" b="1" dirty="0">
              <a:latin typeface="+mj-lt"/>
            </a:endParaRPr>
          </a:p>
        </p:txBody>
      </p:sp>
      <p:sp>
        <p:nvSpPr>
          <p:cNvPr id="16" name="Text Box 24">
            <a:extLst>
              <a:ext uri="{FF2B5EF4-FFF2-40B4-BE49-F238E27FC236}">
                <a16:creationId xmlns:a16="http://schemas.microsoft.com/office/drawing/2014/main" id="{CB0D6BBE-6D76-E43C-5D41-C96AE6D7C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9788" y="4128795"/>
            <a:ext cx="1158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400" b="1" dirty="0">
                <a:latin typeface="+mj-lt"/>
              </a:rPr>
              <a:t>Perception </a:t>
            </a:r>
          </a:p>
          <a:p>
            <a:pPr eaLnBrk="1" hangingPunct="1">
              <a:defRPr/>
            </a:pPr>
            <a:r>
              <a:rPr lang="en-GB" altLang="en-US" sz="1400" b="1" dirty="0">
                <a:latin typeface="+mj-lt"/>
              </a:rPr>
              <a:t>of inequity</a:t>
            </a:r>
          </a:p>
        </p:txBody>
      </p:sp>
      <p:sp>
        <p:nvSpPr>
          <p:cNvPr id="17" name="Text Box 25">
            <a:extLst>
              <a:ext uri="{FF2B5EF4-FFF2-40B4-BE49-F238E27FC236}">
                <a16:creationId xmlns:a16="http://schemas.microsoft.com/office/drawing/2014/main" id="{A1A8FAB3-D992-C4D6-3627-76B5124A2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5400" y="4128795"/>
            <a:ext cx="1139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400" b="1">
                <a:latin typeface="+mj-lt"/>
              </a:rPr>
              <a:t>Experience</a:t>
            </a:r>
          </a:p>
          <a:p>
            <a:pPr eaLnBrk="1" hangingPunct="1">
              <a:defRPr/>
            </a:pPr>
            <a:r>
              <a:rPr lang="en-GB" altLang="en-US" sz="1400" b="1">
                <a:latin typeface="+mj-lt"/>
              </a:rPr>
              <a:t>of tension</a:t>
            </a:r>
          </a:p>
        </p:txBody>
      </p:sp>
      <p:sp>
        <p:nvSpPr>
          <p:cNvPr id="18" name="Text Box 26">
            <a:extLst>
              <a:ext uri="{FF2B5EF4-FFF2-40B4-BE49-F238E27FC236}">
                <a16:creationId xmlns:a16="http://schemas.microsoft.com/office/drawing/2014/main" id="{BD9A0378-CDCC-1A06-DEAF-D584AA15A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0" y="4128795"/>
            <a:ext cx="1127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400" b="1">
                <a:latin typeface="+mj-lt"/>
              </a:rPr>
              <a:t>Motivation </a:t>
            </a:r>
          </a:p>
          <a:p>
            <a:pPr eaLnBrk="1" hangingPunct="1">
              <a:defRPr/>
            </a:pPr>
            <a:r>
              <a:rPr lang="en-GB" altLang="en-US" sz="1400" b="1">
                <a:latin typeface="+mj-lt"/>
              </a:rPr>
              <a:t>to resolve</a:t>
            </a:r>
          </a:p>
        </p:txBody>
      </p:sp>
      <p:sp>
        <p:nvSpPr>
          <p:cNvPr id="19" name="Text Box 27">
            <a:extLst>
              <a:ext uri="{FF2B5EF4-FFF2-40B4-BE49-F238E27FC236}">
                <a16:creationId xmlns:a16="http://schemas.microsoft.com/office/drawing/2014/main" id="{FA222C27-3456-BFCD-2240-D09115379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513" y="4116095"/>
            <a:ext cx="1028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400" b="1">
                <a:latin typeface="+mj-lt"/>
              </a:rPr>
              <a:t>Action</a:t>
            </a:r>
          </a:p>
          <a:p>
            <a:pPr eaLnBrk="1" hangingPunct="1">
              <a:defRPr/>
            </a:pPr>
            <a:r>
              <a:rPr lang="en-GB" altLang="en-US" sz="1400" b="1">
                <a:latin typeface="+mj-lt"/>
              </a:rPr>
              <a:t>to resolve</a:t>
            </a:r>
          </a:p>
        </p:txBody>
      </p:sp>
      <p:sp>
        <p:nvSpPr>
          <p:cNvPr id="20" name="Text Box 28">
            <a:extLst>
              <a:ext uri="{FF2B5EF4-FFF2-40B4-BE49-F238E27FC236}">
                <a16:creationId xmlns:a16="http://schemas.microsoft.com/office/drawing/2014/main" id="{C5643A49-1307-94EE-7DF1-D228E0227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6500" y="4128795"/>
            <a:ext cx="901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400" b="1">
                <a:latin typeface="+mj-lt"/>
              </a:rPr>
              <a:t>Equity</a:t>
            </a:r>
          </a:p>
          <a:p>
            <a:pPr eaLnBrk="1" hangingPunct="1">
              <a:defRPr/>
            </a:pPr>
            <a:r>
              <a:rPr lang="en-GB" altLang="en-US" sz="1400" b="1">
                <a:latin typeface="+mj-lt"/>
              </a:rPr>
              <a:t>restored</a:t>
            </a:r>
          </a:p>
        </p:txBody>
      </p:sp>
      <p:sp>
        <p:nvSpPr>
          <p:cNvPr id="21" name="Line 29">
            <a:extLst>
              <a:ext uri="{FF2B5EF4-FFF2-40B4-BE49-F238E27FC236}">
                <a16:creationId xmlns:a16="http://schemas.microsoft.com/office/drawing/2014/main" id="{FC566309-84D9-FACF-8342-35DF33BEF88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7263" y="4344695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+mj-lt"/>
            </a:endParaRPr>
          </a:p>
        </p:txBody>
      </p:sp>
      <p:sp>
        <p:nvSpPr>
          <p:cNvPr id="22" name="Line 30">
            <a:extLst>
              <a:ext uri="{FF2B5EF4-FFF2-40B4-BE49-F238E27FC236}">
                <a16:creationId xmlns:a16="http://schemas.microsoft.com/office/drawing/2014/main" id="{99BC75BC-5701-C638-EBF1-1DAA37B1AC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3025" y="4344695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+mj-lt"/>
            </a:endParaRPr>
          </a:p>
        </p:txBody>
      </p:sp>
      <p:sp>
        <p:nvSpPr>
          <p:cNvPr id="23" name="Line 31">
            <a:extLst>
              <a:ext uri="{FF2B5EF4-FFF2-40B4-BE49-F238E27FC236}">
                <a16:creationId xmlns:a16="http://schemas.microsoft.com/office/drawing/2014/main" id="{68284D87-930F-8169-9DD1-2326C0447B6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8788" y="4344695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+mj-lt"/>
            </a:endParaRPr>
          </a:p>
        </p:txBody>
      </p:sp>
      <p:sp>
        <p:nvSpPr>
          <p:cNvPr id="24" name="Line 32">
            <a:extLst>
              <a:ext uri="{FF2B5EF4-FFF2-40B4-BE49-F238E27FC236}">
                <a16:creationId xmlns:a16="http://schemas.microsoft.com/office/drawing/2014/main" id="{D21E15F0-4A79-2EC4-F032-8BF64A4FF4EE}"/>
              </a:ext>
            </a:extLst>
          </p:cNvPr>
          <p:cNvSpPr>
            <a:spLocks noChangeShapeType="1"/>
          </p:cNvSpPr>
          <p:nvPr/>
        </p:nvSpPr>
        <p:spPr bwMode="auto">
          <a:xfrm>
            <a:off x="8464550" y="4344695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+mj-lt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0CD42FE-2D3E-798D-EB82-3846D86509CF}"/>
              </a:ext>
            </a:extLst>
          </p:cNvPr>
          <p:cNvGrpSpPr/>
          <p:nvPr/>
        </p:nvGrpSpPr>
        <p:grpSpPr>
          <a:xfrm>
            <a:off x="6108461" y="2445968"/>
            <a:ext cx="5497341" cy="809735"/>
            <a:chOff x="5698583" y="4253151"/>
            <a:chExt cx="5497341" cy="809735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EAB0D0A-DA1E-4629-533A-DEE514DB79C3}"/>
                </a:ext>
              </a:extLst>
            </p:cNvPr>
            <p:cNvSpPr txBox="1"/>
            <p:nvPr/>
          </p:nvSpPr>
          <p:spPr>
            <a:xfrm>
              <a:off x="5698583" y="4263256"/>
              <a:ext cx="22169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+mj-lt"/>
                </a:rPr>
                <a:t>Person’s outcomes</a:t>
              </a:r>
            </a:p>
            <a:p>
              <a:pPr algn="ctr"/>
              <a:r>
                <a:rPr lang="en-US" dirty="0">
                  <a:latin typeface="+mj-lt"/>
                </a:rPr>
                <a:t>Person’s inputs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1548F87-9C87-0037-8F86-BF7459431AC3}"/>
                </a:ext>
              </a:extLst>
            </p:cNvPr>
            <p:cNvSpPr txBox="1"/>
            <p:nvPr/>
          </p:nvSpPr>
          <p:spPr>
            <a:xfrm>
              <a:off x="9069062" y="4253151"/>
              <a:ext cx="21058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+mj-lt"/>
                </a:rPr>
                <a:t>Other’s outcomes</a:t>
              </a:r>
            </a:p>
            <a:p>
              <a:pPr algn="ctr"/>
              <a:r>
                <a:rPr lang="en-US" dirty="0">
                  <a:latin typeface="+mj-lt"/>
                </a:rPr>
                <a:t>Other’s inputs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B2733B0-6553-7ED4-678B-FCB8770485FF}"/>
                </a:ext>
              </a:extLst>
            </p:cNvPr>
            <p:cNvSpPr txBox="1"/>
            <p:nvPr/>
          </p:nvSpPr>
          <p:spPr>
            <a:xfrm>
              <a:off x="8036341" y="4416555"/>
              <a:ext cx="93212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j-lt"/>
                </a:rPr>
                <a:t>= 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or</a:t>
              </a:r>
              <a:r>
                <a:rPr lang="en-US" dirty="0">
                  <a:latin typeface="+mj-lt"/>
                </a:rPr>
                <a:t> ≠ </a:t>
              </a:r>
            </a:p>
            <a:p>
              <a:endParaRPr lang="en-US" dirty="0">
                <a:latin typeface="+mj-lt"/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25C5D39-C589-4111-0915-E52DDDE10BF2}"/>
                </a:ext>
              </a:extLst>
            </p:cNvPr>
            <p:cNvCxnSpPr>
              <a:cxnSpLocks/>
              <a:stCxn id="26" idx="1"/>
            </p:cNvCxnSpPr>
            <p:nvPr/>
          </p:nvCxnSpPr>
          <p:spPr>
            <a:xfrm>
              <a:off x="5698583" y="4586422"/>
              <a:ext cx="212686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05A6EAB-8365-4221-B374-B6ACF57D3F0C}"/>
                </a:ext>
              </a:extLst>
            </p:cNvPr>
            <p:cNvCxnSpPr>
              <a:cxnSpLocks/>
            </p:cNvCxnSpPr>
            <p:nvPr/>
          </p:nvCxnSpPr>
          <p:spPr>
            <a:xfrm>
              <a:off x="9069062" y="4586422"/>
              <a:ext cx="212686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F86C90B-5D43-F331-5886-2528C9100E01}"/>
              </a:ext>
            </a:extLst>
          </p:cNvPr>
          <p:cNvSpPr txBox="1"/>
          <p:nvPr/>
        </p:nvSpPr>
        <p:spPr>
          <a:xfrm>
            <a:off x="6757989" y="1703021"/>
            <a:ext cx="3349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Adam’s Equity theory </a:t>
            </a:r>
          </a:p>
        </p:txBody>
      </p:sp>
    </p:spTree>
    <p:extLst>
      <p:ext uri="{BB962C8B-B14F-4D97-AF65-F5344CB8AC3E}">
        <p14:creationId xmlns:p14="http://schemas.microsoft.com/office/powerpoint/2010/main" val="2343391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A8EDB766-E13D-739F-2DD5-2E2158E1B336}"/>
              </a:ext>
            </a:extLst>
          </p:cNvPr>
          <p:cNvSpPr txBox="1">
            <a:spLocks noChangeArrowheads="1"/>
          </p:cNvSpPr>
          <p:nvPr/>
        </p:nvSpPr>
        <p:spPr>
          <a:xfrm>
            <a:off x="1005840" y="2375640"/>
            <a:ext cx="10332720" cy="36348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ct val="20000"/>
              </a:spcAft>
              <a:buNone/>
            </a:pPr>
            <a:r>
              <a:rPr lang="en-GB" alt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Work motivation is influenced by:</a:t>
            </a:r>
          </a:p>
          <a:p>
            <a:pPr marL="914400" lvl="1" indent="-457200">
              <a:spcAft>
                <a:spcPct val="20000"/>
              </a:spcAft>
            </a:pPr>
            <a:r>
              <a:rPr lang="en-GB" altLang="en-US" dirty="0">
                <a:latin typeface="Verdana" panose="020B0604030504040204" pitchFamily="34" charset="0"/>
                <a:ea typeface="Verdana" panose="020B0604030504040204" pitchFamily="34" charset="0"/>
              </a:rPr>
              <a:t>Challenging goals (stretch goals)</a:t>
            </a:r>
          </a:p>
          <a:p>
            <a:pPr marL="914400" lvl="1" indent="-457200">
              <a:spcAft>
                <a:spcPct val="20000"/>
              </a:spcAft>
            </a:pPr>
            <a:r>
              <a:rPr lang="en-GB" altLang="en-US" dirty="0">
                <a:latin typeface="Verdana" panose="020B0604030504040204" pitchFamily="34" charset="0"/>
                <a:ea typeface="Verdana" panose="020B0604030504040204" pitchFamily="34" charset="0"/>
              </a:rPr>
              <a:t>Specific goals (SMART = specific, measurable, attainable,  relevant, and time-bound)</a:t>
            </a:r>
          </a:p>
          <a:p>
            <a:pPr marL="914400" lvl="1" indent="-457200">
              <a:spcAft>
                <a:spcPct val="20000"/>
              </a:spcAft>
            </a:pPr>
            <a:r>
              <a:rPr lang="en-GB" altLang="en-US" dirty="0">
                <a:latin typeface="Verdana" panose="020B0604030504040204" pitchFamily="34" charset="0"/>
                <a:ea typeface="Verdana" panose="020B0604030504040204" pitchFamily="34" charset="0"/>
              </a:rPr>
              <a:t>Participation in goal setting</a:t>
            </a:r>
          </a:p>
          <a:p>
            <a:pPr marL="914400" lvl="1" indent="-457200">
              <a:spcAft>
                <a:spcPct val="20000"/>
              </a:spcAft>
            </a:pPr>
            <a:r>
              <a:rPr lang="en-GB" altLang="en-US" dirty="0">
                <a:latin typeface="Verdana" panose="020B0604030504040204" pitchFamily="34" charset="0"/>
                <a:ea typeface="Verdana" panose="020B0604030504040204" pitchFamily="34" charset="0"/>
              </a:rPr>
              <a:t>Knowledge of results of past performance (feedback) </a:t>
            </a:r>
          </a:p>
          <a:p>
            <a:pPr marL="533400" indent="-533400">
              <a:spcAft>
                <a:spcPct val="20000"/>
              </a:spcAft>
            </a:pPr>
            <a:endParaRPr lang="en-GB" alt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spcAft>
                <a:spcPct val="20000"/>
              </a:spcAft>
              <a:buNone/>
            </a:pPr>
            <a:r>
              <a:rPr lang="en-GB" alt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Goal-setting the basis for many appraisal systems and has significant empirical support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2BA9CF-4368-0F03-E97F-7CA9BEA30676}"/>
              </a:ext>
            </a:extLst>
          </p:cNvPr>
          <p:cNvSpPr/>
          <p:nvPr/>
        </p:nvSpPr>
        <p:spPr>
          <a:xfrm>
            <a:off x="875946" y="1406770"/>
            <a:ext cx="70375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Locke and Latham’s Goal setting theory</a:t>
            </a:r>
            <a:endParaRPr lang="en-GB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456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D10CD-7587-6249-E928-86202193E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/>
              <a:t>The Group Level:  Moving from Statics to Dynamics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4EEF2-6D1A-2D41-154C-116038C29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GB" dirty="0"/>
              <a:t>Despite groups being dynamic entities, research has historically focused on group statics and unidirectional cause-effect relationships rather than cross-level dynamics.</a:t>
            </a:r>
          </a:p>
          <a:p>
            <a:pPr>
              <a:lnSpc>
                <a:spcPct val="110000"/>
              </a:lnSpc>
            </a:pPr>
            <a:r>
              <a:rPr lang="en-GB" dirty="0"/>
              <a:t>Mechanisms of change: Explore how group evolution relies on memory (which induces path dependence) and recursion (circular influence structures/feedback loops)</a:t>
            </a:r>
          </a:p>
          <a:p>
            <a:pPr>
              <a:lnSpc>
                <a:spcPct val="110000"/>
              </a:lnSpc>
            </a:pPr>
            <a:r>
              <a:rPr lang="en-GB" dirty="0"/>
              <a:t>They categorise group-level constructs into three distinct dynamic profiles based on their capacity for change: 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Emergent: rely on individual interactions, beliefs, and attitudes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Cumulative: shared experiences that are captured through a statistical summary of individual traits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Contextual: imposed on the group by external forces</a:t>
            </a:r>
          </a:p>
          <a:p>
            <a:pPr>
              <a:lnSpc>
                <a:spcPct val="110000"/>
              </a:lnSpc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DBBFA7-7D57-1D80-027C-AD068045160E}"/>
              </a:ext>
            </a:extLst>
          </p:cNvPr>
          <p:cNvSpPr txBox="1"/>
          <p:nvPr/>
        </p:nvSpPr>
        <p:spPr>
          <a:xfrm>
            <a:off x="255037" y="63119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Cronin et al. (2011)</a:t>
            </a:r>
          </a:p>
        </p:txBody>
      </p:sp>
    </p:spTree>
    <p:extLst>
      <p:ext uri="{BB962C8B-B14F-4D97-AF65-F5344CB8AC3E}">
        <p14:creationId xmlns:p14="http://schemas.microsoft.com/office/powerpoint/2010/main" val="55431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115FE-DA0E-CE96-B01D-8731CFC91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of theories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FE555FA-9F85-8FD0-236F-3D3EDA9C478A}"/>
              </a:ext>
            </a:extLst>
          </p:cNvPr>
          <p:cNvSpPr txBox="1">
            <a:spLocks noChangeArrowheads="1"/>
          </p:cNvSpPr>
          <p:nvPr/>
        </p:nvSpPr>
        <p:spPr>
          <a:xfrm>
            <a:off x="343293" y="2228648"/>
            <a:ext cx="4798333" cy="4167031"/>
          </a:xfrm>
          <a:prstGeom prst="rect">
            <a:avLst/>
          </a:prstGeom>
          <a:noFill/>
        </p:spPr>
        <p:txBody>
          <a:bodyPr vert="horz" lIns="92075" tIns="46038" rIns="92075" bIns="46038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25000"/>
              <a:buFont typeface="Wingdings" panose="05000000000000000000" pitchFamily="2" charset="2"/>
              <a:buChar char="§"/>
            </a:pPr>
            <a:r>
              <a:rPr kumimoji="1" lang="en-GB" altLang="en-US" sz="2000" b="1">
                <a:latin typeface="Verdana" panose="020B0604030504040204" pitchFamily="34" charset="0"/>
              </a:rPr>
              <a:t>Social identity theory</a:t>
            </a:r>
            <a:r>
              <a:rPr kumimoji="1" lang="en-GB" altLang="en-US" sz="2000">
                <a:latin typeface="Verdana" panose="020B0604030504040204" pitchFamily="34" charset="0"/>
              </a:rPr>
              <a:t>:</a:t>
            </a:r>
          </a:p>
          <a:p>
            <a:pPr marL="900113" lvl="1" indent="-36512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25000"/>
              <a:buFont typeface="Courier New" panose="02070309020205020404" pitchFamily="49" charset="0"/>
              <a:buChar char="o"/>
            </a:pPr>
            <a:r>
              <a:rPr kumimoji="1" lang="en-GB" altLang="en-US" sz="2000" dirty="0">
                <a:latin typeface="Verdana" panose="020B0604030504040204" pitchFamily="34" charset="0"/>
              </a:rPr>
              <a:t>Individuals have personal and collective identities</a:t>
            </a:r>
          </a:p>
          <a:p>
            <a:pPr marL="900113" lvl="1" indent="-36512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25000"/>
              <a:buFont typeface="Courier New" panose="02070309020205020404" pitchFamily="49" charset="0"/>
              <a:buChar char="o"/>
            </a:pPr>
            <a:r>
              <a:rPr kumimoji="1" lang="en-GB" altLang="en-US" sz="2000" dirty="0">
                <a:latin typeface="Verdana" panose="020B0604030504040204" pitchFamily="34" charset="0"/>
              </a:rPr>
              <a:t>Membership of social groups influences self-perception</a:t>
            </a:r>
          </a:p>
          <a:p>
            <a:pPr marL="900113" lvl="1" indent="-36512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25000"/>
              <a:buFont typeface="Courier New" panose="02070309020205020404" pitchFamily="49" charset="0"/>
              <a:buChar char="o"/>
            </a:pPr>
            <a:r>
              <a:rPr kumimoji="1" lang="en-GB" altLang="en-US" sz="2000" dirty="0">
                <a:latin typeface="Verdana" panose="020B0604030504040204" pitchFamily="34" charset="0"/>
              </a:rPr>
              <a:t>Individuals are attracted to groups that enhance self-esteem </a:t>
            </a:r>
          </a:p>
          <a:p>
            <a:pPr marL="900113" lvl="1" indent="-36512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25000"/>
              <a:buFont typeface="Courier New" panose="02070309020205020404" pitchFamily="49" charset="0"/>
              <a:buChar char="o"/>
            </a:pPr>
            <a:r>
              <a:rPr kumimoji="1" lang="en-GB" altLang="en-US" sz="2000" dirty="0">
                <a:latin typeface="Verdana" panose="020B0604030504040204" pitchFamily="34" charset="0"/>
              </a:rPr>
              <a:t>Tendency to regard other groups negatively (outgroup)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CC"/>
              </a:buClr>
              <a:buSzPct val="125000"/>
              <a:buFont typeface="Arial" panose="020B0604020202020204" pitchFamily="34" charset="0"/>
              <a:buNone/>
            </a:pPr>
            <a:endParaRPr kumimoji="1" lang="en-GB" altLang="en-US" sz="2000" dirty="0">
              <a:latin typeface="Verdana" panose="020B0604030504040204" pitchFamily="34" charset="0"/>
            </a:endParaRPr>
          </a:p>
        </p:txBody>
      </p:sp>
      <p:pic>
        <p:nvPicPr>
          <p:cNvPr id="9" name="Picture 8" descr="Confession Panda meme">
            <a:extLst>
              <a:ext uri="{FF2B5EF4-FFF2-40B4-BE49-F238E27FC236}">
                <a16:creationId xmlns:a16="http://schemas.microsoft.com/office/drawing/2014/main" id="{DCA85D5A-5C7B-E85D-0255-922110C27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61287" y="2030819"/>
            <a:ext cx="6507737" cy="432764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84476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9D4C1-A4C6-78AE-1545-00FDB9357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of theories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6081EA2-3801-F6CA-1B78-EDAE2F053B99}"/>
              </a:ext>
            </a:extLst>
          </p:cNvPr>
          <p:cNvSpPr txBox="1">
            <a:spLocks/>
          </p:cNvSpPr>
          <p:nvPr/>
        </p:nvSpPr>
        <p:spPr>
          <a:xfrm>
            <a:off x="695220" y="2093045"/>
            <a:ext cx="5080349" cy="39249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200" b="1" dirty="0">
                <a:latin typeface="Verdana" panose="020B0604030504040204" pitchFamily="34" charset="0"/>
                <a:ea typeface="Verdana" panose="020B0604030504040204" pitchFamily="34" charset="0"/>
              </a:rPr>
              <a:t>Tokenism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</a:p>
          <a:p>
            <a:pPr lvl="1" algn="just"/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</a:rPr>
              <a:t>Recruiting a small number of people from underrepresented groups in order to give the idea that “we are diverse”</a:t>
            </a:r>
          </a:p>
          <a:p>
            <a:pPr lvl="1" algn="just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Numerical minorities often experience heightened visibility and scrutiny.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147B2F-2DF5-AB63-6EDA-289B5CB3220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3525" y="4473509"/>
            <a:ext cx="3215084" cy="214338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0BA391A-EFDE-1DEF-11D6-F9885D57E374}"/>
              </a:ext>
            </a:extLst>
          </p:cNvPr>
          <p:cNvSpPr txBox="1">
            <a:spLocks/>
          </p:cNvSpPr>
          <p:nvPr/>
        </p:nvSpPr>
        <p:spPr>
          <a:xfrm>
            <a:off x="6699379" y="2187056"/>
            <a:ext cx="4548501" cy="3924984"/>
          </a:xfr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200" b="1" dirty="0">
                <a:latin typeface="Verdana" panose="020B0604030504040204" pitchFamily="34" charset="0"/>
                <a:ea typeface="Verdana" panose="020B0604030504040204" pitchFamily="34" charset="0"/>
              </a:rPr>
              <a:t>Stereotype treat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</a:p>
          <a:p>
            <a:pPr lvl="1" algn="just"/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</a:rPr>
              <a:t>being at risk of confirming, as a self-characteristic, a negative stereotype about one's social group</a:t>
            </a:r>
          </a:p>
        </p:txBody>
      </p:sp>
    </p:spTree>
    <p:extLst>
      <p:ext uri="{BB962C8B-B14F-4D97-AF65-F5344CB8AC3E}">
        <p14:creationId xmlns:p14="http://schemas.microsoft.com/office/powerpoint/2010/main" val="271905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241B2-85A7-773E-A39A-8FA988AE3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examples of research…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A2DF60-09E9-7FBB-DBF4-7692D3F3A5FC}"/>
              </a:ext>
            </a:extLst>
          </p:cNvPr>
          <p:cNvSpPr/>
          <p:nvPr/>
        </p:nvSpPr>
        <p:spPr>
          <a:xfrm>
            <a:off x="574623" y="1926965"/>
            <a:ext cx="675556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Individuals are more attracted to companies whose recruitment documents include statements and images that reflect their own identity group. </a:t>
            </a:r>
          </a:p>
          <a:p>
            <a:pPr marL="457200" indent="-457200" algn="just">
              <a:buFont typeface="+mj-lt"/>
              <a:buAutoNum type="arabicPeriod"/>
            </a:pPr>
            <a:endParaRPr lang="en-GB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A study showed that when organisations use recruitment materials that target sexual minorities, the attraction of study participants weakened among heterosexuals.</a:t>
            </a:r>
          </a:p>
          <a:p>
            <a:pPr marL="457200" indent="-457200" algn="just">
              <a:buFont typeface="+mj-lt"/>
              <a:buAutoNum type="arabicPeriod"/>
            </a:pPr>
            <a:endParaRPr lang="en-GB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Foreign-born potential job candidates are more attracted to organisations that depict international employees in their job ads.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CA73F3-4551-7F2A-5652-247A6332E546}"/>
              </a:ext>
            </a:extLst>
          </p:cNvPr>
          <p:cNvSpPr/>
          <p:nvPr/>
        </p:nvSpPr>
        <p:spPr>
          <a:xfrm>
            <a:off x="574623" y="5779051"/>
            <a:ext cx="11192656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Perkins, L. A., Thomas, K. M., &amp; Taylor, G. A. 2000. Advertising and recruitment: Marketing to minorities. Psychology and Marketing, 17: 235-255.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Lambert, J. R. (2015). The impact of gay-friendly recruitment statements and due process employment on a firm’s attractiveness as an employer. Equality, Diversity and Inclusion: An International Journal, 34, 510–526.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Lambert, J.R., </a:t>
            </a:r>
            <a:r>
              <a:rPr lang="en-GB" sz="1050" dirty="0" err="1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Basuil</a:t>
            </a:r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D.A., Bell, M.P., &amp; Marquardt, D. J. (2017). Coming to America: Work visas, international diversity, and organizational attractiveness among highly skilled Asian immigrants. The International Journal of Human Resource Management, 0, 1-27.</a:t>
            </a:r>
          </a:p>
        </p:txBody>
      </p:sp>
      <p:pic>
        <p:nvPicPr>
          <p:cNvPr id="6" name="Picture 4" descr="Emperor Penguins, Antarctica, Wildlife">
            <a:extLst>
              <a:ext uri="{FF2B5EF4-FFF2-40B4-BE49-F238E27FC236}">
                <a16:creationId xmlns:a16="http://schemas.microsoft.com/office/drawing/2014/main" id="{9FF270F3-6F47-F980-6FF9-F855E8B24C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877201" y="1669018"/>
            <a:ext cx="3890078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0849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0153F6-3521-BEEA-FF9E-1DB3675FB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4000" dirty="0"/>
              <a:t>Organisational culture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361128-943F-3E51-6B2A-E01A8A42F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021" y="2567952"/>
            <a:ext cx="8854085" cy="33091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5F8BF20-C6A4-698D-8763-BDD191D20E51}"/>
              </a:ext>
            </a:extLst>
          </p:cNvPr>
          <p:cNvSpPr/>
          <p:nvPr/>
        </p:nvSpPr>
        <p:spPr>
          <a:xfrm>
            <a:off x="665584" y="1566964"/>
            <a:ext cx="1068275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en-US" sz="2000" dirty="0">
                <a:latin typeface="Verdana" panose="020B0604030504040204" pitchFamily="34" charset="0"/>
              </a:rPr>
              <a:t>Organisational or corporate culture is the shared values, beliefs, and norms which influence the way employees think, feel, and act towards others inside and outside the organisation.</a:t>
            </a:r>
          </a:p>
          <a:p>
            <a:endParaRPr lang="en-GB" altLang="en-US" sz="2000" dirty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738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D6302D-7AB0-F785-9009-293B3B3BAA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89"/>
          <a:stretch/>
        </p:blipFill>
        <p:spPr>
          <a:xfrm>
            <a:off x="354884" y="1630181"/>
            <a:ext cx="8460369" cy="433590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F9862CC-D86B-A71B-E903-D67E88EB0E80}"/>
              </a:ext>
            </a:extLst>
          </p:cNvPr>
          <p:cNvSpPr/>
          <p:nvPr/>
        </p:nvSpPr>
        <p:spPr>
          <a:xfrm>
            <a:off x="8976301" y="2424019"/>
            <a:ext cx="302186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en-US" dirty="0">
                <a:latin typeface="Verdana" panose="020B0604030504040204" pitchFamily="34" charset="0"/>
              </a:rPr>
              <a:t>Think of your own experience:</a:t>
            </a:r>
          </a:p>
          <a:p>
            <a:endParaRPr lang="en-GB" altLang="en-US" dirty="0">
              <a:latin typeface="Verdana" panose="020B060403050404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GB" altLang="en-US" dirty="0">
                <a:latin typeface="Verdana" panose="020B0604030504040204" pitchFamily="34" charset="0"/>
              </a:rPr>
              <a:t>Would you answer these questions differently in different organisations? </a:t>
            </a:r>
          </a:p>
        </p:txBody>
      </p:sp>
      <p:pic>
        <p:nvPicPr>
          <p:cNvPr id="6" name="Picture 4" descr="Questions, Demand, Doubts, Psychology">
            <a:extLst>
              <a:ext uri="{FF2B5EF4-FFF2-40B4-BE49-F238E27FC236}">
                <a16:creationId xmlns:a16="http://schemas.microsoft.com/office/drawing/2014/main" id="{7B1C6AA6-25BB-664C-7323-514BEB52D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670" y="4682913"/>
            <a:ext cx="1398965" cy="1398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3F1308-5262-117B-E788-B084F190C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Autofit/>
          </a:bodyPr>
          <a:lstStyle/>
          <a:p>
            <a:r>
              <a:rPr lang="en-GB" sz="4000" dirty="0"/>
              <a:t>Organisational culture</a:t>
            </a:r>
          </a:p>
        </p:txBody>
      </p:sp>
    </p:spTree>
    <p:extLst>
      <p:ext uri="{BB962C8B-B14F-4D97-AF65-F5344CB8AC3E}">
        <p14:creationId xmlns:p14="http://schemas.microsoft.com/office/powerpoint/2010/main" val="17688461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6E92F3-2133-36B8-4032-7F6AEF82C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354" y="509900"/>
            <a:ext cx="9935292" cy="5621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964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51F43-6DBD-9D49-E1AE-11E74DDC6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Organisational 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42144-367C-3AF1-A343-F6A72EBBC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If an organisational culture is the “internal personality”, can we manage/change it?</a:t>
            </a:r>
          </a:p>
          <a:p>
            <a:endParaRPr lang="en-GB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Why would we want to change it? </a:t>
            </a:r>
          </a:p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12DC12-0D95-D186-5468-DF8413DACA1D}"/>
              </a:ext>
            </a:extLst>
          </p:cNvPr>
          <p:cNvSpPr txBox="1"/>
          <p:nvPr/>
        </p:nvSpPr>
        <p:spPr>
          <a:xfrm>
            <a:off x="684245" y="63119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Meek (1988)</a:t>
            </a:r>
          </a:p>
        </p:txBody>
      </p:sp>
      <p:pic>
        <p:nvPicPr>
          <p:cNvPr id="4" name="Picture 4" descr="Questions, Demand, Doubts, Psychology">
            <a:extLst>
              <a:ext uri="{FF2B5EF4-FFF2-40B4-BE49-F238E27FC236}">
                <a16:creationId xmlns:a16="http://schemas.microsoft.com/office/drawing/2014/main" id="{7ED8B6BE-C39C-F19B-90C8-9C909EF25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670" y="4682913"/>
            <a:ext cx="1398965" cy="1398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36960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DB48D6-DDBE-887C-B687-ED3CAEB4C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170" y="1694808"/>
            <a:ext cx="9699009" cy="4603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ED6947D-48AE-E598-12DE-03C3F623F64C}"/>
              </a:ext>
            </a:extLst>
          </p:cNvPr>
          <p:cNvSpPr/>
          <p:nvPr/>
        </p:nvSpPr>
        <p:spPr>
          <a:xfrm>
            <a:off x="4744717" y="1048477"/>
            <a:ext cx="15059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Managerial perspective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7EC757-EF8D-3381-DE79-D547EA864A23}"/>
              </a:ext>
            </a:extLst>
          </p:cNvPr>
          <p:cNvSpPr/>
          <p:nvPr/>
        </p:nvSpPr>
        <p:spPr>
          <a:xfrm>
            <a:off x="7886054" y="1048476"/>
            <a:ext cx="15059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Symbolic perspective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D76127-4091-B2D0-4094-1F783A4938DF}"/>
              </a:ext>
            </a:extLst>
          </p:cNvPr>
          <p:cNvSpPr/>
          <p:nvPr/>
        </p:nvSpPr>
        <p:spPr>
          <a:xfrm>
            <a:off x="3732551" y="6442583"/>
            <a:ext cx="785014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Source: Daniel King and Scott Lawley (2016) Organizational Behaviour, 2nd edition, Oxford University Press.</a:t>
            </a:r>
          </a:p>
        </p:txBody>
      </p:sp>
    </p:spTree>
    <p:extLst>
      <p:ext uri="{BB962C8B-B14F-4D97-AF65-F5344CB8AC3E}">
        <p14:creationId xmlns:p14="http://schemas.microsoft.com/office/powerpoint/2010/main" val="34089062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F12A84-159A-FF82-396B-9C99BAF18D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3566" y="1755119"/>
            <a:ext cx="7716124" cy="4544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0889B36-0E8E-283A-B4DE-6629237AEA1E}"/>
              </a:ext>
            </a:extLst>
          </p:cNvPr>
          <p:cNvSpPr/>
          <p:nvPr/>
        </p:nvSpPr>
        <p:spPr>
          <a:xfrm>
            <a:off x="7414325" y="1672440"/>
            <a:ext cx="2365017" cy="733879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+mj-lt"/>
              </a:rPr>
              <a:t>Artefacts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6956B93-A170-5540-9FF7-FE291A59AE87}"/>
              </a:ext>
            </a:extLst>
          </p:cNvPr>
          <p:cNvSpPr/>
          <p:nvPr/>
        </p:nvSpPr>
        <p:spPr>
          <a:xfrm>
            <a:off x="7414325" y="2612442"/>
            <a:ext cx="2378293" cy="733879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+mj-lt"/>
              </a:rPr>
              <a:t>Organisational values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D9304D3-403C-7414-85E7-10CED0199BB6}"/>
              </a:ext>
            </a:extLst>
          </p:cNvPr>
          <p:cNvSpPr/>
          <p:nvPr/>
        </p:nvSpPr>
        <p:spPr>
          <a:xfrm>
            <a:off x="7430174" y="3552445"/>
            <a:ext cx="2396711" cy="1970764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+mj-lt"/>
              </a:rPr>
              <a:t>Underlying assumptions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8572E02-4BB7-5CCA-1207-F45D7469B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classic model</a:t>
            </a:r>
          </a:p>
        </p:txBody>
      </p:sp>
    </p:spTree>
    <p:extLst>
      <p:ext uri="{BB962C8B-B14F-4D97-AF65-F5344CB8AC3E}">
        <p14:creationId xmlns:p14="http://schemas.microsoft.com/office/powerpoint/2010/main" val="2038957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3A4F-883F-3E43-372E-1BDB0B9F1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Organisational 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25CF5-22CC-1B1C-351C-EE36116BC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Hatch’s process model:</a:t>
            </a:r>
          </a:p>
          <a:p>
            <a:pPr lvl="1"/>
            <a:r>
              <a:rPr lang="en-GB" dirty="0"/>
              <a:t>Manifestation </a:t>
            </a:r>
          </a:p>
          <a:p>
            <a:pPr lvl="1"/>
            <a:r>
              <a:rPr lang="en-GB" dirty="0"/>
              <a:t>Realisation </a:t>
            </a:r>
          </a:p>
          <a:p>
            <a:pPr lvl="1"/>
            <a:r>
              <a:rPr lang="en-GB" dirty="0"/>
              <a:t>Symbolisation </a:t>
            </a:r>
          </a:p>
          <a:p>
            <a:pPr lvl="1"/>
            <a:r>
              <a:rPr lang="en-GB" dirty="0"/>
              <a:t>Interpretation</a:t>
            </a:r>
          </a:p>
          <a:p>
            <a:endParaRPr lang="en-GB" dirty="0"/>
          </a:p>
          <a:p>
            <a:r>
              <a:rPr lang="en-GB" dirty="0"/>
              <a:t>Hatch's model shifts the theoretical focus from static cultural elements to the dynamic relationships that link them together.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471969-DE52-E285-5665-DF3ED159EC1D}"/>
              </a:ext>
            </a:extLst>
          </p:cNvPr>
          <p:cNvSpPr txBox="1"/>
          <p:nvPr/>
        </p:nvSpPr>
        <p:spPr>
          <a:xfrm>
            <a:off x="398106" y="63685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Hatch (1993)</a:t>
            </a:r>
          </a:p>
        </p:txBody>
      </p:sp>
    </p:spTree>
    <p:extLst>
      <p:ext uri="{BB962C8B-B14F-4D97-AF65-F5344CB8AC3E}">
        <p14:creationId xmlns:p14="http://schemas.microsoft.com/office/powerpoint/2010/main" val="38205213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5C7BF29-C396-9F92-C667-411F11DE7632}"/>
              </a:ext>
            </a:extLst>
          </p:cNvPr>
          <p:cNvSpPr/>
          <p:nvPr/>
        </p:nvSpPr>
        <p:spPr>
          <a:xfrm>
            <a:off x="484682" y="1281063"/>
            <a:ext cx="106979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b="1" dirty="0">
                <a:latin typeface="Verdana" panose="020B0604030504040204" pitchFamily="34" charset="0"/>
                <a:ea typeface="Verdana" panose="020B0604030504040204" pitchFamily="34" charset="0"/>
              </a:rPr>
              <a:t>Geert Hofstede </a:t>
            </a:r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</a:rPr>
              <a:t>is well-known for his work exploring the national and regional cultural influences which affect the behaviour of organisations. He also developed a model for organisational culture: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9A6094-CAC6-1D45-3E3B-8CC0CED81084}"/>
              </a:ext>
            </a:extLst>
          </p:cNvPr>
          <p:cNvSpPr/>
          <p:nvPr/>
        </p:nvSpPr>
        <p:spPr>
          <a:xfrm>
            <a:off x="5788701" y="6372962"/>
            <a:ext cx="600677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Source: https://hi.hofstede-insights.com/organisational-culture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BD868A-3485-9757-3BD7-E3F85D77B962}"/>
              </a:ext>
            </a:extLst>
          </p:cNvPr>
          <p:cNvSpPr/>
          <p:nvPr/>
        </p:nvSpPr>
        <p:spPr>
          <a:xfrm>
            <a:off x="769496" y="2324478"/>
            <a:ext cx="7864838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Verdana" panose="020B0604030504040204" pitchFamily="34" charset="0"/>
                <a:ea typeface="Verdana" panose="020B0604030504040204" pitchFamily="34" charset="0"/>
              </a:rPr>
              <a:t>Organisational effectiveness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: Means-oriented vs. goal-oriented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Verdana" panose="020B0604030504040204" pitchFamily="34" charset="0"/>
                <a:ea typeface="Verdana" panose="020B0604030504040204" pitchFamily="34" charset="0"/>
              </a:rPr>
              <a:t>Customer orientation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: Internally driven vs. externally driven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Verdana" panose="020B0604030504040204" pitchFamily="34" charset="0"/>
                <a:ea typeface="Verdana" panose="020B0604030504040204" pitchFamily="34" charset="0"/>
              </a:rPr>
              <a:t>Level of control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: Easy-going work discipline vs. strict work discipline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Verdana" panose="020B0604030504040204" pitchFamily="34" charset="0"/>
                <a:ea typeface="Verdana" panose="020B0604030504040204" pitchFamily="34" charset="0"/>
              </a:rPr>
              <a:t>Focus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: Local vs. professional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Verdana" panose="020B0604030504040204" pitchFamily="34" charset="0"/>
                <a:ea typeface="Verdana" panose="020B0604030504040204" pitchFamily="34" charset="0"/>
              </a:rPr>
              <a:t>Approachability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: Open system vs. closed system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Verdana" panose="020B0604030504040204" pitchFamily="34" charset="0"/>
                <a:ea typeface="Verdana" panose="020B0604030504040204" pitchFamily="34" charset="0"/>
              </a:rPr>
              <a:t>Management philosophy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: Employee-oriented vs. work-oriented</a:t>
            </a:r>
          </a:p>
        </p:txBody>
      </p:sp>
    </p:spTree>
    <p:extLst>
      <p:ext uri="{BB962C8B-B14F-4D97-AF65-F5344CB8AC3E}">
        <p14:creationId xmlns:p14="http://schemas.microsoft.com/office/powerpoint/2010/main" val="2232411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D3CF2B4-E2FB-E98A-4A36-282C6C20CB17}"/>
              </a:ext>
            </a:extLst>
          </p:cNvPr>
          <p:cNvSpPr txBox="1">
            <a:spLocks/>
          </p:cNvSpPr>
          <p:nvPr/>
        </p:nvSpPr>
        <p:spPr>
          <a:xfrm>
            <a:off x="996745" y="2338103"/>
            <a:ext cx="4937760" cy="402335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/>
          </a:p>
          <a:p>
            <a:r>
              <a:rPr lang="en-US" sz="2400" b="1" dirty="0"/>
              <a:t>Cheese</a:t>
            </a:r>
            <a:endParaRPr lang="en-GB" sz="2400" b="1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DEEFED8-8B30-F812-BD98-2E2779FA999C}"/>
              </a:ext>
            </a:extLst>
          </p:cNvPr>
          <p:cNvSpPr txBox="1">
            <a:spLocks/>
          </p:cNvSpPr>
          <p:nvPr/>
        </p:nvSpPr>
        <p:spPr>
          <a:xfrm>
            <a:off x="6117385" y="2338104"/>
            <a:ext cx="4937760" cy="4023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/>
          </a:p>
          <a:p>
            <a:r>
              <a:rPr lang="en-US" sz="2400" b="1" dirty="0"/>
              <a:t>Stinky tofu </a:t>
            </a:r>
            <a:endParaRPr lang="en-GB" sz="2400" b="1" dirty="0"/>
          </a:p>
        </p:txBody>
      </p:sp>
      <p:pic>
        <p:nvPicPr>
          <p:cNvPr id="6" name="Picture 2" descr="Wine, Cheese, Bread, CafÃ©, Paris, France, Travel, Meal">
            <a:extLst>
              <a:ext uri="{FF2B5EF4-FFF2-40B4-BE49-F238E27FC236}">
                <a16:creationId xmlns:a16="http://schemas.microsoft.com/office/drawing/2014/main" id="{4CFDBF83-C03B-5261-5BD5-F7F212CE5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923" y="3309789"/>
            <a:ext cx="4577510" cy="3051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Food, Meals, Lunch, Dinner, Tofu, Red Pepper, Gourmet">
            <a:extLst>
              <a:ext uri="{FF2B5EF4-FFF2-40B4-BE49-F238E27FC236}">
                <a16:creationId xmlns:a16="http://schemas.microsoft.com/office/drawing/2014/main" id="{6BBB771B-78AD-3B4E-0E80-81FA7CE22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753" y="3309789"/>
            <a:ext cx="4591857" cy="3051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6946E86-84F7-A646-55A2-88F3D2DC7710}"/>
              </a:ext>
            </a:extLst>
          </p:cNvPr>
          <p:cNvSpPr/>
          <p:nvPr/>
        </p:nvSpPr>
        <p:spPr>
          <a:xfrm>
            <a:off x="996744" y="1446004"/>
            <a:ext cx="100584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en-US" sz="2000" dirty="0">
                <a:latin typeface="Verdana" panose="020B0604030504040204" pitchFamily="34" charset="0"/>
              </a:rPr>
              <a:t>Do not forget that this is embedded in a national culture.</a:t>
            </a:r>
          </a:p>
        </p:txBody>
      </p:sp>
    </p:spTree>
    <p:extLst>
      <p:ext uri="{BB962C8B-B14F-4D97-AF65-F5344CB8AC3E}">
        <p14:creationId xmlns:p14="http://schemas.microsoft.com/office/powerpoint/2010/main" val="14680687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035413-3AE2-AD12-C4F8-49D994274F87}"/>
              </a:ext>
            </a:extLst>
          </p:cNvPr>
          <p:cNvSpPr/>
          <p:nvPr/>
        </p:nvSpPr>
        <p:spPr>
          <a:xfrm>
            <a:off x="406216" y="2135489"/>
            <a:ext cx="26837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b="1" dirty="0">
                <a:latin typeface="Verdana" panose="020B0604030504040204" pitchFamily="34" charset="0"/>
                <a:ea typeface="Verdana" panose="020B0604030504040204" pitchFamily="34" charset="0"/>
              </a:rPr>
              <a:t>Hofstede’s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AB6A36-DABB-8A96-427B-7052059EB22D}"/>
              </a:ext>
            </a:extLst>
          </p:cNvPr>
          <p:cNvSpPr/>
          <p:nvPr/>
        </p:nvSpPr>
        <p:spPr>
          <a:xfrm>
            <a:off x="6510912" y="6367072"/>
            <a:ext cx="546175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https://www.hofstede-insights.com/country-comparison/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A5DA99-2937-92BD-7005-67FEDB94A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218" y="1102871"/>
            <a:ext cx="7580446" cy="508806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E666B06-4080-C576-ACB9-C7D5915C16DF}"/>
              </a:ext>
            </a:extLst>
          </p:cNvPr>
          <p:cNvSpPr/>
          <p:nvPr/>
        </p:nvSpPr>
        <p:spPr>
          <a:xfrm>
            <a:off x="219336" y="5980103"/>
            <a:ext cx="41728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A detailed explanation of the dimensions can e found here: https://geerthofstede.com/culture-geert-hofstede-gert-jan-hofstede/6d-model-of-national-culture/</a:t>
            </a:r>
          </a:p>
        </p:txBody>
      </p:sp>
    </p:spTree>
    <p:extLst>
      <p:ext uri="{BB962C8B-B14F-4D97-AF65-F5344CB8AC3E}">
        <p14:creationId xmlns:p14="http://schemas.microsoft.com/office/powerpoint/2010/main" val="40455797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41172-160F-0720-8543-89835C639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BF8ED-4BDF-CFC4-3066-A8B7AD21A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The Scaling Problem: how does individual cognition scale to collective behaviour?</a:t>
            </a:r>
          </a:p>
          <a:p>
            <a:r>
              <a:rPr lang="en-GB" sz="2400" dirty="0"/>
              <a:t>Address the crucial problem identified by Powell et al.: </a:t>
            </a:r>
          </a:p>
          <a:p>
            <a:pPr lvl="1"/>
            <a:r>
              <a:rPr lang="en-GB" sz="2000" dirty="0"/>
              <a:t>Strategy often incorrectly assumes that a firm or corporation simply shares the psychology of an individual.</a:t>
            </a:r>
          </a:p>
          <a:p>
            <a:r>
              <a:rPr lang="en-GB" sz="2400" dirty="0"/>
              <a:t>Sketch a high-level research proposal: Working as a group, you must:</a:t>
            </a:r>
          </a:p>
          <a:p>
            <a:pPr lvl="1"/>
            <a:r>
              <a:rPr lang="en-GB" sz="2000" dirty="0"/>
              <a:t>choose one individual-level behavioural concept (e.g., a motivational bias or cognitive heuristic)</a:t>
            </a:r>
          </a:p>
          <a:p>
            <a:pPr lvl="1"/>
            <a:r>
              <a:rPr lang="en-GB" sz="2000" dirty="0"/>
              <a:t>design a study that traces its impact through group dynamics (using Cronin's emergent/cumulative frameworks) up to the level of organisational strategy or culture.</a:t>
            </a:r>
          </a:p>
        </p:txBody>
      </p:sp>
    </p:spTree>
    <p:extLst>
      <p:ext uri="{BB962C8B-B14F-4D97-AF65-F5344CB8AC3E}">
        <p14:creationId xmlns:p14="http://schemas.microsoft.com/office/powerpoint/2010/main" val="219549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1579</Words>
  <Application>Microsoft Office PowerPoint</Application>
  <PresentationFormat>Widescreen</PresentationFormat>
  <Paragraphs>212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Aptos</vt:lpstr>
      <vt:lpstr>Aptos Display</vt:lpstr>
      <vt:lpstr>Arial</vt:lpstr>
      <vt:lpstr>Courier New</vt:lpstr>
      <vt:lpstr>Google Sans</vt:lpstr>
      <vt:lpstr>Verdana</vt:lpstr>
      <vt:lpstr>Wingdings</vt:lpstr>
      <vt:lpstr>Office Theme</vt:lpstr>
      <vt:lpstr>Management</vt:lpstr>
      <vt:lpstr>Agenda</vt:lpstr>
      <vt:lpstr>Introduction</vt:lpstr>
      <vt:lpstr>Behavioural strategy</vt:lpstr>
      <vt:lpstr>Foundations of Work Motivation</vt:lpstr>
      <vt:lpstr>Foundations of Work Motivation</vt:lpstr>
      <vt:lpstr>PowerPoint Presentation</vt:lpstr>
      <vt:lpstr>Foundations of Work Motivation</vt:lpstr>
      <vt:lpstr>Foundations of Work Motivation</vt:lpstr>
      <vt:lpstr>Foundations of Work Motivation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Group Level:  Moving from Statics to Dynamics</vt:lpstr>
      <vt:lpstr>Example of theories</vt:lpstr>
      <vt:lpstr>Examples of theories </vt:lpstr>
      <vt:lpstr>Some examples of research…</vt:lpstr>
      <vt:lpstr>Organisational culture</vt:lpstr>
      <vt:lpstr>Organisational culture</vt:lpstr>
      <vt:lpstr>PowerPoint Presentation</vt:lpstr>
      <vt:lpstr>Organisational culture</vt:lpstr>
      <vt:lpstr>PowerPoint Presentation</vt:lpstr>
      <vt:lpstr>A classic model</vt:lpstr>
      <vt:lpstr>Organisational culture</vt:lpstr>
      <vt:lpstr>PowerPoint Presentation</vt:lpstr>
      <vt:lpstr>PowerPoint Presentation</vt:lpstr>
      <vt:lpstr>PowerPoint Presentation</vt:lpstr>
      <vt:lpstr>Research Workshop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Dario Torres</dc:creator>
  <cp:lastModifiedBy>Luis Torres-Retamal (staff)</cp:lastModifiedBy>
  <cp:revision>1</cp:revision>
  <dcterms:created xsi:type="dcterms:W3CDTF">2025-03-31T12:25:35Z</dcterms:created>
  <dcterms:modified xsi:type="dcterms:W3CDTF">2026-03-29T21:29:58Z</dcterms:modified>
</cp:coreProperties>
</file>