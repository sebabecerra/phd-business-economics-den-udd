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22"/>
  </p:notesMasterIdLst>
  <p:sldIdLst>
    <p:sldId id="256" r:id="rId3"/>
    <p:sldId id="257" r:id="rId4"/>
    <p:sldId id="258" r:id="rId5"/>
    <p:sldId id="259" r:id="rId6"/>
    <p:sldId id="260" r:id="rId7"/>
    <p:sldId id="728" r:id="rId8"/>
    <p:sldId id="261" r:id="rId9"/>
    <p:sldId id="707" r:id="rId10"/>
    <p:sldId id="708" r:id="rId11"/>
    <p:sldId id="262" r:id="rId12"/>
    <p:sldId id="267" r:id="rId13"/>
    <p:sldId id="268" r:id="rId14"/>
    <p:sldId id="269" r:id="rId15"/>
    <p:sldId id="727" r:id="rId16"/>
    <p:sldId id="729" r:id="rId17"/>
    <p:sldId id="730" r:id="rId18"/>
    <p:sldId id="731" r:id="rId19"/>
    <p:sldId id="732" r:id="rId20"/>
    <p:sldId id="266"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2BB018E-2A2B-48C8-92C7-BECD55897B5F}" v="37" dt="2026-04-07T07:31:21.17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3447" autoAdjust="0"/>
  </p:normalViewPr>
  <p:slideViewPr>
    <p:cSldViewPr snapToGrid="0">
      <p:cViewPr varScale="1">
        <p:scale>
          <a:sx n="77" d="100"/>
          <a:sy n="77" d="100"/>
        </p:scale>
        <p:origin x="609" y="2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uis Torres" userId="d0083da5-80e0-407a-8e2b-3b7dd858bc0f" providerId="ADAL" clId="{7EEDEFD5-4BCA-4016-BE06-9E58D10BB4F4}"/>
    <pc:docChg chg="undo custSel addSld delSld modSld sldOrd">
      <pc:chgData name="Luis Torres" userId="d0083da5-80e0-407a-8e2b-3b7dd858bc0f" providerId="ADAL" clId="{7EEDEFD5-4BCA-4016-BE06-9E58D10BB4F4}" dt="2026-04-07T07:47:14.007" v="1946" actId="20577"/>
      <pc:docMkLst>
        <pc:docMk/>
      </pc:docMkLst>
      <pc:sldChg chg="modSp mod">
        <pc:chgData name="Luis Torres" userId="d0083da5-80e0-407a-8e2b-3b7dd858bc0f" providerId="ADAL" clId="{7EEDEFD5-4BCA-4016-BE06-9E58D10BB4F4}" dt="2026-04-06T05:50:15.049" v="99" actId="20577"/>
        <pc:sldMkLst>
          <pc:docMk/>
          <pc:sldMk cId="3365187976" sldId="257"/>
        </pc:sldMkLst>
        <pc:spChg chg="mod">
          <ac:chgData name="Luis Torres" userId="d0083da5-80e0-407a-8e2b-3b7dd858bc0f" providerId="ADAL" clId="{7EEDEFD5-4BCA-4016-BE06-9E58D10BB4F4}" dt="2026-04-06T05:50:15.049" v="99" actId="20577"/>
          <ac:spMkLst>
            <pc:docMk/>
            <pc:sldMk cId="3365187976" sldId="257"/>
            <ac:spMk id="3" creationId="{41F21F08-1B86-1E9C-CDD6-203547261EE6}"/>
          </ac:spMkLst>
        </pc:spChg>
      </pc:sldChg>
      <pc:sldChg chg="addSp delSp modSp mod chgLayout">
        <pc:chgData name="Luis Torres" userId="d0083da5-80e0-407a-8e2b-3b7dd858bc0f" providerId="ADAL" clId="{7EEDEFD5-4BCA-4016-BE06-9E58D10BB4F4}" dt="2026-04-06T05:50:48.813" v="124" actId="404"/>
        <pc:sldMkLst>
          <pc:docMk/>
          <pc:sldMk cId="3678310290" sldId="258"/>
        </pc:sldMkLst>
        <pc:spChg chg="add mod ord">
          <ac:chgData name="Luis Torres" userId="d0083da5-80e0-407a-8e2b-3b7dd858bc0f" providerId="ADAL" clId="{7EEDEFD5-4BCA-4016-BE06-9E58D10BB4F4}" dt="2026-04-06T05:50:48.813" v="124" actId="404"/>
          <ac:spMkLst>
            <pc:docMk/>
            <pc:sldMk cId="3678310290" sldId="258"/>
            <ac:spMk id="2" creationId="{9D6277BE-9D5C-289F-3A8F-9CB5B282AA84}"/>
          </ac:spMkLst>
        </pc:spChg>
        <pc:spChg chg="add del mod ord">
          <ac:chgData name="Luis Torres" userId="d0083da5-80e0-407a-8e2b-3b7dd858bc0f" providerId="ADAL" clId="{7EEDEFD5-4BCA-4016-BE06-9E58D10BB4F4}" dt="2026-04-06T05:50:33.351" v="103" actId="478"/>
          <ac:spMkLst>
            <pc:docMk/>
            <pc:sldMk cId="3678310290" sldId="258"/>
            <ac:spMk id="3" creationId="{2E2CFFAD-C2EE-ABFE-51CD-69624774AA4F}"/>
          </ac:spMkLst>
        </pc:spChg>
        <pc:picChg chg="mod">
          <ac:chgData name="Luis Torres" userId="d0083da5-80e0-407a-8e2b-3b7dd858bc0f" providerId="ADAL" clId="{7EEDEFD5-4BCA-4016-BE06-9E58D10BB4F4}" dt="2026-04-06T05:50:39.305" v="122" actId="1036"/>
          <ac:picMkLst>
            <pc:docMk/>
            <pc:sldMk cId="3678310290" sldId="258"/>
            <ac:picMk id="4" creationId="{F11DB104-AA2F-8089-1F29-74FDB78BA8E0}"/>
          </ac:picMkLst>
        </pc:picChg>
      </pc:sldChg>
      <pc:sldChg chg="modSp">
        <pc:chgData name="Luis Torres" userId="d0083da5-80e0-407a-8e2b-3b7dd858bc0f" providerId="ADAL" clId="{7EEDEFD5-4BCA-4016-BE06-9E58D10BB4F4}" dt="2026-04-06T06:14:39.431" v="139"/>
        <pc:sldMkLst>
          <pc:docMk/>
          <pc:sldMk cId="928007689" sldId="259"/>
        </pc:sldMkLst>
        <pc:spChg chg="mod">
          <ac:chgData name="Luis Torres" userId="d0083da5-80e0-407a-8e2b-3b7dd858bc0f" providerId="ADAL" clId="{7EEDEFD5-4BCA-4016-BE06-9E58D10BB4F4}" dt="2026-04-06T06:14:39.431" v="139"/>
          <ac:spMkLst>
            <pc:docMk/>
            <pc:sldMk cId="928007689" sldId="259"/>
            <ac:spMk id="2" creationId="{2079D5C0-9D03-EA67-596B-B3B12DC131D3}"/>
          </ac:spMkLst>
        </pc:spChg>
      </pc:sldChg>
      <pc:sldChg chg="addSp delSp modSp mod chgLayout">
        <pc:chgData name="Luis Torres" userId="d0083da5-80e0-407a-8e2b-3b7dd858bc0f" providerId="ADAL" clId="{7EEDEFD5-4BCA-4016-BE06-9E58D10BB4F4}" dt="2026-04-06T06:14:49.977" v="143" actId="478"/>
        <pc:sldMkLst>
          <pc:docMk/>
          <pc:sldMk cId="2970459486" sldId="260"/>
        </pc:sldMkLst>
        <pc:spChg chg="add mod ord">
          <ac:chgData name="Luis Torres" userId="d0083da5-80e0-407a-8e2b-3b7dd858bc0f" providerId="ADAL" clId="{7EEDEFD5-4BCA-4016-BE06-9E58D10BB4F4}" dt="2026-04-06T06:14:47.866" v="142"/>
          <ac:spMkLst>
            <pc:docMk/>
            <pc:sldMk cId="2970459486" sldId="260"/>
            <ac:spMk id="2" creationId="{75EEA87A-DBDE-BB04-3E46-13686C288DD5}"/>
          </ac:spMkLst>
        </pc:spChg>
        <pc:spChg chg="add del mod ord">
          <ac:chgData name="Luis Torres" userId="d0083da5-80e0-407a-8e2b-3b7dd858bc0f" providerId="ADAL" clId="{7EEDEFD5-4BCA-4016-BE06-9E58D10BB4F4}" dt="2026-04-06T06:14:49.977" v="143" actId="478"/>
          <ac:spMkLst>
            <pc:docMk/>
            <pc:sldMk cId="2970459486" sldId="260"/>
            <ac:spMk id="3" creationId="{54874B5C-0E91-D6B3-E743-CCD374494BDD}"/>
          </ac:spMkLst>
        </pc:spChg>
        <pc:spChg chg="del">
          <ac:chgData name="Luis Torres" userId="d0083da5-80e0-407a-8e2b-3b7dd858bc0f" providerId="ADAL" clId="{7EEDEFD5-4BCA-4016-BE06-9E58D10BB4F4}" dt="2026-04-06T06:14:43.085" v="140" actId="478"/>
          <ac:spMkLst>
            <pc:docMk/>
            <pc:sldMk cId="2970459486" sldId="260"/>
            <ac:spMk id="6" creationId="{7B4BECDD-C78C-1F1F-FD66-D3D2184099EB}"/>
          </ac:spMkLst>
        </pc:spChg>
      </pc:sldChg>
      <pc:sldChg chg="modSp mod ord">
        <pc:chgData name="Luis Torres" userId="d0083da5-80e0-407a-8e2b-3b7dd858bc0f" providerId="ADAL" clId="{7EEDEFD5-4BCA-4016-BE06-9E58D10BB4F4}" dt="2026-04-06T06:54:52.582" v="819"/>
        <pc:sldMkLst>
          <pc:docMk/>
          <pc:sldMk cId="886778122" sldId="261"/>
        </pc:sldMkLst>
        <pc:spChg chg="mod">
          <ac:chgData name="Luis Torres" userId="d0083da5-80e0-407a-8e2b-3b7dd858bc0f" providerId="ADAL" clId="{7EEDEFD5-4BCA-4016-BE06-9E58D10BB4F4}" dt="2026-04-06T06:14:13.311" v="138" actId="20577"/>
          <ac:spMkLst>
            <pc:docMk/>
            <pc:sldMk cId="886778122" sldId="261"/>
            <ac:spMk id="2" creationId="{9DFD7438-819A-4DFF-7D6D-FEC4A4164F4B}"/>
          </ac:spMkLst>
        </pc:spChg>
      </pc:sldChg>
      <pc:sldChg chg="addSp delSp modSp mod modClrScheme chgLayout">
        <pc:chgData name="Luis Torres" userId="d0083da5-80e0-407a-8e2b-3b7dd858bc0f" providerId="ADAL" clId="{7EEDEFD5-4BCA-4016-BE06-9E58D10BB4F4}" dt="2026-04-06T07:01:12.469" v="948" actId="20577"/>
        <pc:sldMkLst>
          <pc:docMk/>
          <pc:sldMk cId="3599382901" sldId="262"/>
        </pc:sldMkLst>
        <pc:spChg chg="add mod ord">
          <ac:chgData name="Luis Torres" userId="d0083da5-80e0-407a-8e2b-3b7dd858bc0f" providerId="ADAL" clId="{7EEDEFD5-4BCA-4016-BE06-9E58D10BB4F4}" dt="2026-04-06T06:58:17.659" v="866" actId="20577"/>
          <ac:spMkLst>
            <pc:docMk/>
            <pc:sldMk cId="3599382901" sldId="262"/>
            <ac:spMk id="2" creationId="{0769A109-89F8-A800-10C6-AEB0209B3C3F}"/>
          </ac:spMkLst>
        </pc:spChg>
        <pc:spChg chg="add del mod ord">
          <ac:chgData name="Luis Torres" userId="d0083da5-80e0-407a-8e2b-3b7dd858bc0f" providerId="ADAL" clId="{7EEDEFD5-4BCA-4016-BE06-9E58D10BB4F4}" dt="2026-04-06T06:55:37.381" v="824" actId="478"/>
          <ac:spMkLst>
            <pc:docMk/>
            <pc:sldMk cId="3599382901" sldId="262"/>
            <ac:spMk id="3" creationId="{3DC625B8-4868-C2C2-25B8-585F07153041}"/>
          </ac:spMkLst>
        </pc:spChg>
        <pc:spChg chg="del mod">
          <ac:chgData name="Luis Torres" userId="d0083da5-80e0-407a-8e2b-3b7dd858bc0f" providerId="ADAL" clId="{7EEDEFD5-4BCA-4016-BE06-9E58D10BB4F4}" dt="2026-04-06T06:57:37.260" v="847" actId="478"/>
          <ac:spMkLst>
            <pc:docMk/>
            <pc:sldMk cId="3599382901" sldId="262"/>
            <ac:spMk id="4" creationId="{88C80769-A491-E238-3828-70ADEE25D115}"/>
          </ac:spMkLst>
        </pc:spChg>
        <pc:spChg chg="add mod ord">
          <ac:chgData name="Luis Torres" userId="d0083da5-80e0-407a-8e2b-3b7dd858bc0f" providerId="ADAL" clId="{7EEDEFD5-4BCA-4016-BE06-9E58D10BB4F4}" dt="2026-04-06T07:01:12.469" v="948" actId="20577"/>
          <ac:spMkLst>
            <pc:docMk/>
            <pc:sldMk cId="3599382901" sldId="262"/>
            <ac:spMk id="6" creationId="{EA504958-1F94-F6A5-BFE1-6E071F5C0008}"/>
          </ac:spMkLst>
        </pc:spChg>
        <pc:spChg chg="add del mod ord">
          <ac:chgData name="Luis Torres" userId="d0083da5-80e0-407a-8e2b-3b7dd858bc0f" providerId="ADAL" clId="{7EEDEFD5-4BCA-4016-BE06-9E58D10BB4F4}" dt="2026-04-06T06:57:42.850" v="849" actId="478"/>
          <ac:spMkLst>
            <pc:docMk/>
            <pc:sldMk cId="3599382901" sldId="262"/>
            <ac:spMk id="7" creationId="{68F674F9-9014-8866-79A2-BEE671B08E18}"/>
          </ac:spMkLst>
        </pc:spChg>
        <pc:picChg chg="mod">
          <ac:chgData name="Luis Torres" userId="d0083da5-80e0-407a-8e2b-3b7dd858bc0f" providerId="ADAL" clId="{7EEDEFD5-4BCA-4016-BE06-9E58D10BB4F4}" dt="2026-04-06T07:00:37.852" v="943" actId="1076"/>
          <ac:picMkLst>
            <pc:docMk/>
            <pc:sldMk cId="3599382901" sldId="262"/>
            <ac:picMk id="5" creationId="{59ABEB24-00A8-88C9-29DC-CE2A415D2343}"/>
          </ac:picMkLst>
        </pc:picChg>
      </pc:sldChg>
      <pc:sldChg chg="del">
        <pc:chgData name="Luis Torres" userId="d0083da5-80e0-407a-8e2b-3b7dd858bc0f" providerId="ADAL" clId="{7EEDEFD5-4BCA-4016-BE06-9E58D10BB4F4}" dt="2026-04-06T07:00:31.101" v="941" actId="47"/>
        <pc:sldMkLst>
          <pc:docMk/>
          <pc:sldMk cId="788932896" sldId="263"/>
        </pc:sldMkLst>
      </pc:sldChg>
      <pc:sldChg chg="del">
        <pc:chgData name="Luis Torres" userId="d0083da5-80e0-407a-8e2b-3b7dd858bc0f" providerId="ADAL" clId="{7EEDEFD5-4BCA-4016-BE06-9E58D10BB4F4}" dt="2026-04-06T05:52:14.568" v="125" actId="47"/>
        <pc:sldMkLst>
          <pc:docMk/>
          <pc:sldMk cId="61436842" sldId="264"/>
        </pc:sldMkLst>
      </pc:sldChg>
      <pc:sldChg chg="del">
        <pc:chgData name="Luis Torres" userId="d0083da5-80e0-407a-8e2b-3b7dd858bc0f" providerId="ADAL" clId="{7EEDEFD5-4BCA-4016-BE06-9E58D10BB4F4}" dt="2026-04-06T05:52:22.656" v="126" actId="47"/>
        <pc:sldMkLst>
          <pc:docMk/>
          <pc:sldMk cId="2721415443" sldId="265"/>
        </pc:sldMkLst>
      </pc:sldChg>
      <pc:sldChg chg="modSp mod">
        <pc:chgData name="Luis Torres" userId="d0083da5-80e0-407a-8e2b-3b7dd858bc0f" providerId="ADAL" clId="{7EEDEFD5-4BCA-4016-BE06-9E58D10BB4F4}" dt="2026-04-07T07:47:14.007" v="1946" actId="20577"/>
        <pc:sldMkLst>
          <pc:docMk/>
          <pc:sldMk cId="3430688115" sldId="266"/>
        </pc:sldMkLst>
        <pc:spChg chg="mod">
          <ac:chgData name="Luis Torres" userId="d0083da5-80e0-407a-8e2b-3b7dd858bc0f" providerId="ADAL" clId="{7EEDEFD5-4BCA-4016-BE06-9E58D10BB4F4}" dt="2026-04-07T07:47:14.007" v="1946" actId="20577"/>
          <ac:spMkLst>
            <pc:docMk/>
            <pc:sldMk cId="3430688115" sldId="266"/>
            <ac:spMk id="3" creationId="{A4DFAB1F-A657-D00B-ED77-17FA2A73E9F6}"/>
          </ac:spMkLst>
        </pc:spChg>
      </pc:sldChg>
      <pc:sldChg chg="add del">
        <pc:chgData name="Luis Torres" userId="d0083da5-80e0-407a-8e2b-3b7dd858bc0f" providerId="ADAL" clId="{7EEDEFD5-4BCA-4016-BE06-9E58D10BB4F4}" dt="2026-04-06T06:15:41.478" v="146"/>
        <pc:sldMkLst>
          <pc:docMk/>
          <pc:sldMk cId="3431409424" sldId="267"/>
        </pc:sldMkLst>
      </pc:sldChg>
      <pc:sldChg chg="add del">
        <pc:chgData name="Luis Torres" userId="d0083da5-80e0-407a-8e2b-3b7dd858bc0f" providerId="ADAL" clId="{7EEDEFD5-4BCA-4016-BE06-9E58D10BB4F4}" dt="2026-04-06T06:15:41.478" v="146"/>
        <pc:sldMkLst>
          <pc:docMk/>
          <pc:sldMk cId="2492415804" sldId="268"/>
        </pc:sldMkLst>
      </pc:sldChg>
      <pc:sldChg chg="addSp delSp modSp add del mod modClrScheme chgLayout">
        <pc:chgData name="Luis Torres" userId="d0083da5-80e0-407a-8e2b-3b7dd858bc0f" providerId="ADAL" clId="{7EEDEFD5-4BCA-4016-BE06-9E58D10BB4F4}" dt="2026-04-06T06:15:57.681" v="148" actId="478"/>
        <pc:sldMkLst>
          <pc:docMk/>
          <pc:sldMk cId="286954321" sldId="269"/>
        </pc:sldMkLst>
        <pc:spChg chg="mod ord">
          <ac:chgData name="Luis Torres" userId="d0083da5-80e0-407a-8e2b-3b7dd858bc0f" providerId="ADAL" clId="{7EEDEFD5-4BCA-4016-BE06-9E58D10BB4F4}" dt="2026-04-06T06:15:55.574" v="147" actId="700"/>
          <ac:spMkLst>
            <pc:docMk/>
            <pc:sldMk cId="286954321" sldId="269"/>
            <ac:spMk id="2" creationId="{660891FC-FA10-4F47-8783-D8FBD3447AC6}"/>
          </ac:spMkLst>
        </pc:spChg>
        <pc:spChg chg="add del mod ord">
          <ac:chgData name="Luis Torres" userId="d0083da5-80e0-407a-8e2b-3b7dd858bc0f" providerId="ADAL" clId="{7EEDEFD5-4BCA-4016-BE06-9E58D10BB4F4}" dt="2026-04-06T06:15:57.681" v="148" actId="478"/>
          <ac:spMkLst>
            <pc:docMk/>
            <pc:sldMk cId="286954321" sldId="269"/>
            <ac:spMk id="4" creationId="{0D2E16A1-8BFB-9406-EFFD-1C259BE63BC6}"/>
          </ac:spMkLst>
        </pc:spChg>
      </pc:sldChg>
      <pc:sldChg chg="addSp delSp modSp add del mod modClrScheme chgLayout">
        <pc:chgData name="Luis Torres" userId="d0083da5-80e0-407a-8e2b-3b7dd858bc0f" providerId="ADAL" clId="{7EEDEFD5-4BCA-4016-BE06-9E58D10BB4F4}" dt="2026-04-06T06:22:17.373" v="225" actId="47"/>
        <pc:sldMkLst>
          <pc:docMk/>
          <pc:sldMk cId="1740621591" sldId="335"/>
        </pc:sldMkLst>
        <pc:spChg chg="mod ord">
          <ac:chgData name="Luis Torres" userId="d0083da5-80e0-407a-8e2b-3b7dd858bc0f" providerId="ADAL" clId="{7EEDEFD5-4BCA-4016-BE06-9E58D10BB4F4}" dt="2026-04-06T06:18:55.853" v="161" actId="700"/>
          <ac:spMkLst>
            <pc:docMk/>
            <pc:sldMk cId="1740621591" sldId="335"/>
            <ac:spMk id="2" creationId="{F8DDEEB3-623A-4357-A7A3-CA50B09638B9}"/>
          </ac:spMkLst>
        </pc:spChg>
        <pc:spChg chg="add del mod ord">
          <ac:chgData name="Luis Torres" userId="d0083da5-80e0-407a-8e2b-3b7dd858bc0f" providerId="ADAL" clId="{7EEDEFD5-4BCA-4016-BE06-9E58D10BB4F4}" dt="2026-04-06T06:18:57.952" v="162" actId="478"/>
          <ac:spMkLst>
            <pc:docMk/>
            <pc:sldMk cId="1740621591" sldId="335"/>
            <ac:spMk id="3" creationId="{BDA0662F-4288-ACA3-9736-75333B3E6E22}"/>
          </ac:spMkLst>
        </pc:spChg>
      </pc:sldChg>
      <pc:sldChg chg="addSp delSp modSp add mod ord modClrScheme chgLayout">
        <pc:chgData name="Luis Torres" userId="d0083da5-80e0-407a-8e2b-3b7dd858bc0f" providerId="ADAL" clId="{7EEDEFD5-4BCA-4016-BE06-9E58D10BB4F4}" dt="2026-04-06T06:51:46.126" v="789" actId="6549"/>
        <pc:sldMkLst>
          <pc:docMk/>
          <pc:sldMk cId="1912400195" sldId="707"/>
        </pc:sldMkLst>
        <pc:spChg chg="mod ord">
          <ac:chgData name="Luis Torres" userId="d0083da5-80e0-407a-8e2b-3b7dd858bc0f" providerId="ADAL" clId="{7EEDEFD5-4BCA-4016-BE06-9E58D10BB4F4}" dt="2026-04-06T06:51:46.126" v="789" actId="6549"/>
          <ac:spMkLst>
            <pc:docMk/>
            <pc:sldMk cId="1912400195" sldId="707"/>
            <ac:spMk id="2" creationId="{EBD728C0-5FDA-9656-8C6D-5427512EB192}"/>
          </ac:spMkLst>
        </pc:spChg>
        <pc:spChg chg="del mod">
          <ac:chgData name="Luis Torres" userId="d0083da5-80e0-407a-8e2b-3b7dd858bc0f" providerId="ADAL" clId="{7EEDEFD5-4BCA-4016-BE06-9E58D10BB4F4}" dt="2026-04-06T06:19:54.030" v="173"/>
          <ac:spMkLst>
            <pc:docMk/>
            <pc:sldMk cId="1912400195" sldId="707"/>
            <ac:spMk id="3" creationId="{3C47CDCD-DE99-2131-4206-DADD63AFEB4C}"/>
          </ac:spMkLst>
        </pc:spChg>
        <pc:spChg chg="mod">
          <ac:chgData name="Luis Torres" userId="d0083da5-80e0-407a-8e2b-3b7dd858bc0f" providerId="ADAL" clId="{7EEDEFD5-4BCA-4016-BE06-9E58D10BB4F4}" dt="2026-04-06T06:21:20.401" v="214" actId="20577"/>
          <ac:spMkLst>
            <pc:docMk/>
            <pc:sldMk cId="1912400195" sldId="707"/>
            <ac:spMk id="4" creationId="{92904046-13A9-D011-2144-065C23BC7DC5}"/>
          </ac:spMkLst>
        </pc:spChg>
        <pc:spChg chg="add del mod ord">
          <ac:chgData name="Luis Torres" userId="d0083da5-80e0-407a-8e2b-3b7dd858bc0f" providerId="ADAL" clId="{7EEDEFD5-4BCA-4016-BE06-9E58D10BB4F4}" dt="2026-04-06T06:17:49.489" v="157" actId="478"/>
          <ac:spMkLst>
            <pc:docMk/>
            <pc:sldMk cId="1912400195" sldId="707"/>
            <ac:spMk id="5" creationId="{58E6728F-FA08-6C4B-D6E2-6C780576DA74}"/>
          </ac:spMkLst>
        </pc:spChg>
        <pc:picChg chg="add mod">
          <ac:chgData name="Luis Torres" userId="d0083da5-80e0-407a-8e2b-3b7dd858bc0f" providerId="ADAL" clId="{7EEDEFD5-4BCA-4016-BE06-9E58D10BB4F4}" dt="2026-04-06T06:21:32.545" v="218" actId="1076"/>
          <ac:picMkLst>
            <pc:docMk/>
            <pc:sldMk cId="1912400195" sldId="707"/>
            <ac:picMk id="6" creationId="{50197CF2-A0AE-1085-6A29-B03C2847000A}"/>
          </ac:picMkLst>
        </pc:picChg>
        <pc:picChg chg="add mod">
          <ac:chgData name="Luis Torres" userId="d0083da5-80e0-407a-8e2b-3b7dd858bc0f" providerId="ADAL" clId="{7EEDEFD5-4BCA-4016-BE06-9E58D10BB4F4}" dt="2026-04-06T06:21:41.391" v="220" actId="1076"/>
          <ac:picMkLst>
            <pc:docMk/>
            <pc:sldMk cId="1912400195" sldId="707"/>
            <ac:picMk id="7" creationId="{039F765D-D9DE-78DE-C68F-0EF1BB50F150}"/>
          </ac:picMkLst>
        </pc:picChg>
        <pc:cxnChg chg="add">
          <ac:chgData name="Luis Torres" userId="d0083da5-80e0-407a-8e2b-3b7dd858bc0f" providerId="ADAL" clId="{7EEDEFD5-4BCA-4016-BE06-9E58D10BB4F4}" dt="2026-04-06T06:21:50.219" v="221" actId="11529"/>
          <ac:cxnSpMkLst>
            <pc:docMk/>
            <pc:sldMk cId="1912400195" sldId="707"/>
            <ac:cxnSpMk id="9" creationId="{E302B9B4-13EE-0984-75B2-43FCE7E6983E}"/>
          </ac:cxnSpMkLst>
        </pc:cxnChg>
        <pc:cxnChg chg="add mod">
          <ac:chgData name="Luis Torres" userId="d0083da5-80e0-407a-8e2b-3b7dd858bc0f" providerId="ADAL" clId="{7EEDEFD5-4BCA-4016-BE06-9E58D10BB4F4}" dt="2026-04-06T06:22:07.618" v="223" actId="14100"/>
          <ac:cxnSpMkLst>
            <pc:docMk/>
            <pc:sldMk cId="1912400195" sldId="707"/>
            <ac:cxnSpMk id="11" creationId="{EBA6BCAE-8812-B85C-D804-B9ECC0FBEEC0}"/>
          </ac:cxnSpMkLst>
        </pc:cxnChg>
      </pc:sldChg>
      <pc:sldChg chg="addSp delSp modSp add mod ord modClrScheme chgLayout">
        <pc:chgData name="Luis Torres" userId="d0083da5-80e0-407a-8e2b-3b7dd858bc0f" providerId="ADAL" clId="{7EEDEFD5-4BCA-4016-BE06-9E58D10BB4F4}" dt="2026-04-06T06:51:29.880" v="787"/>
        <pc:sldMkLst>
          <pc:docMk/>
          <pc:sldMk cId="117531013" sldId="708"/>
        </pc:sldMkLst>
        <pc:spChg chg="mod ord">
          <ac:chgData name="Luis Torres" userId="d0083da5-80e0-407a-8e2b-3b7dd858bc0f" providerId="ADAL" clId="{7EEDEFD5-4BCA-4016-BE06-9E58D10BB4F4}" dt="2026-04-06T06:22:26.663" v="227" actId="700"/>
          <ac:spMkLst>
            <pc:docMk/>
            <pc:sldMk cId="117531013" sldId="708"/>
            <ac:spMk id="2" creationId="{2F03D1B0-B828-524D-BF76-9D8AE51FB001}"/>
          </ac:spMkLst>
        </pc:spChg>
        <pc:spChg chg="add del mod ord">
          <ac:chgData name="Luis Torres" userId="d0083da5-80e0-407a-8e2b-3b7dd858bc0f" providerId="ADAL" clId="{7EEDEFD5-4BCA-4016-BE06-9E58D10BB4F4}" dt="2026-04-06T06:22:28.769" v="228" actId="478"/>
          <ac:spMkLst>
            <pc:docMk/>
            <pc:sldMk cId="117531013" sldId="708"/>
            <ac:spMk id="4" creationId="{A7886B5C-2435-EC99-C93E-FB6436F7FC44}"/>
          </ac:spMkLst>
        </pc:spChg>
        <pc:spChg chg="mod">
          <ac:chgData name="Luis Torres" userId="d0083da5-80e0-407a-8e2b-3b7dd858bc0f" providerId="ADAL" clId="{7EEDEFD5-4BCA-4016-BE06-9E58D10BB4F4}" dt="2026-04-06T06:22:39.213" v="231" actId="1076"/>
          <ac:spMkLst>
            <pc:docMk/>
            <pc:sldMk cId="117531013" sldId="708"/>
            <ac:spMk id="5" creationId="{22C78654-4178-24EA-2CE5-9EAAB1EB590C}"/>
          </ac:spMkLst>
        </pc:spChg>
        <pc:picChg chg="mod">
          <ac:chgData name="Luis Torres" userId="d0083da5-80e0-407a-8e2b-3b7dd858bc0f" providerId="ADAL" clId="{7EEDEFD5-4BCA-4016-BE06-9E58D10BB4F4}" dt="2026-04-06T06:22:45.556" v="234" actId="14100"/>
          <ac:picMkLst>
            <pc:docMk/>
            <pc:sldMk cId="117531013" sldId="708"/>
            <ac:picMk id="1026" creationId="{66069C79-FE5E-1280-9A04-CBBA0FB61EFC}"/>
          </ac:picMkLst>
        </pc:picChg>
      </pc:sldChg>
      <pc:sldChg chg="addSp delSp modSp add del mod modClrScheme chgLayout">
        <pc:chgData name="Luis Torres" userId="d0083da5-80e0-407a-8e2b-3b7dd858bc0f" providerId="ADAL" clId="{7EEDEFD5-4BCA-4016-BE06-9E58D10BB4F4}" dt="2026-04-06T06:22:13.531" v="224" actId="47"/>
        <pc:sldMkLst>
          <pc:docMk/>
          <pc:sldMk cId="186675522" sldId="718"/>
        </pc:sldMkLst>
        <pc:spChg chg="mod ord">
          <ac:chgData name="Luis Torres" userId="d0083da5-80e0-407a-8e2b-3b7dd858bc0f" providerId="ADAL" clId="{7EEDEFD5-4BCA-4016-BE06-9E58D10BB4F4}" dt="2026-04-06T06:18:48.485" v="159" actId="700"/>
          <ac:spMkLst>
            <pc:docMk/>
            <pc:sldMk cId="186675522" sldId="718"/>
            <ac:spMk id="2" creationId="{0344F3C6-389C-BB1E-42BD-1C530EB65674}"/>
          </ac:spMkLst>
        </pc:spChg>
        <pc:spChg chg="add del mod ord">
          <ac:chgData name="Luis Torres" userId="d0083da5-80e0-407a-8e2b-3b7dd858bc0f" providerId="ADAL" clId="{7EEDEFD5-4BCA-4016-BE06-9E58D10BB4F4}" dt="2026-04-06T06:18:50.281" v="160" actId="478"/>
          <ac:spMkLst>
            <pc:docMk/>
            <pc:sldMk cId="186675522" sldId="718"/>
            <ac:spMk id="3" creationId="{8B1C6E63-2B28-F3F0-DADB-EDC32F0D423F}"/>
          </ac:spMkLst>
        </pc:spChg>
      </pc:sldChg>
      <pc:sldChg chg="addSp delSp modSp add del mod modClrScheme chgLayout">
        <pc:chgData name="Luis Torres" userId="d0083da5-80e0-407a-8e2b-3b7dd858bc0f" providerId="ADAL" clId="{7EEDEFD5-4BCA-4016-BE06-9E58D10BB4F4}" dt="2026-04-06T06:22:21.976" v="226" actId="47"/>
        <pc:sldMkLst>
          <pc:docMk/>
          <pc:sldMk cId="3407468638" sldId="721"/>
        </pc:sldMkLst>
        <pc:spChg chg="mod ord">
          <ac:chgData name="Luis Torres" userId="d0083da5-80e0-407a-8e2b-3b7dd858bc0f" providerId="ADAL" clId="{7EEDEFD5-4BCA-4016-BE06-9E58D10BB4F4}" dt="2026-04-06T06:19:03.445" v="163" actId="700"/>
          <ac:spMkLst>
            <pc:docMk/>
            <pc:sldMk cId="3407468638" sldId="721"/>
            <ac:spMk id="2" creationId="{568993FD-4534-2449-6850-D7DDF7B94C63}"/>
          </ac:spMkLst>
        </pc:spChg>
        <pc:spChg chg="add del mod ord">
          <ac:chgData name="Luis Torres" userId="d0083da5-80e0-407a-8e2b-3b7dd858bc0f" providerId="ADAL" clId="{7EEDEFD5-4BCA-4016-BE06-9E58D10BB4F4}" dt="2026-04-06T06:19:07.563" v="164" actId="478"/>
          <ac:spMkLst>
            <pc:docMk/>
            <pc:sldMk cId="3407468638" sldId="721"/>
            <ac:spMk id="3" creationId="{45888BE3-6BF7-E87B-A27A-D13CBFA11A4D}"/>
          </ac:spMkLst>
        </pc:spChg>
        <pc:picChg chg="mod">
          <ac:chgData name="Luis Torres" userId="d0083da5-80e0-407a-8e2b-3b7dd858bc0f" providerId="ADAL" clId="{7EEDEFD5-4BCA-4016-BE06-9E58D10BB4F4}" dt="2026-04-06T06:19:10.407" v="165" actId="14100"/>
          <ac:picMkLst>
            <pc:docMk/>
            <pc:sldMk cId="3407468638" sldId="721"/>
            <ac:picMk id="2050" creationId="{4F7A2347-3E73-B0B6-B6E0-F9030F6B65B8}"/>
          </ac:picMkLst>
        </pc:picChg>
      </pc:sldChg>
      <pc:sldChg chg="addSp delSp modSp add del mod modClrScheme chgLayout">
        <pc:chgData name="Luis Torres" userId="d0083da5-80e0-407a-8e2b-3b7dd858bc0f" providerId="ADAL" clId="{7EEDEFD5-4BCA-4016-BE06-9E58D10BB4F4}" dt="2026-04-07T07:21:57.649" v="1624" actId="47"/>
        <pc:sldMkLst>
          <pc:docMk/>
          <pc:sldMk cId="3295029689" sldId="725"/>
        </pc:sldMkLst>
        <pc:spChg chg="mod ord">
          <ac:chgData name="Luis Torres" userId="d0083da5-80e0-407a-8e2b-3b7dd858bc0f" providerId="ADAL" clId="{7EEDEFD5-4BCA-4016-BE06-9E58D10BB4F4}" dt="2026-04-06T06:17:36.377" v="152" actId="700"/>
          <ac:spMkLst>
            <pc:docMk/>
            <pc:sldMk cId="3295029689" sldId="725"/>
            <ac:spMk id="2" creationId="{802CBF1F-4845-BC36-03E6-C8C912A6EFE1}"/>
          </ac:spMkLst>
        </pc:spChg>
        <pc:spChg chg="add del mod ord">
          <ac:chgData name="Luis Torres" userId="d0083da5-80e0-407a-8e2b-3b7dd858bc0f" providerId="ADAL" clId="{7EEDEFD5-4BCA-4016-BE06-9E58D10BB4F4}" dt="2026-04-06T06:17:41.944" v="155" actId="478"/>
          <ac:spMkLst>
            <pc:docMk/>
            <pc:sldMk cId="3295029689" sldId="725"/>
            <ac:spMk id="3" creationId="{05B40CB6-39F7-25CE-9FCA-C3E20B6ED393}"/>
          </ac:spMkLst>
        </pc:spChg>
        <pc:spChg chg="add del">
          <ac:chgData name="Luis Torres" userId="d0083da5-80e0-407a-8e2b-3b7dd858bc0f" providerId="ADAL" clId="{7EEDEFD5-4BCA-4016-BE06-9E58D10BB4F4}" dt="2026-04-06T06:17:40.317" v="154" actId="478"/>
          <ac:spMkLst>
            <pc:docMk/>
            <pc:sldMk cId="3295029689" sldId="725"/>
            <ac:spMk id="4" creationId="{C7B592B5-2B63-9BCC-8735-AE58E71E3DB0}"/>
          </ac:spMkLst>
        </pc:spChg>
      </pc:sldChg>
      <pc:sldChg chg="addSp delSp modSp add del mod modClrScheme chgLayout">
        <pc:chgData name="Luis Torres" userId="d0083da5-80e0-407a-8e2b-3b7dd858bc0f" providerId="ADAL" clId="{7EEDEFD5-4BCA-4016-BE06-9E58D10BB4F4}" dt="2026-04-06T06:16:09.748" v="150" actId="478"/>
        <pc:sldMkLst>
          <pc:docMk/>
          <pc:sldMk cId="2924689566" sldId="727"/>
        </pc:sldMkLst>
        <pc:spChg chg="mod ord">
          <ac:chgData name="Luis Torres" userId="d0083da5-80e0-407a-8e2b-3b7dd858bc0f" providerId="ADAL" clId="{7EEDEFD5-4BCA-4016-BE06-9E58D10BB4F4}" dt="2026-04-06T06:16:07.652" v="149" actId="700"/>
          <ac:spMkLst>
            <pc:docMk/>
            <pc:sldMk cId="2924689566" sldId="727"/>
            <ac:spMk id="2" creationId="{F293BB1D-0CD7-FD74-EC6A-F8F4357799A6}"/>
          </ac:spMkLst>
        </pc:spChg>
        <pc:spChg chg="add del mod ord">
          <ac:chgData name="Luis Torres" userId="d0083da5-80e0-407a-8e2b-3b7dd858bc0f" providerId="ADAL" clId="{7EEDEFD5-4BCA-4016-BE06-9E58D10BB4F4}" dt="2026-04-06T06:16:09.748" v="150" actId="478"/>
          <ac:spMkLst>
            <pc:docMk/>
            <pc:sldMk cId="2924689566" sldId="727"/>
            <ac:spMk id="18" creationId="{9CF9C5E5-E662-4B0D-20B6-500CBDF7D528}"/>
          </ac:spMkLst>
        </pc:spChg>
      </pc:sldChg>
      <pc:sldChg chg="addSp modSp new mod">
        <pc:chgData name="Luis Torres" userId="d0083da5-80e0-407a-8e2b-3b7dd858bc0f" providerId="ADAL" clId="{7EEDEFD5-4BCA-4016-BE06-9E58D10BB4F4}" dt="2026-04-06T06:53:51.961" v="817" actId="27614"/>
        <pc:sldMkLst>
          <pc:docMk/>
          <pc:sldMk cId="4216678323" sldId="728"/>
        </pc:sldMkLst>
        <pc:spChg chg="mod">
          <ac:chgData name="Luis Torres" userId="d0083da5-80e0-407a-8e2b-3b7dd858bc0f" providerId="ADAL" clId="{7EEDEFD5-4BCA-4016-BE06-9E58D10BB4F4}" dt="2026-04-06T06:26:45.630" v="237"/>
          <ac:spMkLst>
            <pc:docMk/>
            <pc:sldMk cId="4216678323" sldId="728"/>
            <ac:spMk id="2" creationId="{DA181189-5144-2F76-4CA8-923D829DE8CD}"/>
          </ac:spMkLst>
        </pc:spChg>
        <pc:spChg chg="mod">
          <ac:chgData name="Luis Torres" userId="d0083da5-80e0-407a-8e2b-3b7dd858bc0f" providerId="ADAL" clId="{7EEDEFD5-4BCA-4016-BE06-9E58D10BB4F4}" dt="2026-04-06T06:53:13.589" v="812" actId="14100"/>
          <ac:spMkLst>
            <pc:docMk/>
            <pc:sldMk cId="4216678323" sldId="728"/>
            <ac:spMk id="3" creationId="{840CF091-6251-F283-9FF7-FAA5C84FBA62}"/>
          </ac:spMkLst>
        </pc:spChg>
        <pc:picChg chg="add mod">
          <ac:chgData name="Luis Torres" userId="d0083da5-80e0-407a-8e2b-3b7dd858bc0f" providerId="ADAL" clId="{7EEDEFD5-4BCA-4016-BE06-9E58D10BB4F4}" dt="2026-04-06T06:53:51.961" v="817" actId="27614"/>
          <ac:picMkLst>
            <pc:docMk/>
            <pc:sldMk cId="4216678323" sldId="728"/>
            <ac:picMk id="5" creationId="{C642E85A-888C-12D4-D25F-7E68B8B41323}"/>
          </ac:picMkLst>
        </pc:picChg>
      </pc:sldChg>
      <pc:sldChg chg="modSp new mod ord">
        <pc:chgData name="Luis Torres" userId="d0083da5-80e0-407a-8e2b-3b7dd858bc0f" providerId="ADAL" clId="{7EEDEFD5-4BCA-4016-BE06-9E58D10BB4F4}" dt="2026-04-06T07:24:52.923" v="1240"/>
        <pc:sldMkLst>
          <pc:docMk/>
          <pc:sldMk cId="3263990510" sldId="729"/>
        </pc:sldMkLst>
        <pc:spChg chg="mod">
          <ac:chgData name="Luis Torres" userId="d0083da5-80e0-407a-8e2b-3b7dd858bc0f" providerId="ADAL" clId="{7EEDEFD5-4BCA-4016-BE06-9E58D10BB4F4}" dt="2026-04-06T07:24:52.923" v="1240"/>
          <ac:spMkLst>
            <pc:docMk/>
            <pc:sldMk cId="3263990510" sldId="729"/>
            <ac:spMk id="2" creationId="{9772F731-7194-092D-7AFA-A062A2116BEE}"/>
          </ac:spMkLst>
        </pc:spChg>
        <pc:spChg chg="mod">
          <ac:chgData name="Luis Torres" userId="d0083da5-80e0-407a-8e2b-3b7dd858bc0f" providerId="ADAL" clId="{7EEDEFD5-4BCA-4016-BE06-9E58D10BB4F4}" dt="2026-04-06T07:23:32.036" v="1234" actId="27636"/>
          <ac:spMkLst>
            <pc:docMk/>
            <pc:sldMk cId="3263990510" sldId="729"/>
            <ac:spMk id="3" creationId="{624C0EDF-C573-D333-ED44-42BA5187FACF}"/>
          </ac:spMkLst>
        </pc:spChg>
      </pc:sldChg>
      <pc:sldChg chg="modSp new mod">
        <pc:chgData name="Luis Torres" userId="d0083da5-80e0-407a-8e2b-3b7dd858bc0f" providerId="ADAL" clId="{7EEDEFD5-4BCA-4016-BE06-9E58D10BB4F4}" dt="2026-04-07T07:21:48.397" v="1623" actId="27636"/>
        <pc:sldMkLst>
          <pc:docMk/>
          <pc:sldMk cId="2451725140" sldId="730"/>
        </pc:sldMkLst>
        <pc:spChg chg="mod">
          <ac:chgData name="Luis Torres" userId="d0083da5-80e0-407a-8e2b-3b7dd858bc0f" providerId="ADAL" clId="{7EEDEFD5-4BCA-4016-BE06-9E58D10BB4F4}" dt="2026-04-07T07:02:31.265" v="1449" actId="20577"/>
          <ac:spMkLst>
            <pc:docMk/>
            <pc:sldMk cId="2451725140" sldId="730"/>
            <ac:spMk id="2" creationId="{5E35C00A-A512-3C5C-9A6E-C700C7BC6F88}"/>
          </ac:spMkLst>
        </pc:spChg>
        <pc:spChg chg="mod">
          <ac:chgData name="Luis Torres" userId="d0083da5-80e0-407a-8e2b-3b7dd858bc0f" providerId="ADAL" clId="{7EEDEFD5-4BCA-4016-BE06-9E58D10BB4F4}" dt="2026-04-07T07:21:48.397" v="1623" actId="27636"/>
          <ac:spMkLst>
            <pc:docMk/>
            <pc:sldMk cId="2451725140" sldId="730"/>
            <ac:spMk id="3" creationId="{C457E1AA-3671-436A-B4A5-9B948795BD16}"/>
          </ac:spMkLst>
        </pc:spChg>
      </pc:sldChg>
      <pc:sldChg chg="modSp new mod">
        <pc:chgData name="Luis Torres" userId="d0083da5-80e0-407a-8e2b-3b7dd858bc0f" providerId="ADAL" clId="{7EEDEFD5-4BCA-4016-BE06-9E58D10BB4F4}" dt="2026-04-07T07:29:26.564" v="1703" actId="20577"/>
        <pc:sldMkLst>
          <pc:docMk/>
          <pc:sldMk cId="1115454255" sldId="731"/>
        </pc:sldMkLst>
        <pc:spChg chg="mod">
          <ac:chgData name="Luis Torres" userId="d0083da5-80e0-407a-8e2b-3b7dd858bc0f" providerId="ADAL" clId="{7EEDEFD5-4BCA-4016-BE06-9E58D10BB4F4}" dt="2026-04-07T07:22:37.703" v="1628" actId="404"/>
          <ac:spMkLst>
            <pc:docMk/>
            <pc:sldMk cId="1115454255" sldId="731"/>
            <ac:spMk id="2" creationId="{04F26F77-3207-0568-726D-11ADB642CE2B}"/>
          </ac:spMkLst>
        </pc:spChg>
        <pc:spChg chg="mod">
          <ac:chgData name="Luis Torres" userId="d0083da5-80e0-407a-8e2b-3b7dd858bc0f" providerId="ADAL" clId="{7EEDEFD5-4BCA-4016-BE06-9E58D10BB4F4}" dt="2026-04-07T07:29:26.564" v="1703" actId="20577"/>
          <ac:spMkLst>
            <pc:docMk/>
            <pc:sldMk cId="1115454255" sldId="731"/>
            <ac:spMk id="3" creationId="{FC7E771D-2828-670F-72AE-E1E07BCD0D19}"/>
          </ac:spMkLst>
        </pc:spChg>
      </pc:sldChg>
      <pc:sldChg chg="modSp new mod">
        <pc:chgData name="Luis Torres" userId="d0083da5-80e0-407a-8e2b-3b7dd858bc0f" providerId="ADAL" clId="{7EEDEFD5-4BCA-4016-BE06-9E58D10BB4F4}" dt="2026-04-07T07:38:37.755" v="1921" actId="27636"/>
        <pc:sldMkLst>
          <pc:docMk/>
          <pc:sldMk cId="2969468524" sldId="732"/>
        </pc:sldMkLst>
        <pc:spChg chg="mod">
          <ac:chgData name="Luis Torres" userId="d0083da5-80e0-407a-8e2b-3b7dd858bc0f" providerId="ADAL" clId="{7EEDEFD5-4BCA-4016-BE06-9E58D10BB4F4}" dt="2026-04-07T07:31:24.125" v="1706" actId="404"/>
          <ac:spMkLst>
            <pc:docMk/>
            <pc:sldMk cId="2969468524" sldId="732"/>
            <ac:spMk id="2" creationId="{EAB54465-ECDF-CBFC-F5C5-BFE06E880C7F}"/>
          </ac:spMkLst>
        </pc:spChg>
        <pc:spChg chg="mod">
          <ac:chgData name="Luis Torres" userId="d0083da5-80e0-407a-8e2b-3b7dd858bc0f" providerId="ADAL" clId="{7EEDEFD5-4BCA-4016-BE06-9E58D10BB4F4}" dt="2026-04-07T07:38:37.755" v="1921" actId="27636"/>
          <ac:spMkLst>
            <pc:docMk/>
            <pc:sldMk cId="2969468524" sldId="732"/>
            <ac:spMk id="3" creationId="{E61FD0B9-C5A3-DFAD-86A7-CD8E148B9497}"/>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E5CACB6-9C86-4BA1-85BB-B10CC0DFB978}" type="datetimeFigureOut">
              <a:rPr lang="en-GB" smtClean="0"/>
              <a:t>07/04/2026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A869A2A-7382-4F13-81C1-6F0F55AB88BA}" type="slidenum">
              <a:rPr lang="en-GB" smtClean="0"/>
              <a:t>‹#›</a:t>
            </a:fld>
            <a:endParaRPr lang="en-GB"/>
          </a:p>
        </p:txBody>
      </p:sp>
    </p:spTree>
    <p:extLst>
      <p:ext uri="{BB962C8B-B14F-4D97-AF65-F5344CB8AC3E}">
        <p14:creationId xmlns:p14="http://schemas.microsoft.com/office/powerpoint/2010/main" val="22917721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FA869A2A-7382-4F13-81C1-6F0F55AB88BA}" type="slidenum">
              <a:rPr lang="en-GB" smtClean="0"/>
              <a:t>1</a:t>
            </a:fld>
            <a:endParaRPr lang="en-GB"/>
          </a:p>
        </p:txBody>
      </p:sp>
    </p:spTree>
    <p:extLst>
      <p:ext uri="{BB962C8B-B14F-4D97-AF65-F5344CB8AC3E}">
        <p14:creationId xmlns:p14="http://schemas.microsoft.com/office/powerpoint/2010/main" val="19000540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DB9E1F4-77C1-461E-ABFF-BFE7DD57AFD2}" type="slidenum">
              <a:rPr kumimoji="0" lang="en-GB" sz="13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GB" sz="13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250448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DB9E1F4-77C1-461E-ABFF-BFE7DD57AFD2}" type="slidenum">
              <a:rPr kumimoji="0" lang="en-GB" sz="13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GB" sz="13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335298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DB9E1F4-77C1-461E-ABFF-BFE7DD57AFD2}" type="slidenum">
              <a:rPr kumimoji="0" lang="en-GB" sz="13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GB" sz="13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664625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C91FD8-228D-45D2-F4DF-3956F6B96F8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BF5D9984-7DCE-524E-53E1-AD41513E8A8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3B76364D-8BFD-0A93-D54B-08B7171D2400}"/>
              </a:ext>
            </a:extLst>
          </p:cNvPr>
          <p:cNvSpPr>
            <a:spLocks noGrp="1"/>
          </p:cNvSpPr>
          <p:nvPr>
            <p:ph type="dt" sz="half" idx="10"/>
          </p:nvPr>
        </p:nvSpPr>
        <p:spPr/>
        <p:txBody>
          <a:bodyPr/>
          <a:lstStyle/>
          <a:p>
            <a:fld id="{FF570C8D-A5F8-484D-A42B-6A1C55BA86EA}" type="datetimeFigureOut">
              <a:rPr lang="en-GB" smtClean="0"/>
              <a:t>07/04/2026</a:t>
            </a:fld>
            <a:endParaRPr lang="en-GB"/>
          </a:p>
        </p:txBody>
      </p:sp>
      <p:sp>
        <p:nvSpPr>
          <p:cNvPr id="5" name="Footer Placeholder 4">
            <a:extLst>
              <a:ext uri="{FF2B5EF4-FFF2-40B4-BE49-F238E27FC236}">
                <a16:creationId xmlns:a16="http://schemas.microsoft.com/office/drawing/2014/main" id="{A39BD282-73A9-770C-E7C7-6226C01D6B9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FC212E2-7B13-4835-87CE-2BEA1FD2E618}"/>
              </a:ext>
            </a:extLst>
          </p:cNvPr>
          <p:cNvSpPr>
            <a:spLocks noGrp="1"/>
          </p:cNvSpPr>
          <p:nvPr>
            <p:ph type="sldNum" sz="quarter" idx="12"/>
          </p:nvPr>
        </p:nvSpPr>
        <p:spPr/>
        <p:txBody>
          <a:bodyPr/>
          <a:lstStyle/>
          <a:p>
            <a:fld id="{70AD33C2-9678-45FF-A777-7DEE0AD52BD2}" type="slidenum">
              <a:rPr lang="en-GB" smtClean="0"/>
              <a:t>‹#›</a:t>
            </a:fld>
            <a:endParaRPr lang="en-GB"/>
          </a:p>
        </p:txBody>
      </p:sp>
    </p:spTree>
    <p:extLst>
      <p:ext uri="{BB962C8B-B14F-4D97-AF65-F5344CB8AC3E}">
        <p14:creationId xmlns:p14="http://schemas.microsoft.com/office/powerpoint/2010/main" val="36064009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2D080D-903E-5561-B736-7A49DD7F5712}"/>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4AF29354-7830-C388-E3B6-50001936918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3815749-D04F-0264-BE57-3719400EF55A}"/>
              </a:ext>
            </a:extLst>
          </p:cNvPr>
          <p:cNvSpPr>
            <a:spLocks noGrp="1"/>
          </p:cNvSpPr>
          <p:nvPr>
            <p:ph type="dt" sz="half" idx="10"/>
          </p:nvPr>
        </p:nvSpPr>
        <p:spPr/>
        <p:txBody>
          <a:bodyPr/>
          <a:lstStyle/>
          <a:p>
            <a:fld id="{FF570C8D-A5F8-484D-A42B-6A1C55BA86EA}" type="datetimeFigureOut">
              <a:rPr lang="en-GB" smtClean="0"/>
              <a:t>07/04/2026</a:t>
            </a:fld>
            <a:endParaRPr lang="en-GB"/>
          </a:p>
        </p:txBody>
      </p:sp>
      <p:sp>
        <p:nvSpPr>
          <p:cNvPr id="5" name="Footer Placeholder 4">
            <a:extLst>
              <a:ext uri="{FF2B5EF4-FFF2-40B4-BE49-F238E27FC236}">
                <a16:creationId xmlns:a16="http://schemas.microsoft.com/office/drawing/2014/main" id="{FBA93A5F-64CE-4D8E-2080-0C0680664C0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8901B68-91A0-3F50-E90E-851057CB74E1}"/>
              </a:ext>
            </a:extLst>
          </p:cNvPr>
          <p:cNvSpPr>
            <a:spLocks noGrp="1"/>
          </p:cNvSpPr>
          <p:nvPr>
            <p:ph type="sldNum" sz="quarter" idx="12"/>
          </p:nvPr>
        </p:nvSpPr>
        <p:spPr/>
        <p:txBody>
          <a:bodyPr/>
          <a:lstStyle/>
          <a:p>
            <a:fld id="{70AD33C2-9678-45FF-A777-7DEE0AD52BD2}" type="slidenum">
              <a:rPr lang="en-GB" smtClean="0"/>
              <a:t>‹#›</a:t>
            </a:fld>
            <a:endParaRPr lang="en-GB"/>
          </a:p>
        </p:txBody>
      </p:sp>
    </p:spTree>
    <p:extLst>
      <p:ext uri="{BB962C8B-B14F-4D97-AF65-F5344CB8AC3E}">
        <p14:creationId xmlns:p14="http://schemas.microsoft.com/office/powerpoint/2010/main" val="550600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0AACB5-6607-5FE6-9603-09AA9FD79B5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6A39C150-D282-FA1A-4FC4-E15C71F38D4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EFFADC2-148B-E644-D7DC-3A489E0202A6}"/>
              </a:ext>
            </a:extLst>
          </p:cNvPr>
          <p:cNvSpPr>
            <a:spLocks noGrp="1"/>
          </p:cNvSpPr>
          <p:nvPr>
            <p:ph type="dt" sz="half" idx="10"/>
          </p:nvPr>
        </p:nvSpPr>
        <p:spPr/>
        <p:txBody>
          <a:bodyPr/>
          <a:lstStyle/>
          <a:p>
            <a:fld id="{FF570C8D-A5F8-484D-A42B-6A1C55BA86EA}" type="datetimeFigureOut">
              <a:rPr lang="en-GB" smtClean="0"/>
              <a:t>07/04/2026</a:t>
            </a:fld>
            <a:endParaRPr lang="en-GB"/>
          </a:p>
        </p:txBody>
      </p:sp>
      <p:sp>
        <p:nvSpPr>
          <p:cNvPr id="5" name="Footer Placeholder 4">
            <a:extLst>
              <a:ext uri="{FF2B5EF4-FFF2-40B4-BE49-F238E27FC236}">
                <a16:creationId xmlns:a16="http://schemas.microsoft.com/office/drawing/2014/main" id="{2AB2CB95-716F-2C11-0447-60985A146D6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9356A9C-9A71-5351-46A8-439EB78F7EA1}"/>
              </a:ext>
            </a:extLst>
          </p:cNvPr>
          <p:cNvSpPr>
            <a:spLocks noGrp="1"/>
          </p:cNvSpPr>
          <p:nvPr>
            <p:ph type="sldNum" sz="quarter" idx="12"/>
          </p:nvPr>
        </p:nvSpPr>
        <p:spPr/>
        <p:txBody>
          <a:bodyPr/>
          <a:lstStyle/>
          <a:p>
            <a:fld id="{70AD33C2-9678-45FF-A777-7DEE0AD52BD2}" type="slidenum">
              <a:rPr lang="en-GB" smtClean="0"/>
              <a:t>‹#›</a:t>
            </a:fld>
            <a:endParaRPr lang="en-GB"/>
          </a:p>
        </p:txBody>
      </p:sp>
    </p:spTree>
    <p:extLst>
      <p:ext uri="{BB962C8B-B14F-4D97-AF65-F5344CB8AC3E}">
        <p14:creationId xmlns:p14="http://schemas.microsoft.com/office/powerpoint/2010/main" val="16038926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F12B90-6474-4523-3BD9-B365F20926EF}"/>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521FCEA5-4EFA-5258-A624-F6EA767EC1F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A0AFD77A-9877-5A38-54D8-8D6F153DE27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22C89EE2-F969-B4AA-267F-9076B1D081D0}"/>
              </a:ext>
            </a:extLst>
          </p:cNvPr>
          <p:cNvSpPr>
            <a:spLocks noGrp="1"/>
          </p:cNvSpPr>
          <p:nvPr>
            <p:ph type="dt" sz="half" idx="10"/>
          </p:nvPr>
        </p:nvSpPr>
        <p:spPr/>
        <p:txBody>
          <a:bodyPr/>
          <a:lstStyle/>
          <a:p>
            <a:fld id="{FF570C8D-A5F8-484D-A42B-6A1C55BA86EA}" type="datetimeFigureOut">
              <a:rPr lang="en-GB" smtClean="0"/>
              <a:t>07/04/2026</a:t>
            </a:fld>
            <a:endParaRPr lang="en-GB"/>
          </a:p>
        </p:txBody>
      </p:sp>
      <p:sp>
        <p:nvSpPr>
          <p:cNvPr id="6" name="Footer Placeholder 5">
            <a:extLst>
              <a:ext uri="{FF2B5EF4-FFF2-40B4-BE49-F238E27FC236}">
                <a16:creationId xmlns:a16="http://schemas.microsoft.com/office/drawing/2014/main" id="{E3CF9156-08F4-34DC-F2C8-4CD099F6ADB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C2C69098-116F-5CE1-D54F-38EA39B06B07}"/>
              </a:ext>
            </a:extLst>
          </p:cNvPr>
          <p:cNvSpPr>
            <a:spLocks noGrp="1"/>
          </p:cNvSpPr>
          <p:nvPr>
            <p:ph type="sldNum" sz="quarter" idx="12"/>
          </p:nvPr>
        </p:nvSpPr>
        <p:spPr/>
        <p:txBody>
          <a:bodyPr/>
          <a:lstStyle/>
          <a:p>
            <a:fld id="{70AD33C2-9678-45FF-A777-7DEE0AD52BD2}" type="slidenum">
              <a:rPr lang="en-GB" smtClean="0"/>
              <a:t>‹#›</a:t>
            </a:fld>
            <a:endParaRPr lang="en-GB"/>
          </a:p>
        </p:txBody>
      </p:sp>
    </p:spTree>
    <p:extLst>
      <p:ext uri="{BB962C8B-B14F-4D97-AF65-F5344CB8AC3E}">
        <p14:creationId xmlns:p14="http://schemas.microsoft.com/office/powerpoint/2010/main" val="26745856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35F7C7-2A30-6CFD-3FA5-546BB72DCEBA}"/>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36176A49-54F9-037F-DC06-8DC7505998F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81B7625-C95E-C7F2-513D-D91C9D61F76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3B1C4E4A-5FC0-FBDE-A358-EAB8896638C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41B2968-D248-0212-9A53-8CC04C08C61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45D02CA5-B7FB-E561-BAFE-2EC139B81DDB}"/>
              </a:ext>
            </a:extLst>
          </p:cNvPr>
          <p:cNvSpPr>
            <a:spLocks noGrp="1"/>
          </p:cNvSpPr>
          <p:nvPr>
            <p:ph type="dt" sz="half" idx="10"/>
          </p:nvPr>
        </p:nvSpPr>
        <p:spPr/>
        <p:txBody>
          <a:bodyPr/>
          <a:lstStyle/>
          <a:p>
            <a:fld id="{FF570C8D-A5F8-484D-A42B-6A1C55BA86EA}" type="datetimeFigureOut">
              <a:rPr lang="en-GB" smtClean="0"/>
              <a:t>07/04/2026</a:t>
            </a:fld>
            <a:endParaRPr lang="en-GB"/>
          </a:p>
        </p:txBody>
      </p:sp>
      <p:sp>
        <p:nvSpPr>
          <p:cNvPr id="8" name="Footer Placeholder 7">
            <a:extLst>
              <a:ext uri="{FF2B5EF4-FFF2-40B4-BE49-F238E27FC236}">
                <a16:creationId xmlns:a16="http://schemas.microsoft.com/office/drawing/2014/main" id="{88D31292-BB77-80E7-D8E4-47FBCCA96053}"/>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A93BA356-2359-B590-9AED-7E77DE823567}"/>
              </a:ext>
            </a:extLst>
          </p:cNvPr>
          <p:cNvSpPr>
            <a:spLocks noGrp="1"/>
          </p:cNvSpPr>
          <p:nvPr>
            <p:ph type="sldNum" sz="quarter" idx="12"/>
          </p:nvPr>
        </p:nvSpPr>
        <p:spPr/>
        <p:txBody>
          <a:bodyPr/>
          <a:lstStyle/>
          <a:p>
            <a:fld id="{70AD33C2-9678-45FF-A777-7DEE0AD52BD2}" type="slidenum">
              <a:rPr lang="en-GB" smtClean="0"/>
              <a:t>‹#›</a:t>
            </a:fld>
            <a:endParaRPr lang="en-GB"/>
          </a:p>
        </p:txBody>
      </p:sp>
    </p:spTree>
    <p:extLst>
      <p:ext uri="{BB962C8B-B14F-4D97-AF65-F5344CB8AC3E}">
        <p14:creationId xmlns:p14="http://schemas.microsoft.com/office/powerpoint/2010/main" val="3587718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1FBBA1-0793-0D44-AF62-89C0A1D6510D}"/>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A26E3014-F4C7-236C-1F92-08CDD0AD54D1}"/>
              </a:ext>
            </a:extLst>
          </p:cNvPr>
          <p:cNvSpPr>
            <a:spLocks noGrp="1"/>
          </p:cNvSpPr>
          <p:nvPr>
            <p:ph type="dt" sz="half" idx="10"/>
          </p:nvPr>
        </p:nvSpPr>
        <p:spPr/>
        <p:txBody>
          <a:bodyPr/>
          <a:lstStyle/>
          <a:p>
            <a:fld id="{FF570C8D-A5F8-484D-A42B-6A1C55BA86EA}" type="datetimeFigureOut">
              <a:rPr lang="en-GB" smtClean="0"/>
              <a:t>07/04/2026</a:t>
            </a:fld>
            <a:endParaRPr lang="en-GB"/>
          </a:p>
        </p:txBody>
      </p:sp>
      <p:sp>
        <p:nvSpPr>
          <p:cNvPr id="4" name="Footer Placeholder 3">
            <a:extLst>
              <a:ext uri="{FF2B5EF4-FFF2-40B4-BE49-F238E27FC236}">
                <a16:creationId xmlns:a16="http://schemas.microsoft.com/office/drawing/2014/main" id="{21FB4227-AD7E-3844-6235-C14D8F8F6433}"/>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AAF270D9-DCA8-6664-5D0E-7A2122DBAA87}"/>
              </a:ext>
            </a:extLst>
          </p:cNvPr>
          <p:cNvSpPr>
            <a:spLocks noGrp="1"/>
          </p:cNvSpPr>
          <p:nvPr>
            <p:ph type="sldNum" sz="quarter" idx="12"/>
          </p:nvPr>
        </p:nvSpPr>
        <p:spPr/>
        <p:txBody>
          <a:bodyPr/>
          <a:lstStyle/>
          <a:p>
            <a:fld id="{70AD33C2-9678-45FF-A777-7DEE0AD52BD2}" type="slidenum">
              <a:rPr lang="en-GB" smtClean="0"/>
              <a:t>‹#›</a:t>
            </a:fld>
            <a:endParaRPr lang="en-GB"/>
          </a:p>
        </p:txBody>
      </p:sp>
    </p:spTree>
    <p:extLst>
      <p:ext uri="{BB962C8B-B14F-4D97-AF65-F5344CB8AC3E}">
        <p14:creationId xmlns:p14="http://schemas.microsoft.com/office/powerpoint/2010/main" val="12104226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657C13C-1060-9D70-621B-8B5D52D1FFDE}"/>
              </a:ext>
            </a:extLst>
          </p:cNvPr>
          <p:cNvSpPr>
            <a:spLocks noGrp="1"/>
          </p:cNvSpPr>
          <p:nvPr>
            <p:ph type="dt" sz="half" idx="10"/>
          </p:nvPr>
        </p:nvSpPr>
        <p:spPr/>
        <p:txBody>
          <a:bodyPr/>
          <a:lstStyle/>
          <a:p>
            <a:fld id="{FF570C8D-A5F8-484D-A42B-6A1C55BA86EA}" type="datetimeFigureOut">
              <a:rPr lang="en-GB" smtClean="0"/>
              <a:t>07/04/2026</a:t>
            </a:fld>
            <a:endParaRPr lang="en-GB"/>
          </a:p>
        </p:txBody>
      </p:sp>
      <p:sp>
        <p:nvSpPr>
          <p:cNvPr id="3" name="Footer Placeholder 2">
            <a:extLst>
              <a:ext uri="{FF2B5EF4-FFF2-40B4-BE49-F238E27FC236}">
                <a16:creationId xmlns:a16="http://schemas.microsoft.com/office/drawing/2014/main" id="{D21A35B8-E85E-89CC-2B6E-56C4166450B5}"/>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BEE77EC8-615B-92AE-426B-8398C0EE7F42}"/>
              </a:ext>
            </a:extLst>
          </p:cNvPr>
          <p:cNvSpPr>
            <a:spLocks noGrp="1"/>
          </p:cNvSpPr>
          <p:nvPr>
            <p:ph type="sldNum" sz="quarter" idx="12"/>
          </p:nvPr>
        </p:nvSpPr>
        <p:spPr/>
        <p:txBody>
          <a:bodyPr/>
          <a:lstStyle/>
          <a:p>
            <a:fld id="{70AD33C2-9678-45FF-A777-7DEE0AD52BD2}" type="slidenum">
              <a:rPr lang="en-GB" smtClean="0"/>
              <a:t>‹#›</a:t>
            </a:fld>
            <a:endParaRPr lang="en-GB"/>
          </a:p>
        </p:txBody>
      </p:sp>
    </p:spTree>
    <p:extLst>
      <p:ext uri="{BB962C8B-B14F-4D97-AF65-F5344CB8AC3E}">
        <p14:creationId xmlns:p14="http://schemas.microsoft.com/office/powerpoint/2010/main" val="12668452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21BDC1-C498-6317-7C04-E121C5ACA4C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9BC32D61-374E-28F2-1A83-BA498F7B5B0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AF1AFA52-0195-BCB5-10A4-EA175E6382C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082C8BE-6D6B-F5B0-759F-C91B3B528391}"/>
              </a:ext>
            </a:extLst>
          </p:cNvPr>
          <p:cNvSpPr>
            <a:spLocks noGrp="1"/>
          </p:cNvSpPr>
          <p:nvPr>
            <p:ph type="dt" sz="half" idx="10"/>
          </p:nvPr>
        </p:nvSpPr>
        <p:spPr/>
        <p:txBody>
          <a:bodyPr/>
          <a:lstStyle/>
          <a:p>
            <a:fld id="{FF570C8D-A5F8-484D-A42B-6A1C55BA86EA}" type="datetimeFigureOut">
              <a:rPr lang="en-GB" smtClean="0"/>
              <a:t>07/04/2026</a:t>
            </a:fld>
            <a:endParaRPr lang="en-GB"/>
          </a:p>
        </p:txBody>
      </p:sp>
      <p:sp>
        <p:nvSpPr>
          <p:cNvPr id="6" name="Footer Placeholder 5">
            <a:extLst>
              <a:ext uri="{FF2B5EF4-FFF2-40B4-BE49-F238E27FC236}">
                <a16:creationId xmlns:a16="http://schemas.microsoft.com/office/drawing/2014/main" id="{22AE5447-FF87-E549-EB0C-19F7EA9BBD6C}"/>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7CC5345-6456-E40B-FD75-6208CC94155A}"/>
              </a:ext>
            </a:extLst>
          </p:cNvPr>
          <p:cNvSpPr>
            <a:spLocks noGrp="1"/>
          </p:cNvSpPr>
          <p:nvPr>
            <p:ph type="sldNum" sz="quarter" idx="12"/>
          </p:nvPr>
        </p:nvSpPr>
        <p:spPr/>
        <p:txBody>
          <a:bodyPr/>
          <a:lstStyle/>
          <a:p>
            <a:fld id="{70AD33C2-9678-45FF-A777-7DEE0AD52BD2}" type="slidenum">
              <a:rPr lang="en-GB" smtClean="0"/>
              <a:t>‹#›</a:t>
            </a:fld>
            <a:endParaRPr lang="en-GB"/>
          </a:p>
        </p:txBody>
      </p:sp>
    </p:spTree>
    <p:extLst>
      <p:ext uri="{BB962C8B-B14F-4D97-AF65-F5344CB8AC3E}">
        <p14:creationId xmlns:p14="http://schemas.microsoft.com/office/powerpoint/2010/main" val="24131572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5E81F1-2F15-BAB8-9EB5-6B458B5A754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66BB8A0E-BDD0-CBBB-68A2-5C408F5EEF7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6DC8996E-6F95-464C-EBAF-16A024BD23C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3FDA288-FD97-73F1-DCB2-2D60B8FB1448}"/>
              </a:ext>
            </a:extLst>
          </p:cNvPr>
          <p:cNvSpPr>
            <a:spLocks noGrp="1"/>
          </p:cNvSpPr>
          <p:nvPr>
            <p:ph type="dt" sz="half" idx="10"/>
          </p:nvPr>
        </p:nvSpPr>
        <p:spPr/>
        <p:txBody>
          <a:bodyPr/>
          <a:lstStyle/>
          <a:p>
            <a:fld id="{FF570C8D-A5F8-484D-A42B-6A1C55BA86EA}" type="datetimeFigureOut">
              <a:rPr lang="en-GB" smtClean="0"/>
              <a:t>07/04/2026</a:t>
            </a:fld>
            <a:endParaRPr lang="en-GB"/>
          </a:p>
        </p:txBody>
      </p:sp>
      <p:sp>
        <p:nvSpPr>
          <p:cNvPr id="6" name="Footer Placeholder 5">
            <a:extLst>
              <a:ext uri="{FF2B5EF4-FFF2-40B4-BE49-F238E27FC236}">
                <a16:creationId xmlns:a16="http://schemas.microsoft.com/office/drawing/2014/main" id="{7D535728-39C4-9679-BE33-89C7E65D6AAE}"/>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533D9600-0A19-1B1A-E405-4146B7724CD5}"/>
              </a:ext>
            </a:extLst>
          </p:cNvPr>
          <p:cNvSpPr>
            <a:spLocks noGrp="1"/>
          </p:cNvSpPr>
          <p:nvPr>
            <p:ph type="sldNum" sz="quarter" idx="12"/>
          </p:nvPr>
        </p:nvSpPr>
        <p:spPr/>
        <p:txBody>
          <a:bodyPr/>
          <a:lstStyle/>
          <a:p>
            <a:fld id="{70AD33C2-9678-45FF-A777-7DEE0AD52BD2}" type="slidenum">
              <a:rPr lang="en-GB" smtClean="0"/>
              <a:t>‹#›</a:t>
            </a:fld>
            <a:endParaRPr lang="en-GB"/>
          </a:p>
        </p:txBody>
      </p:sp>
    </p:spTree>
    <p:extLst>
      <p:ext uri="{BB962C8B-B14F-4D97-AF65-F5344CB8AC3E}">
        <p14:creationId xmlns:p14="http://schemas.microsoft.com/office/powerpoint/2010/main" val="41390934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05B810-DE01-22B9-75DE-CA0BD74ED61F}"/>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4D0F69AA-3225-8599-AB49-04C7F0DE5B8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019FCE3-2054-6110-9C85-B2BA9F71C807}"/>
              </a:ext>
            </a:extLst>
          </p:cNvPr>
          <p:cNvSpPr>
            <a:spLocks noGrp="1"/>
          </p:cNvSpPr>
          <p:nvPr>
            <p:ph type="dt" sz="half" idx="10"/>
          </p:nvPr>
        </p:nvSpPr>
        <p:spPr/>
        <p:txBody>
          <a:bodyPr/>
          <a:lstStyle/>
          <a:p>
            <a:fld id="{FF570C8D-A5F8-484D-A42B-6A1C55BA86EA}" type="datetimeFigureOut">
              <a:rPr lang="en-GB" smtClean="0"/>
              <a:t>07/04/2026</a:t>
            </a:fld>
            <a:endParaRPr lang="en-GB"/>
          </a:p>
        </p:txBody>
      </p:sp>
      <p:sp>
        <p:nvSpPr>
          <p:cNvPr id="5" name="Footer Placeholder 4">
            <a:extLst>
              <a:ext uri="{FF2B5EF4-FFF2-40B4-BE49-F238E27FC236}">
                <a16:creationId xmlns:a16="http://schemas.microsoft.com/office/drawing/2014/main" id="{B9CBB98F-B55F-CDE4-9BAF-A0C67C76F0B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1322341-F796-24C3-E10B-638373679E2B}"/>
              </a:ext>
            </a:extLst>
          </p:cNvPr>
          <p:cNvSpPr>
            <a:spLocks noGrp="1"/>
          </p:cNvSpPr>
          <p:nvPr>
            <p:ph type="sldNum" sz="quarter" idx="12"/>
          </p:nvPr>
        </p:nvSpPr>
        <p:spPr/>
        <p:txBody>
          <a:bodyPr/>
          <a:lstStyle/>
          <a:p>
            <a:fld id="{70AD33C2-9678-45FF-A777-7DEE0AD52BD2}" type="slidenum">
              <a:rPr lang="en-GB" smtClean="0"/>
              <a:t>‹#›</a:t>
            </a:fld>
            <a:endParaRPr lang="en-GB"/>
          </a:p>
        </p:txBody>
      </p:sp>
    </p:spTree>
    <p:extLst>
      <p:ext uri="{BB962C8B-B14F-4D97-AF65-F5344CB8AC3E}">
        <p14:creationId xmlns:p14="http://schemas.microsoft.com/office/powerpoint/2010/main" val="9168068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07DB971-8145-793A-9684-EF02A56F819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51E4901C-B164-8A10-8E0D-11629364EC5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14A34E6-592E-AE46-5CBD-D3DD938F47AB}"/>
              </a:ext>
            </a:extLst>
          </p:cNvPr>
          <p:cNvSpPr>
            <a:spLocks noGrp="1"/>
          </p:cNvSpPr>
          <p:nvPr>
            <p:ph type="dt" sz="half" idx="10"/>
          </p:nvPr>
        </p:nvSpPr>
        <p:spPr/>
        <p:txBody>
          <a:bodyPr/>
          <a:lstStyle/>
          <a:p>
            <a:fld id="{FF570C8D-A5F8-484D-A42B-6A1C55BA86EA}" type="datetimeFigureOut">
              <a:rPr lang="en-GB" smtClean="0"/>
              <a:t>07/04/2026</a:t>
            </a:fld>
            <a:endParaRPr lang="en-GB"/>
          </a:p>
        </p:txBody>
      </p:sp>
      <p:sp>
        <p:nvSpPr>
          <p:cNvPr id="5" name="Footer Placeholder 4">
            <a:extLst>
              <a:ext uri="{FF2B5EF4-FFF2-40B4-BE49-F238E27FC236}">
                <a16:creationId xmlns:a16="http://schemas.microsoft.com/office/drawing/2014/main" id="{3222E37D-2CCB-CDFA-72BF-CB92E355B34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A286B89-F112-6384-C909-24FC1DC5C9B0}"/>
              </a:ext>
            </a:extLst>
          </p:cNvPr>
          <p:cNvSpPr>
            <a:spLocks noGrp="1"/>
          </p:cNvSpPr>
          <p:nvPr>
            <p:ph type="sldNum" sz="quarter" idx="12"/>
          </p:nvPr>
        </p:nvSpPr>
        <p:spPr/>
        <p:txBody>
          <a:bodyPr/>
          <a:lstStyle/>
          <a:p>
            <a:fld id="{70AD33C2-9678-45FF-A777-7DEE0AD52BD2}" type="slidenum">
              <a:rPr lang="en-GB" smtClean="0"/>
              <a:t>‹#›</a:t>
            </a:fld>
            <a:endParaRPr lang="en-GB"/>
          </a:p>
        </p:txBody>
      </p:sp>
    </p:spTree>
    <p:extLst>
      <p:ext uri="{BB962C8B-B14F-4D97-AF65-F5344CB8AC3E}">
        <p14:creationId xmlns:p14="http://schemas.microsoft.com/office/powerpoint/2010/main" val="347558414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Non-Animating TItle Bar">
    <p:spTree>
      <p:nvGrpSpPr>
        <p:cNvPr id="1" name=""/>
        <p:cNvGrpSpPr/>
        <p:nvPr/>
      </p:nvGrpSpPr>
      <p:grpSpPr>
        <a:xfrm>
          <a:off x="0" y="0"/>
          <a:ext cx="0" cy="0"/>
          <a:chOff x="0" y="0"/>
          <a:chExt cx="0" cy="0"/>
        </a:xfrm>
      </p:grpSpPr>
      <p:sp>
        <p:nvSpPr>
          <p:cNvPr id="7" name="Rectangle 6"/>
          <p:cNvSpPr/>
          <p:nvPr userDrawn="1"/>
        </p:nvSpPr>
        <p:spPr>
          <a:xfrm flipH="1" flipV="1">
            <a:off x="2005010" y="-1"/>
            <a:ext cx="10185395" cy="896471"/>
          </a:xfrm>
          <a:prstGeom prst="rect">
            <a:avLst/>
          </a:prstGeom>
          <a:gradFill flip="none" rotWithShape="1">
            <a:gsLst>
              <a:gs pos="50000">
                <a:srgbClr val="0E6394"/>
              </a:gs>
              <a:gs pos="17000">
                <a:schemeClr val="bg2"/>
              </a:gs>
              <a:gs pos="100000">
                <a:schemeClr val="accent2"/>
              </a:gs>
            </a:gsLst>
            <a:lin ang="135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title"/>
          </p:nvPr>
        </p:nvSpPr>
        <p:spPr>
          <a:xfrm>
            <a:off x="2005012" y="98984"/>
            <a:ext cx="10185400" cy="698501"/>
          </a:xfrm>
        </p:spPr>
        <p:txBody>
          <a:bodyPr>
            <a:normAutofit/>
          </a:bodyPr>
          <a:lstStyle>
            <a:lvl1pPr>
              <a:defRPr sz="2400" b="1">
                <a:solidFill>
                  <a:schemeClr val="bg1"/>
                </a:solidFill>
              </a:defRPr>
            </a:lvl1pPr>
          </a:lstStyle>
          <a:p>
            <a:r>
              <a:rPr lang="en-US"/>
              <a:t>Click to edit Master title style</a:t>
            </a:r>
            <a:endParaRPr lang="en-GB" dirty="0"/>
          </a:p>
        </p:txBody>
      </p:sp>
    </p:spTree>
    <p:extLst>
      <p:ext uri="{BB962C8B-B14F-4D97-AF65-F5344CB8AC3E}">
        <p14:creationId xmlns:p14="http://schemas.microsoft.com/office/powerpoint/2010/main" val="21783731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pos="7537">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Animating TItle Bar">
    <p:spTree>
      <p:nvGrpSpPr>
        <p:cNvPr id="1" name=""/>
        <p:cNvGrpSpPr/>
        <p:nvPr/>
      </p:nvGrpSpPr>
      <p:grpSpPr>
        <a:xfrm>
          <a:off x="0" y="0"/>
          <a:ext cx="0" cy="0"/>
          <a:chOff x="0" y="0"/>
          <a:chExt cx="0" cy="0"/>
        </a:xfrm>
      </p:grpSpPr>
      <p:sp>
        <p:nvSpPr>
          <p:cNvPr id="7" name="Rectangle 6"/>
          <p:cNvSpPr/>
          <p:nvPr userDrawn="1"/>
        </p:nvSpPr>
        <p:spPr>
          <a:xfrm flipH="1" flipV="1">
            <a:off x="2005009" y="-2"/>
            <a:ext cx="10185395" cy="896472"/>
          </a:xfrm>
          <a:prstGeom prst="rect">
            <a:avLst/>
          </a:prstGeom>
          <a:gradFill flip="none" rotWithShape="1">
            <a:gsLst>
              <a:gs pos="50000">
                <a:srgbClr val="0E6394"/>
              </a:gs>
              <a:gs pos="17000">
                <a:schemeClr val="bg2"/>
              </a:gs>
              <a:gs pos="100000">
                <a:schemeClr val="accent2"/>
              </a:gs>
            </a:gsLst>
            <a:lin ang="135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title"/>
          </p:nvPr>
        </p:nvSpPr>
        <p:spPr>
          <a:xfrm>
            <a:off x="2005012" y="98984"/>
            <a:ext cx="10185400" cy="698501"/>
          </a:xfrm>
        </p:spPr>
        <p:txBody>
          <a:bodyPr>
            <a:normAutofit/>
          </a:bodyPr>
          <a:lstStyle>
            <a:lvl1pPr>
              <a:defRPr sz="2400" b="1">
                <a:solidFill>
                  <a:schemeClr val="bg1"/>
                </a:solidFill>
              </a:defRPr>
            </a:lvl1pPr>
          </a:lstStyle>
          <a:p>
            <a:r>
              <a:rPr lang="en-US"/>
              <a:t>Click to edit Master title style</a:t>
            </a:r>
            <a:endParaRPr lang="en-GB" dirty="0"/>
          </a:p>
        </p:txBody>
      </p:sp>
    </p:spTree>
    <p:extLst>
      <p:ext uri="{BB962C8B-B14F-4D97-AF65-F5344CB8AC3E}">
        <p14:creationId xmlns:p14="http://schemas.microsoft.com/office/powerpoint/2010/main" val="34895959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right)">
                                      <p:cBhvr>
                                        <p:cTn id="7" dur="500"/>
                                        <p:tgtEl>
                                          <p:spTgt spid="7"/>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left)">
                                      <p:cBhvr>
                                        <p:cTn id="1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2" grpId="0"/>
    </p:bldLst>
  </p:timing>
  <p:extLst>
    <p:ext uri="{DCECCB84-F9BA-43D5-87BE-67443E8EF086}">
      <p15:sldGuideLst xmlns:p15="http://schemas.microsoft.com/office/powerpoint/2012/main">
        <p15:guide id="2" pos="7">
          <p15:clr>
            <a:srgbClr val="FBAE40"/>
          </p15:clr>
        </p15:guide>
        <p15:guide id="3" pos="7537">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lide 2">
    <p:spTree>
      <p:nvGrpSpPr>
        <p:cNvPr id="1" name=""/>
        <p:cNvGrpSpPr/>
        <p:nvPr/>
      </p:nvGrpSpPr>
      <p:grpSpPr>
        <a:xfrm>
          <a:off x="0" y="0"/>
          <a:ext cx="0" cy="0"/>
          <a:chOff x="0" y="0"/>
          <a:chExt cx="0" cy="0"/>
        </a:xfrm>
      </p:grpSpPr>
      <p:sp>
        <p:nvSpPr>
          <p:cNvPr id="7" name="Rectangle 6"/>
          <p:cNvSpPr/>
          <p:nvPr userDrawn="1"/>
        </p:nvSpPr>
        <p:spPr>
          <a:xfrm flipH="1">
            <a:off x="0" y="-1"/>
            <a:ext cx="12192000" cy="6858001"/>
          </a:xfrm>
          <a:prstGeom prst="rect">
            <a:avLst/>
          </a:prstGeom>
          <a:blipFill>
            <a:blip r:embed="rId2"/>
            <a:srcRect/>
            <a:stretch>
              <a:fillRect t="-45" b="-45"/>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p:cNvSpPr/>
          <p:nvPr userDrawn="1"/>
        </p:nvSpPr>
        <p:spPr>
          <a:xfrm>
            <a:off x="0" y="-2"/>
            <a:ext cx="12192000" cy="6858001"/>
          </a:xfrm>
          <a:prstGeom prst="rect">
            <a:avLst/>
          </a:prstGeom>
          <a:gradFill flip="none" rotWithShape="1">
            <a:gsLst>
              <a:gs pos="50000">
                <a:srgbClr val="0E6394">
                  <a:alpha val="45000"/>
                </a:srgbClr>
              </a:gs>
              <a:gs pos="17000">
                <a:schemeClr val="tx2">
                  <a:alpha val="45000"/>
                </a:schemeClr>
              </a:gs>
              <a:gs pos="100000">
                <a:schemeClr val="accent2">
                  <a:alpha val="45000"/>
                </a:schemeClr>
              </a:gs>
            </a:gsLst>
            <a:lin ang="135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ctrTitle"/>
          </p:nvPr>
        </p:nvSpPr>
        <p:spPr>
          <a:xfrm>
            <a:off x="3416300" y="1742900"/>
            <a:ext cx="5359400" cy="2387600"/>
          </a:xfrm>
        </p:spPr>
        <p:txBody>
          <a:bodyPr anchor="ctr">
            <a:normAutofit/>
          </a:bodyPr>
          <a:lstStyle>
            <a:lvl1pPr algn="ctr">
              <a:lnSpc>
                <a:spcPct val="100000"/>
              </a:lnSpc>
              <a:defRPr sz="5400" b="1">
                <a:solidFill>
                  <a:schemeClr val="bg1"/>
                </a:solidFill>
              </a:defRPr>
            </a:lvl1pPr>
          </a:lstStyle>
          <a:p>
            <a:r>
              <a:rPr lang="en-US"/>
              <a:t>Click to edit Master title style</a:t>
            </a:r>
            <a:endParaRPr lang="en-GB" dirty="0"/>
          </a:p>
        </p:txBody>
      </p:sp>
      <p:sp>
        <p:nvSpPr>
          <p:cNvPr id="6" name="Text Placeholder 5"/>
          <p:cNvSpPr>
            <a:spLocks noGrp="1"/>
          </p:cNvSpPr>
          <p:nvPr>
            <p:ph type="body" sz="quarter" idx="10" hasCustomPrompt="1"/>
          </p:nvPr>
        </p:nvSpPr>
        <p:spPr>
          <a:xfrm>
            <a:off x="3416398" y="4161275"/>
            <a:ext cx="5359206" cy="1079795"/>
          </a:xfrm>
          <a:prstGeom prst="rect">
            <a:avLst/>
          </a:prstGeom>
        </p:spPr>
        <p:txBody>
          <a:bodyPr anchor="ctr">
            <a:normAutofit/>
          </a:bodyPr>
          <a:lstStyle>
            <a:lvl1pPr marL="0" indent="0" algn="ctr">
              <a:buNone/>
              <a:defRPr sz="2800" b="1" baseline="0">
                <a:solidFill>
                  <a:schemeClr val="bg1"/>
                </a:solidFill>
                <a:latin typeface="+mj-lt"/>
              </a:defRPr>
            </a:lvl1pPr>
          </a:lstStyle>
          <a:p>
            <a:pPr lvl="0"/>
            <a:r>
              <a:rPr lang="en-GB" dirty="0"/>
              <a:t>Insert Text</a:t>
            </a:r>
          </a:p>
        </p:txBody>
      </p:sp>
      <p:pic>
        <p:nvPicPr>
          <p:cNvPr id="14" name="Picture 1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0"/>
            <a:ext cx="2793878" cy="1030941"/>
          </a:xfrm>
          <a:prstGeom prst="rect">
            <a:avLst/>
          </a:prstGeom>
        </p:spPr>
      </p:pic>
      <p:sp>
        <p:nvSpPr>
          <p:cNvPr id="8" name="Rectangle 7"/>
          <p:cNvSpPr/>
          <p:nvPr userDrawn="1"/>
        </p:nvSpPr>
        <p:spPr>
          <a:xfrm>
            <a:off x="3396000" y="729000"/>
            <a:ext cx="5400000" cy="5400000"/>
          </a:xfrm>
          <a:prstGeom prst="rect">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GB" sz="2400" b="1" dirty="0">
              <a:latin typeface="+mj-lt"/>
            </a:endParaRPr>
          </a:p>
        </p:txBody>
      </p:sp>
    </p:spTree>
    <p:extLst>
      <p:ext uri="{BB962C8B-B14F-4D97-AF65-F5344CB8AC3E}">
        <p14:creationId xmlns:p14="http://schemas.microsoft.com/office/powerpoint/2010/main" val="5109582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xEl>
                                              <p:pRg st="0" end="0"/>
                                            </p:txEl>
                                          </p:spTgt>
                                        </p:tgtEl>
                                        <p:attrNameLst>
                                          <p:attrName>style.visibility</p:attrName>
                                        </p:attrNameLst>
                                      </p:cBhvr>
                                      <p:to>
                                        <p:strVal val="visible"/>
                                      </p:to>
                                    </p:set>
                                    <p:animEffect transition="in" filter="fade">
                                      <p:cBhvr>
                                        <p:cTn id="10"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build="p">
        <p:tmplLst>
          <p:tmpl lvl="1">
            <p:tnLst>
              <p:par>
                <p:cTn presetID="10" presetClass="entr" presetSubtype="0" fill="hold" nodeType="with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fade">
                      <p:cBhvr>
                        <p:cTn dur="500"/>
                        <p:tgtEl>
                          <p:spTgt spid="6"/>
                        </p:tgtEl>
                      </p:cBhvr>
                    </p:animEffect>
                  </p:childTnLst>
                </p:cTn>
              </p:par>
            </p:tnLst>
          </p:tmpl>
        </p:tmplLst>
      </p:bldP>
    </p:bld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Joint Client Slide">
    <p:spTree>
      <p:nvGrpSpPr>
        <p:cNvPr id="1" name=""/>
        <p:cNvGrpSpPr/>
        <p:nvPr/>
      </p:nvGrpSpPr>
      <p:grpSpPr>
        <a:xfrm>
          <a:off x="0" y="0"/>
          <a:ext cx="0" cy="0"/>
          <a:chOff x="0" y="0"/>
          <a:chExt cx="0" cy="0"/>
        </a:xfrm>
      </p:grpSpPr>
      <p:sp>
        <p:nvSpPr>
          <p:cNvPr id="7" name="Rectangle 6"/>
          <p:cNvSpPr/>
          <p:nvPr userDrawn="1"/>
        </p:nvSpPr>
        <p:spPr>
          <a:xfrm flipH="1">
            <a:off x="0" y="-1"/>
            <a:ext cx="12192000" cy="6858001"/>
          </a:xfrm>
          <a:prstGeom prst="rect">
            <a:avLst/>
          </a:prstGeom>
          <a:blipFill>
            <a:blip r:embed="rId2"/>
            <a:srcRect/>
            <a:stretch>
              <a:fillRect t="-45" b="-45"/>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p:cNvSpPr/>
          <p:nvPr userDrawn="1"/>
        </p:nvSpPr>
        <p:spPr>
          <a:xfrm>
            <a:off x="0" y="0"/>
            <a:ext cx="12192000" cy="6858000"/>
          </a:xfrm>
          <a:prstGeom prst="rect">
            <a:avLst/>
          </a:prstGeom>
          <a:gradFill flip="none" rotWithShape="1">
            <a:gsLst>
              <a:gs pos="50000">
                <a:srgbClr val="0E6394">
                  <a:alpha val="45000"/>
                </a:srgbClr>
              </a:gs>
              <a:gs pos="17000">
                <a:schemeClr val="tx2">
                  <a:alpha val="45000"/>
                </a:schemeClr>
              </a:gs>
              <a:gs pos="100000">
                <a:schemeClr val="accent2">
                  <a:alpha val="45000"/>
                </a:schemeClr>
              </a:gs>
            </a:gsLst>
            <a:lin ang="135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ctrTitle"/>
          </p:nvPr>
        </p:nvSpPr>
        <p:spPr>
          <a:xfrm>
            <a:off x="3396000" y="1742900"/>
            <a:ext cx="5400000" cy="2387600"/>
          </a:xfrm>
        </p:spPr>
        <p:txBody>
          <a:bodyPr anchor="ctr">
            <a:normAutofit/>
          </a:bodyPr>
          <a:lstStyle>
            <a:lvl1pPr algn="ctr">
              <a:lnSpc>
                <a:spcPct val="100000"/>
              </a:lnSpc>
              <a:defRPr sz="5400" b="1">
                <a:solidFill>
                  <a:schemeClr val="bg1"/>
                </a:solidFill>
              </a:defRPr>
            </a:lvl1pPr>
          </a:lstStyle>
          <a:p>
            <a:r>
              <a:rPr lang="en-US"/>
              <a:t>Click to edit Master title style</a:t>
            </a:r>
            <a:endParaRPr lang="en-GB" dirty="0"/>
          </a:p>
        </p:txBody>
      </p:sp>
      <p:sp>
        <p:nvSpPr>
          <p:cNvPr id="6" name="Text Placeholder 5"/>
          <p:cNvSpPr>
            <a:spLocks noGrp="1"/>
          </p:cNvSpPr>
          <p:nvPr>
            <p:ph type="body" sz="quarter" idx="10" hasCustomPrompt="1"/>
          </p:nvPr>
        </p:nvSpPr>
        <p:spPr>
          <a:xfrm>
            <a:off x="3396099" y="4161275"/>
            <a:ext cx="5399803" cy="1079795"/>
          </a:xfrm>
          <a:prstGeom prst="rect">
            <a:avLst/>
          </a:prstGeom>
        </p:spPr>
        <p:txBody>
          <a:bodyPr anchor="ctr">
            <a:normAutofit/>
          </a:bodyPr>
          <a:lstStyle>
            <a:lvl1pPr marL="0" indent="0" algn="ctr">
              <a:buNone/>
              <a:defRPr sz="2800" b="1" baseline="0">
                <a:solidFill>
                  <a:schemeClr val="bg1"/>
                </a:solidFill>
                <a:latin typeface="+mj-lt"/>
              </a:defRPr>
            </a:lvl1pPr>
          </a:lstStyle>
          <a:p>
            <a:pPr lvl="0"/>
            <a:r>
              <a:rPr lang="en-GB" dirty="0"/>
              <a:t>Insert Text</a:t>
            </a:r>
          </a:p>
        </p:txBody>
      </p:sp>
      <p:pic>
        <p:nvPicPr>
          <p:cNvPr id="14" name="Picture 1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0"/>
            <a:ext cx="2793878" cy="1030941"/>
          </a:xfrm>
          <a:prstGeom prst="rect">
            <a:avLst/>
          </a:prstGeom>
        </p:spPr>
      </p:pic>
      <p:sp>
        <p:nvSpPr>
          <p:cNvPr id="10" name="Rectangle 9"/>
          <p:cNvSpPr/>
          <p:nvPr userDrawn="1"/>
        </p:nvSpPr>
        <p:spPr>
          <a:xfrm>
            <a:off x="3396000" y="729000"/>
            <a:ext cx="5400000" cy="5400000"/>
          </a:xfrm>
          <a:prstGeom prst="rect">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GB" sz="2400" b="1" dirty="0">
              <a:latin typeface="+mj-lt"/>
            </a:endParaRPr>
          </a:p>
        </p:txBody>
      </p:sp>
    </p:spTree>
    <p:extLst>
      <p:ext uri="{BB962C8B-B14F-4D97-AF65-F5344CB8AC3E}">
        <p14:creationId xmlns:p14="http://schemas.microsoft.com/office/powerpoint/2010/main" val="40118232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xEl>
                                              <p:pRg st="0" end="0"/>
                                            </p:txEl>
                                          </p:spTgt>
                                        </p:tgtEl>
                                        <p:attrNameLst>
                                          <p:attrName>style.visibility</p:attrName>
                                        </p:attrNameLst>
                                      </p:cBhvr>
                                      <p:to>
                                        <p:strVal val="visible"/>
                                      </p:to>
                                    </p:set>
                                    <p:animEffect transition="in" filter="fade">
                                      <p:cBhvr>
                                        <p:cTn id="10"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build="p">
        <p:tmplLst>
          <p:tmpl lvl="1">
            <p:tnLst>
              <p:par>
                <p:cTn presetID="10" presetClass="entr" presetSubtype="0" fill="hold" nodeType="with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fade">
                      <p:cBhvr>
                        <p:cTn dur="500"/>
                        <p:tgtEl>
                          <p:spTgt spid="6"/>
                        </p:tgtEl>
                      </p:cBhvr>
                    </p:animEffect>
                  </p:childTnLst>
                </p:cTn>
              </p:par>
            </p:tnLst>
          </p:tmpl>
        </p:tmplLst>
      </p:bldP>
    </p:bld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ivider Slide">
    <p:spTree>
      <p:nvGrpSpPr>
        <p:cNvPr id="1" name=""/>
        <p:cNvGrpSpPr/>
        <p:nvPr/>
      </p:nvGrpSpPr>
      <p:grpSpPr>
        <a:xfrm>
          <a:off x="0" y="0"/>
          <a:ext cx="0" cy="0"/>
          <a:chOff x="0" y="0"/>
          <a:chExt cx="0" cy="0"/>
        </a:xfrm>
      </p:grpSpPr>
      <p:sp>
        <p:nvSpPr>
          <p:cNvPr id="9" name="Rectangle 8"/>
          <p:cNvSpPr/>
          <p:nvPr userDrawn="1"/>
        </p:nvSpPr>
        <p:spPr>
          <a:xfrm>
            <a:off x="0" y="0"/>
            <a:ext cx="12192000" cy="6858000"/>
          </a:xfrm>
          <a:prstGeom prst="rect">
            <a:avLst/>
          </a:prstGeom>
          <a:gradFill flip="none" rotWithShape="1">
            <a:gsLst>
              <a:gs pos="37000">
                <a:schemeClr val="accent4"/>
              </a:gs>
              <a:gs pos="7000">
                <a:schemeClr val="accent4"/>
              </a:gs>
              <a:gs pos="63000">
                <a:schemeClr val="accent2"/>
              </a:gs>
              <a:gs pos="100000">
                <a:schemeClr val="accent3"/>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9"/>
          <p:cNvSpPr/>
          <p:nvPr userDrawn="1"/>
        </p:nvSpPr>
        <p:spPr>
          <a:xfrm flipH="1">
            <a:off x="0" y="0"/>
            <a:ext cx="12190412" cy="6858000"/>
          </a:xfrm>
          <a:prstGeom prst="rect">
            <a:avLst/>
          </a:prstGeom>
          <a:blipFill dpi="0" rotWithShape="1">
            <a:blip r:embed="rId2">
              <a:alphaModFix amt="40000"/>
            </a:blip>
            <a:srcRect/>
            <a:stretch>
              <a:fillRect l="-20940" t="-1372" b="-22885"/>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b="1" dirty="0">
              <a:latin typeface="+mj-lt"/>
            </a:endParaRPr>
          </a:p>
        </p:txBody>
      </p:sp>
      <p:sp>
        <p:nvSpPr>
          <p:cNvPr id="2" name="Title 1"/>
          <p:cNvSpPr>
            <a:spLocks noGrp="1"/>
          </p:cNvSpPr>
          <p:nvPr>
            <p:ph type="ctrTitle"/>
          </p:nvPr>
        </p:nvSpPr>
        <p:spPr>
          <a:xfrm>
            <a:off x="4471876" y="2409650"/>
            <a:ext cx="7262923" cy="2387600"/>
          </a:xfrm>
        </p:spPr>
        <p:txBody>
          <a:bodyPr anchor="ctr">
            <a:noAutofit/>
          </a:bodyPr>
          <a:lstStyle>
            <a:lvl1pPr algn="r">
              <a:lnSpc>
                <a:spcPct val="100000"/>
              </a:lnSpc>
              <a:defRPr sz="8000" b="1">
                <a:solidFill>
                  <a:schemeClr val="bg1"/>
                </a:solidFill>
              </a:defRPr>
            </a:lvl1pPr>
          </a:lstStyle>
          <a:p>
            <a:r>
              <a:rPr lang="en-US"/>
              <a:t>Click to edit Master title style</a:t>
            </a:r>
            <a:endParaRPr lang="en-GB" dirty="0"/>
          </a:p>
        </p:txBody>
      </p:sp>
      <p:sp>
        <p:nvSpPr>
          <p:cNvPr id="6" name="Text Placeholder 5"/>
          <p:cNvSpPr>
            <a:spLocks noGrp="1"/>
          </p:cNvSpPr>
          <p:nvPr>
            <p:ph type="body" sz="quarter" idx="10" hasCustomPrompt="1"/>
          </p:nvPr>
        </p:nvSpPr>
        <p:spPr>
          <a:xfrm>
            <a:off x="209550" y="5562600"/>
            <a:ext cx="11525096" cy="947797"/>
          </a:xfrm>
          <a:prstGeom prst="rect">
            <a:avLst/>
          </a:prstGeom>
        </p:spPr>
        <p:txBody>
          <a:bodyPr anchor="ctr">
            <a:normAutofit/>
          </a:bodyPr>
          <a:lstStyle>
            <a:lvl1pPr marL="0" indent="0" algn="r">
              <a:buNone/>
              <a:defRPr sz="3600" b="0" baseline="0">
                <a:solidFill>
                  <a:schemeClr val="bg1"/>
                </a:solidFill>
                <a:latin typeface="+mn-lt"/>
              </a:defRPr>
            </a:lvl1pPr>
          </a:lstStyle>
          <a:p>
            <a:pPr lvl="0"/>
            <a:r>
              <a:rPr lang="en-GB" dirty="0"/>
              <a:t>Insert Text</a:t>
            </a:r>
          </a:p>
        </p:txBody>
      </p:sp>
      <p:pic>
        <p:nvPicPr>
          <p:cNvPr id="14" name="Picture 1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0"/>
            <a:ext cx="2793878" cy="1030941"/>
          </a:xfrm>
          <a:prstGeom prst="rect">
            <a:avLst/>
          </a:prstGeom>
        </p:spPr>
      </p:pic>
    </p:spTree>
    <p:extLst>
      <p:ext uri="{BB962C8B-B14F-4D97-AF65-F5344CB8AC3E}">
        <p14:creationId xmlns:p14="http://schemas.microsoft.com/office/powerpoint/2010/main" val="22793940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xEl>
                                              <p:pRg st="0" end="0"/>
                                            </p:txEl>
                                          </p:spTgt>
                                        </p:tgtEl>
                                        <p:attrNameLst>
                                          <p:attrName>style.visibility</p:attrName>
                                        </p:attrNameLst>
                                      </p:cBhvr>
                                      <p:to>
                                        <p:strVal val="visible"/>
                                      </p:to>
                                    </p:set>
                                    <p:animEffect transition="in" filter="fade">
                                      <p:cBhvr>
                                        <p:cTn id="10"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build="p">
        <p:tmplLst>
          <p:tmpl lvl="1">
            <p:tnLst>
              <p:par>
                <p:cTn presetID="10" presetClass="entr" presetSubtype="0" fill="hold" nodeType="with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fade">
                      <p:cBhvr>
                        <p:cTn dur="500"/>
                        <p:tgtEl>
                          <p:spTgt spid="6"/>
                        </p:tgtEl>
                      </p:cBhvr>
                    </p:animEffect>
                  </p:childTnLst>
                </p:cTn>
              </p:par>
            </p:tnLst>
          </p:tmpl>
        </p:tmplLst>
      </p:bldP>
    </p:bld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Animating TItle Bar">
    <p:spTree>
      <p:nvGrpSpPr>
        <p:cNvPr id="1" name=""/>
        <p:cNvGrpSpPr/>
        <p:nvPr/>
      </p:nvGrpSpPr>
      <p:grpSpPr>
        <a:xfrm>
          <a:off x="0" y="0"/>
          <a:ext cx="0" cy="0"/>
          <a:chOff x="0" y="0"/>
          <a:chExt cx="0" cy="0"/>
        </a:xfrm>
      </p:grpSpPr>
      <p:sp>
        <p:nvSpPr>
          <p:cNvPr id="7" name="Rectangle 6"/>
          <p:cNvSpPr/>
          <p:nvPr userDrawn="1"/>
        </p:nvSpPr>
        <p:spPr>
          <a:xfrm flipH="1" flipV="1">
            <a:off x="2005009" y="-2"/>
            <a:ext cx="10185395" cy="896472"/>
          </a:xfrm>
          <a:prstGeom prst="rect">
            <a:avLst/>
          </a:prstGeom>
          <a:gradFill flip="none" rotWithShape="1">
            <a:gsLst>
              <a:gs pos="50000">
                <a:srgbClr val="0E6394"/>
              </a:gs>
              <a:gs pos="17000">
                <a:schemeClr val="bg2"/>
              </a:gs>
              <a:gs pos="100000">
                <a:schemeClr val="accent2"/>
              </a:gs>
            </a:gsLst>
            <a:lin ang="135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title"/>
          </p:nvPr>
        </p:nvSpPr>
        <p:spPr>
          <a:xfrm>
            <a:off x="2005012" y="98984"/>
            <a:ext cx="10185400" cy="698501"/>
          </a:xfrm>
        </p:spPr>
        <p:txBody>
          <a:bodyPr>
            <a:normAutofit/>
          </a:bodyPr>
          <a:lstStyle>
            <a:lvl1pPr>
              <a:defRPr sz="2400" b="1">
                <a:solidFill>
                  <a:schemeClr val="bg1"/>
                </a:solidFill>
              </a:defRPr>
            </a:lvl1pPr>
          </a:lstStyle>
          <a:p>
            <a:r>
              <a:rPr lang="en-US"/>
              <a:t>Click to edit Master title style</a:t>
            </a:r>
            <a:endParaRPr lang="en-GB" dirty="0"/>
          </a:p>
        </p:txBody>
      </p:sp>
    </p:spTree>
    <p:extLst>
      <p:ext uri="{BB962C8B-B14F-4D97-AF65-F5344CB8AC3E}">
        <p14:creationId xmlns:p14="http://schemas.microsoft.com/office/powerpoint/2010/main" val="24468817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right)">
                                      <p:cBhvr>
                                        <p:cTn id="7" dur="500"/>
                                        <p:tgtEl>
                                          <p:spTgt spid="7"/>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left)">
                                      <p:cBhvr>
                                        <p:cTn id="1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2" grpId="0"/>
    </p:bldLst>
  </p:timing>
  <p:extLst>
    <p:ext uri="{DCECCB84-F9BA-43D5-87BE-67443E8EF086}">
      <p15:sldGuideLst xmlns:p15="http://schemas.microsoft.com/office/powerpoint/2012/main">
        <p15:guide id="2" pos="7">
          <p15:clr>
            <a:srgbClr val="FBAE40"/>
          </p15:clr>
        </p15:guide>
        <p15:guide id="3" pos="7537">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Non-Animating TItle Bar">
    <p:spTree>
      <p:nvGrpSpPr>
        <p:cNvPr id="1" name=""/>
        <p:cNvGrpSpPr/>
        <p:nvPr/>
      </p:nvGrpSpPr>
      <p:grpSpPr>
        <a:xfrm>
          <a:off x="0" y="0"/>
          <a:ext cx="0" cy="0"/>
          <a:chOff x="0" y="0"/>
          <a:chExt cx="0" cy="0"/>
        </a:xfrm>
      </p:grpSpPr>
      <p:sp>
        <p:nvSpPr>
          <p:cNvPr id="7" name="Rectangle 6"/>
          <p:cNvSpPr/>
          <p:nvPr userDrawn="1"/>
        </p:nvSpPr>
        <p:spPr>
          <a:xfrm flipH="1" flipV="1">
            <a:off x="2005010" y="-1"/>
            <a:ext cx="10185395" cy="896471"/>
          </a:xfrm>
          <a:prstGeom prst="rect">
            <a:avLst/>
          </a:prstGeom>
          <a:gradFill flip="none" rotWithShape="1">
            <a:gsLst>
              <a:gs pos="50000">
                <a:srgbClr val="0E6394"/>
              </a:gs>
              <a:gs pos="17000">
                <a:schemeClr val="bg2"/>
              </a:gs>
              <a:gs pos="100000">
                <a:schemeClr val="accent2"/>
              </a:gs>
            </a:gsLst>
            <a:lin ang="135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title"/>
          </p:nvPr>
        </p:nvSpPr>
        <p:spPr>
          <a:xfrm>
            <a:off x="2005012" y="98984"/>
            <a:ext cx="10185400" cy="698501"/>
          </a:xfrm>
        </p:spPr>
        <p:txBody>
          <a:bodyPr>
            <a:normAutofit/>
          </a:bodyPr>
          <a:lstStyle>
            <a:lvl1pPr>
              <a:defRPr sz="2400" b="1">
                <a:solidFill>
                  <a:schemeClr val="bg1"/>
                </a:solidFill>
              </a:defRPr>
            </a:lvl1pPr>
          </a:lstStyle>
          <a:p>
            <a:r>
              <a:rPr lang="en-US"/>
              <a:t>Click to edit Master title style</a:t>
            </a:r>
            <a:endParaRPr lang="en-GB" dirty="0"/>
          </a:p>
        </p:txBody>
      </p:sp>
    </p:spTree>
    <p:extLst>
      <p:ext uri="{BB962C8B-B14F-4D97-AF65-F5344CB8AC3E}">
        <p14:creationId xmlns:p14="http://schemas.microsoft.com/office/powerpoint/2010/main" val="2519905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pos="7537">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6 Beacons of Excellence">
    <p:spTree>
      <p:nvGrpSpPr>
        <p:cNvPr id="1" name=""/>
        <p:cNvGrpSpPr/>
        <p:nvPr/>
      </p:nvGrpSpPr>
      <p:grpSpPr>
        <a:xfrm>
          <a:off x="0" y="0"/>
          <a:ext cx="0" cy="0"/>
          <a:chOff x="0" y="0"/>
          <a:chExt cx="0" cy="0"/>
        </a:xfrm>
      </p:grpSpPr>
      <p:sp>
        <p:nvSpPr>
          <p:cNvPr id="7" name="Rectangle 6"/>
          <p:cNvSpPr/>
          <p:nvPr userDrawn="1"/>
        </p:nvSpPr>
        <p:spPr>
          <a:xfrm flipH="1" flipV="1">
            <a:off x="0" y="-1"/>
            <a:ext cx="12192000" cy="6857999"/>
          </a:xfrm>
          <a:prstGeom prst="rect">
            <a:avLst/>
          </a:prstGeom>
          <a:gradFill flip="none" rotWithShape="1">
            <a:gsLst>
              <a:gs pos="50000">
                <a:srgbClr val="0E6394"/>
              </a:gs>
              <a:gs pos="17000">
                <a:srgbClr val="009BBD"/>
              </a:gs>
              <a:gs pos="100000">
                <a:srgbClr val="1B2A6B"/>
              </a:gs>
            </a:gsLst>
            <a:lin ang="135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1183043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xt Slide">
    <p:spTree>
      <p:nvGrpSpPr>
        <p:cNvPr id="1" name=""/>
        <p:cNvGrpSpPr/>
        <p:nvPr/>
      </p:nvGrpSpPr>
      <p:grpSpPr>
        <a:xfrm>
          <a:off x="0" y="0"/>
          <a:ext cx="0" cy="0"/>
          <a:chOff x="0" y="0"/>
          <a:chExt cx="0" cy="0"/>
        </a:xfrm>
      </p:grpSpPr>
      <p:sp>
        <p:nvSpPr>
          <p:cNvPr id="2" name="Title 1"/>
          <p:cNvSpPr>
            <a:spLocks noGrp="1"/>
          </p:cNvSpPr>
          <p:nvPr>
            <p:ph type="title"/>
          </p:nvPr>
        </p:nvSpPr>
        <p:spPr>
          <a:xfrm>
            <a:off x="3165042" y="120418"/>
            <a:ext cx="8902267" cy="698501"/>
          </a:xfrm>
        </p:spPr>
        <p:txBody>
          <a:bodyPr>
            <a:normAutofit/>
          </a:bodyPr>
          <a:lstStyle>
            <a:lvl1pPr>
              <a:defRPr sz="2400" b="1">
                <a:solidFill>
                  <a:schemeClr val="bg1"/>
                </a:solidFill>
              </a:defRPr>
            </a:lvl1pPr>
          </a:lstStyle>
          <a:p>
            <a:r>
              <a:rPr lang="en-US" dirty="0"/>
              <a:t>Click to edit Master title style</a:t>
            </a:r>
            <a:endParaRPr lang="en-GB" dirty="0"/>
          </a:p>
        </p:txBody>
      </p:sp>
      <p:sp>
        <p:nvSpPr>
          <p:cNvPr id="4" name="Text Placeholder 3">
            <a:extLst>
              <a:ext uri="{FF2B5EF4-FFF2-40B4-BE49-F238E27FC236}">
                <a16:creationId xmlns:a16="http://schemas.microsoft.com/office/drawing/2014/main" id="{EC5A14C3-287C-4FCA-B929-75D5324AAC0E}"/>
              </a:ext>
            </a:extLst>
          </p:cNvPr>
          <p:cNvSpPr>
            <a:spLocks noGrp="1"/>
          </p:cNvSpPr>
          <p:nvPr>
            <p:ph type="body" sz="quarter" idx="10"/>
          </p:nvPr>
        </p:nvSpPr>
        <p:spPr>
          <a:xfrm>
            <a:off x="516835" y="1214438"/>
            <a:ext cx="11161644" cy="5275814"/>
          </a:xfrm>
          <a:prstGeom prst="rect">
            <a:avLst/>
          </a:prstGeo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12653405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extLst>
    <p:ext uri="{DCECCB84-F9BA-43D5-87BE-67443E8EF086}">
      <p15:sldGuideLst xmlns:p15="http://schemas.microsoft.com/office/powerpoint/2012/main">
        <p15:guide id="2" pos="7">
          <p15:clr>
            <a:srgbClr val="FBAE40"/>
          </p15:clr>
        </p15:guide>
        <p15:guide id="3" pos="7537">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0480541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objTx">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6D90D66-BCB9-4229-A829-628874352AC0}"/>
              </a:ext>
            </a:extLst>
          </p:cNvPr>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t>4/7/2026</a:t>
            </a:fld>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8639979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image" Target="../media/image1.png"/><Relationship Id="rId5" Type="http://schemas.openxmlformats.org/officeDocument/2006/relationships/slideLayout" Target="../slideLayouts/slideLayout18.xml"/><Relationship Id="rId10" Type="http://schemas.openxmlformats.org/officeDocument/2006/relationships/theme" Target="../theme/theme2.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64DF7FE-61AB-001F-D2D8-E0EEB34084B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F953C15A-3066-8DFC-5812-80DB4E34467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4C6B1E9-932F-07D7-228A-0FA1E1DEE85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F570C8D-A5F8-484D-A42B-6A1C55BA86EA}" type="datetimeFigureOut">
              <a:rPr lang="en-GB" smtClean="0"/>
              <a:t>07/04/2026</a:t>
            </a:fld>
            <a:endParaRPr lang="en-GB"/>
          </a:p>
        </p:txBody>
      </p:sp>
      <p:sp>
        <p:nvSpPr>
          <p:cNvPr id="5" name="Footer Placeholder 4">
            <a:extLst>
              <a:ext uri="{FF2B5EF4-FFF2-40B4-BE49-F238E27FC236}">
                <a16:creationId xmlns:a16="http://schemas.microsoft.com/office/drawing/2014/main" id="{8F468190-275F-B3AD-29A9-46EA62FDD64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74036061-BFA9-C2E4-33E8-CECFF3CBDC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0AD33C2-9678-45FF-A777-7DEE0AD52BD2}" type="slidenum">
              <a:rPr lang="en-GB" smtClean="0"/>
              <a:t>‹#›</a:t>
            </a:fld>
            <a:endParaRPr lang="en-GB"/>
          </a:p>
        </p:txBody>
      </p:sp>
    </p:spTree>
    <p:extLst>
      <p:ext uri="{BB962C8B-B14F-4D97-AF65-F5344CB8AC3E}">
        <p14:creationId xmlns:p14="http://schemas.microsoft.com/office/powerpoint/2010/main" val="36298294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0" r:id="rId12"/>
    <p:sldLayoutId id="214748367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14664BBF-D34F-4507-862B-A5DEACF749B9}"/>
              </a:ext>
            </a:extLst>
          </p:cNvPr>
          <p:cNvSpPr/>
          <p:nvPr userDrawn="1"/>
        </p:nvSpPr>
        <p:spPr>
          <a:xfrm flipH="1" flipV="1">
            <a:off x="2005009" y="-2"/>
            <a:ext cx="10185395" cy="896472"/>
          </a:xfrm>
          <a:prstGeom prst="rect">
            <a:avLst/>
          </a:prstGeom>
          <a:gradFill flip="none" rotWithShape="1">
            <a:gsLst>
              <a:gs pos="50000">
                <a:srgbClr val="0E6394"/>
              </a:gs>
              <a:gs pos="17000">
                <a:schemeClr val="bg2"/>
              </a:gs>
              <a:gs pos="100000">
                <a:schemeClr val="accent2"/>
              </a:gs>
            </a:gsLst>
            <a:lin ang="135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p:cNvSpPr/>
          <p:nvPr/>
        </p:nvSpPr>
        <p:spPr>
          <a:xfrm flipH="1" flipV="1">
            <a:off x="-3" y="0"/>
            <a:ext cx="12190413" cy="896471"/>
          </a:xfrm>
          <a:prstGeom prst="rect">
            <a:avLst/>
          </a:prstGeom>
          <a:gradFill flip="none" rotWithShape="1">
            <a:gsLst>
              <a:gs pos="50000">
                <a:srgbClr val="0E6394"/>
              </a:gs>
              <a:gs pos="17000">
                <a:schemeClr val="bg2"/>
              </a:gs>
              <a:gs pos="100000">
                <a:schemeClr val="accent2"/>
              </a:gs>
            </a:gsLst>
            <a:lin ang="135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Placeholder 1"/>
          <p:cNvSpPr>
            <a:spLocks noGrp="1"/>
          </p:cNvSpPr>
          <p:nvPr>
            <p:ph type="title"/>
          </p:nvPr>
        </p:nvSpPr>
        <p:spPr>
          <a:xfrm>
            <a:off x="2002004" y="98987"/>
            <a:ext cx="10189995" cy="698498"/>
          </a:xfrm>
          <a:prstGeom prst="rect">
            <a:avLst/>
          </a:prstGeom>
        </p:spPr>
        <p:txBody>
          <a:bodyPr vert="horz" lIns="91440" tIns="45720" rIns="91440" bIns="45720" rtlCol="0" anchor="ctr">
            <a:normAutofit/>
          </a:bodyPr>
          <a:lstStyle/>
          <a:p>
            <a:r>
              <a:rPr lang="en-US"/>
              <a:t>Click to edit Master title style</a:t>
            </a:r>
            <a:endParaRPr lang="en-GB" dirty="0"/>
          </a:p>
        </p:txBody>
      </p:sp>
      <p:pic>
        <p:nvPicPr>
          <p:cNvPr id="10" name="Picture 9"/>
          <p:cNvPicPr>
            <a:picLocks noChangeAspect="1"/>
          </p:cNvPicPr>
          <p:nvPr/>
        </p:nvPicPr>
        <p:blipFill rotWithShape="1">
          <a:blip r:embed="rId11" cstate="print">
            <a:extLst>
              <a:ext uri="{28A0092B-C50C-407E-A947-70E740481C1C}">
                <a14:useLocalDpi xmlns:a14="http://schemas.microsoft.com/office/drawing/2010/main" val="0"/>
              </a:ext>
            </a:extLst>
          </a:blip>
          <a:srcRect/>
          <a:stretch/>
        </p:blipFill>
        <p:spPr>
          <a:xfrm>
            <a:off x="-2" y="0"/>
            <a:ext cx="1696455" cy="625991"/>
          </a:xfrm>
          <a:prstGeom prst="rect">
            <a:avLst/>
          </a:prstGeom>
        </p:spPr>
      </p:pic>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cxnSp>
        <p:nvCxnSpPr>
          <p:cNvPr id="8" name="Straight Connector 7"/>
          <p:cNvCxnSpPr>
            <a:cxnSpLocks/>
          </p:cNvCxnSpPr>
          <p:nvPr/>
        </p:nvCxnSpPr>
        <p:spPr>
          <a:xfrm>
            <a:off x="1997242" y="0"/>
            <a:ext cx="0" cy="89647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029477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right)">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txStyles>
    <p:titleStyle>
      <a:lvl1pPr algn="l" defTabSz="914400" rtl="0" eaLnBrk="1" latinLnBrk="0" hangingPunct="1">
        <a:lnSpc>
          <a:spcPct val="90000"/>
        </a:lnSpc>
        <a:spcBef>
          <a:spcPct val="0"/>
        </a:spcBef>
        <a:buNone/>
        <a:defRPr sz="2400" b="1"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slideLayout" Target="../slideLayouts/slideLayout2.xml"/><Relationship Id="rId1" Type="http://schemas.openxmlformats.org/officeDocument/2006/relationships/video" Target="https://www.youtube.com/embed/zE7PKRjrid4?feature=oembed"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notesSlide" Target="../notesSlides/notesSlide2.xml"/><Relationship Id="rId1" Type="http://schemas.openxmlformats.org/officeDocument/2006/relationships/slideLayout" Target="../slideLayouts/slideLayout2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F294B-7DC9-49B1-2A8C-FC44ECD21FE3}"/>
              </a:ext>
            </a:extLst>
          </p:cNvPr>
          <p:cNvSpPr>
            <a:spLocks noGrp="1"/>
          </p:cNvSpPr>
          <p:nvPr>
            <p:ph type="ctrTitle"/>
          </p:nvPr>
        </p:nvSpPr>
        <p:spPr/>
        <p:txBody>
          <a:bodyPr/>
          <a:lstStyle/>
          <a:p>
            <a:r>
              <a:rPr lang="en-GB" dirty="0"/>
              <a:t>Management</a:t>
            </a:r>
          </a:p>
        </p:txBody>
      </p:sp>
      <p:sp>
        <p:nvSpPr>
          <p:cNvPr id="3" name="Subtitle 2">
            <a:extLst>
              <a:ext uri="{FF2B5EF4-FFF2-40B4-BE49-F238E27FC236}">
                <a16:creationId xmlns:a16="http://schemas.microsoft.com/office/drawing/2014/main" id="{382A2E26-50C4-43CA-6A9E-094AE3EFB997}"/>
              </a:ext>
            </a:extLst>
          </p:cNvPr>
          <p:cNvSpPr>
            <a:spLocks noGrp="1"/>
          </p:cNvSpPr>
          <p:nvPr>
            <p:ph type="subTitle" idx="1"/>
          </p:nvPr>
        </p:nvSpPr>
        <p:spPr/>
        <p:txBody>
          <a:bodyPr/>
          <a:lstStyle/>
          <a:p>
            <a:r>
              <a:rPr lang="en-GB" dirty="0"/>
              <a:t>PhD in Business Economics </a:t>
            </a:r>
          </a:p>
          <a:p>
            <a:endParaRPr lang="en-GB" dirty="0"/>
          </a:p>
          <a:p>
            <a:r>
              <a:rPr lang="en-GB" dirty="0"/>
              <a:t>Luis D. Torres, PhD.</a:t>
            </a:r>
          </a:p>
        </p:txBody>
      </p:sp>
    </p:spTree>
    <p:extLst>
      <p:ext uri="{BB962C8B-B14F-4D97-AF65-F5344CB8AC3E}">
        <p14:creationId xmlns:p14="http://schemas.microsoft.com/office/powerpoint/2010/main" val="38937494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548BD0-9BB8-F5E7-BAF4-7957651F78B3}"/>
              </a:ext>
            </a:extLst>
          </p:cNvPr>
          <p:cNvSpPr>
            <a:spLocks noGrp="1"/>
          </p:cNvSpPr>
          <p:nvPr>
            <p:ph type="title"/>
          </p:nvPr>
        </p:nvSpPr>
        <p:spPr/>
        <p:txBody>
          <a:bodyPr/>
          <a:lstStyle/>
          <a:p>
            <a:r>
              <a:rPr lang="en-GB" dirty="0"/>
              <a:t>Agenda</a:t>
            </a:r>
          </a:p>
        </p:txBody>
      </p:sp>
      <p:sp>
        <p:nvSpPr>
          <p:cNvPr id="3" name="Content Placeholder 2">
            <a:extLst>
              <a:ext uri="{FF2B5EF4-FFF2-40B4-BE49-F238E27FC236}">
                <a16:creationId xmlns:a16="http://schemas.microsoft.com/office/drawing/2014/main" id="{41F21F08-1B86-1E9C-CDD6-203547261EE6}"/>
              </a:ext>
            </a:extLst>
          </p:cNvPr>
          <p:cNvSpPr>
            <a:spLocks noGrp="1"/>
          </p:cNvSpPr>
          <p:nvPr>
            <p:ph idx="1"/>
          </p:nvPr>
        </p:nvSpPr>
        <p:spPr>
          <a:xfrm>
            <a:off x="838199" y="1825625"/>
            <a:ext cx="10515599" cy="4351338"/>
          </a:xfrm>
        </p:spPr>
        <p:txBody>
          <a:bodyPr>
            <a:normAutofit/>
          </a:bodyPr>
          <a:lstStyle/>
          <a:p>
            <a:pPr>
              <a:lnSpc>
                <a:spcPct val="100000"/>
              </a:lnSpc>
            </a:pPr>
            <a:r>
              <a:rPr lang="en-GB" dirty="0"/>
              <a:t>Part 1: Foundations of organisational change</a:t>
            </a:r>
          </a:p>
          <a:p>
            <a:pPr>
              <a:lnSpc>
                <a:spcPct val="100000"/>
              </a:lnSpc>
            </a:pPr>
            <a:endParaRPr lang="en-GB" dirty="0"/>
          </a:p>
          <a:p>
            <a:pPr>
              <a:lnSpc>
                <a:spcPct val="100000"/>
              </a:lnSpc>
            </a:pPr>
            <a:r>
              <a:rPr lang="en-GB" dirty="0"/>
              <a:t>Part 2: The micro-dynamics of change: Sensemaking</a:t>
            </a:r>
          </a:p>
          <a:p>
            <a:pPr>
              <a:lnSpc>
                <a:spcPct val="100000"/>
              </a:lnSpc>
            </a:pPr>
            <a:endParaRPr lang="en-GB" dirty="0"/>
          </a:p>
          <a:p>
            <a:pPr>
              <a:lnSpc>
                <a:spcPct val="100000"/>
              </a:lnSpc>
            </a:pPr>
            <a:r>
              <a:rPr lang="en-GB" dirty="0"/>
              <a:t>Part 3: Sustainability transitions: Systems and paradigms</a:t>
            </a:r>
          </a:p>
          <a:p>
            <a:pPr>
              <a:lnSpc>
                <a:spcPct val="100000"/>
              </a:lnSpc>
            </a:pPr>
            <a:endParaRPr lang="en-GB" dirty="0"/>
          </a:p>
          <a:p>
            <a:pPr>
              <a:lnSpc>
                <a:spcPct val="100000"/>
              </a:lnSpc>
            </a:pPr>
            <a:r>
              <a:rPr lang="en-GB" dirty="0"/>
              <a:t>Part 4: Power, politics, and future research</a:t>
            </a:r>
          </a:p>
        </p:txBody>
      </p:sp>
    </p:spTree>
    <p:extLst>
      <p:ext uri="{BB962C8B-B14F-4D97-AF65-F5344CB8AC3E}">
        <p14:creationId xmlns:p14="http://schemas.microsoft.com/office/powerpoint/2010/main" val="33651879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nline Media 4" title="Blue Pill or Red Pill - The Matrix (2/9) Movie CLIP (1999) HD">
            <a:hlinkClick r:id="" action="ppaction://media"/>
            <a:extLst>
              <a:ext uri="{FF2B5EF4-FFF2-40B4-BE49-F238E27FC236}">
                <a16:creationId xmlns:a16="http://schemas.microsoft.com/office/drawing/2014/main" id="{F11DB104-AA2F-8089-1F29-74FDB78BA8E0}"/>
              </a:ext>
            </a:extLst>
          </p:cNvPr>
          <p:cNvPicPr>
            <a:picLocks noRot="1" noChangeAspect="1"/>
          </p:cNvPicPr>
          <p:nvPr>
            <a:videoFile r:link="rId1"/>
          </p:nvPr>
        </p:nvPicPr>
        <p:blipFill>
          <a:blip r:embed="rId3"/>
          <a:stretch>
            <a:fillRect/>
          </a:stretch>
        </p:blipFill>
        <p:spPr>
          <a:xfrm>
            <a:off x="1626925" y="1747927"/>
            <a:ext cx="8938150" cy="5050054"/>
          </a:xfrm>
          <a:prstGeom prst="rect">
            <a:avLst/>
          </a:prstGeom>
        </p:spPr>
      </p:pic>
      <p:sp>
        <p:nvSpPr>
          <p:cNvPr id="2" name="Title 1">
            <a:extLst>
              <a:ext uri="{FF2B5EF4-FFF2-40B4-BE49-F238E27FC236}">
                <a16:creationId xmlns:a16="http://schemas.microsoft.com/office/drawing/2014/main" id="{9D6277BE-9D5C-289F-3A8F-9CB5B282AA84}"/>
              </a:ext>
            </a:extLst>
          </p:cNvPr>
          <p:cNvSpPr>
            <a:spLocks noGrp="1"/>
          </p:cNvSpPr>
          <p:nvPr>
            <p:ph type="title"/>
          </p:nvPr>
        </p:nvSpPr>
        <p:spPr/>
        <p:txBody>
          <a:bodyPr>
            <a:normAutofit/>
          </a:bodyPr>
          <a:lstStyle/>
          <a:p>
            <a:r>
              <a:rPr lang="en-GB" sz="4000" dirty="0"/>
              <a:t>Foundations of organisational change</a:t>
            </a:r>
          </a:p>
        </p:txBody>
      </p:sp>
    </p:spTree>
    <p:extLst>
      <p:ext uri="{BB962C8B-B14F-4D97-AF65-F5344CB8AC3E}">
        <p14:creationId xmlns:p14="http://schemas.microsoft.com/office/powerpoint/2010/main" val="36783102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4"/>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4"/>
                                        </p:tgtEl>
                                      </p:cBhvr>
                                    </p:cmd>
                                  </p:childTnLst>
                                </p:cTn>
                              </p:par>
                            </p:childTnLst>
                          </p:cTn>
                        </p:par>
                      </p:childTnLst>
                    </p:cTn>
                  </p:par>
                </p:childTnLst>
              </p:cTn>
              <p:nextCondLst>
                <p:cond evt="onClick" delay="0">
                  <p:tgtEl>
                    <p:spTgt spid="4"/>
                  </p:tgtEl>
                </p:cond>
              </p:nextCondLst>
            </p:seq>
            <p:video>
              <p:cMediaNode vol="80000">
                <p:cTn id="12" fill="hold" display="0">
                  <p:stCondLst>
                    <p:cond delay="indefinite"/>
                  </p:stCondLst>
                </p:cTn>
                <p:tgtEl>
                  <p:spTgt spid="4"/>
                </p:tgtEl>
              </p:cMediaNode>
            </p:vide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79D5C0-9D03-EA67-596B-B3B12DC131D3}"/>
              </a:ext>
            </a:extLst>
          </p:cNvPr>
          <p:cNvSpPr>
            <a:spLocks noGrp="1"/>
          </p:cNvSpPr>
          <p:nvPr>
            <p:ph type="title"/>
          </p:nvPr>
        </p:nvSpPr>
        <p:spPr/>
        <p:txBody>
          <a:bodyPr/>
          <a:lstStyle/>
          <a:p>
            <a:r>
              <a:rPr lang="en-GB" dirty="0"/>
              <a:t>Foundations of organisational change</a:t>
            </a:r>
          </a:p>
        </p:txBody>
      </p:sp>
      <p:sp>
        <p:nvSpPr>
          <p:cNvPr id="4" name="TextBox 3">
            <a:extLst>
              <a:ext uri="{FF2B5EF4-FFF2-40B4-BE49-F238E27FC236}">
                <a16:creationId xmlns:a16="http://schemas.microsoft.com/office/drawing/2014/main" id="{0B75EF0E-A366-70B1-3C87-C8400E427D4A}"/>
              </a:ext>
            </a:extLst>
          </p:cNvPr>
          <p:cNvSpPr txBox="1"/>
          <p:nvPr/>
        </p:nvSpPr>
        <p:spPr>
          <a:xfrm>
            <a:off x="1419446" y="1819571"/>
            <a:ext cx="9140456" cy="3785652"/>
          </a:xfrm>
          <a:prstGeom prst="rect">
            <a:avLst/>
          </a:prstGeom>
          <a:noFill/>
        </p:spPr>
        <p:txBody>
          <a:bodyPr wrap="square">
            <a:spAutoFit/>
          </a:bodyPr>
          <a:lstStyle/>
          <a:p>
            <a:pPr algn="just"/>
            <a:r>
              <a:rPr lang="en-GB" sz="2400" b="1" i="0" u="none" strike="noStrike" baseline="0" dirty="0">
                <a:solidFill>
                  <a:srgbClr val="000000"/>
                </a:solidFill>
                <a:latin typeface="+mj-lt"/>
              </a:rPr>
              <a:t>Organisational change </a:t>
            </a:r>
            <a:r>
              <a:rPr lang="en-GB" sz="2400" b="0" i="0" u="none" strike="noStrike" baseline="0" dirty="0">
                <a:solidFill>
                  <a:srgbClr val="000000"/>
                </a:solidFill>
                <a:latin typeface="+mj-lt"/>
              </a:rPr>
              <a:t>refers to the actions in which a company or business alters a (major) component of its organisation, such as its culture, the underlying technologies or infrastructure it uses to operate, or its internal processes.</a:t>
            </a:r>
          </a:p>
          <a:p>
            <a:pPr algn="just"/>
            <a:endParaRPr lang="en-GB" sz="2400" dirty="0">
              <a:solidFill>
                <a:srgbClr val="000000"/>
              </a:solidFill>
              <a:latin typeface="+mj-lt"/>
            </a:endParaRPr>
          </a:p>
          <a:p>
            <a:pPr algn="just"/>
            <a:r>
              <a:rPr lang="en-GB" sz="2400" b="0" i="1" u="none" strike="noStrike" baseline="0" dirty="0">
                <a:solidFill>
                  <a:srgbClr val="000000"/>
                </a:solidFill>
                <a:latin typeface="+mj-lt"/>
              </a:rPr>
              <a:t>“change is about moving or shifting from one position to another”</a:t>
            </a:r>
          </a:p>
          <a:p>
            <a:pPr algn="just"/>
            <a:endParaRPr lang="en-GB" sz="2400" b="1" dirty="0">
              <a:solidFill>
                <a:srgbClr val="000000"/>
              </a:solidFill>
              <a:latin typeface="+mj-lt"/>
            </a:endParaRPr>
          </a:p>
          <a:p>
            <a:pPr algn="just"/>
            <a:r>
              <a:rPr lang="en-GB" sz="2400" b="1" dirty="0">
                <a:solidFill>
                  <a:srgbClr val="000000"/>
                </a:solidFill>
                <a:latin typeface="+mj-lt"/>
              </a:rPr>
              <a:t>C</a:t>
            </a:r>
            <a:r>
              <a:rPr lang="en-GB" sz="2400" b="1" i="0" u="none" strike="noStrike" baseline="0" dirty="0">
                <a:solidFill>
                  <a:srgbClr val="000000"/>
                </a:solidFill>
                <a:latin typeface="+mj-lt"/>
              </a:rPr>
              <a:t>hange management </a:t>
            </a:r>
            <a:r>
              <a:rPr lang="en-GB" sz="2400" b="0" i="0" u="none" strike="noStrike" baseline="0" dirty="0">
                <a:solidFill>
                  <a:srgbClr val="000000"/>
                </a:solidFill>
                <a:latin typeface="+mj-lt"/>
              </a:rPr>
              <a:t>is the process of guiding organisational change to a successful resolution, and it typically includes three major phases: preparation, implementation, and follow-through.</a:t>
            </a:r>
            <a:endParaRPr lang="en-GB" sz="2400" dirty="0">
              <a:latin typeface="+mj-lt"/>
            </a:endParaRPr>
          </a:p>
        </p:txBody>
      </p:sp>
    </p:spTree>
    <p:extLst>
      <p:ext uri="{BB962C8B-B14F-4D97-AF65-F5344CB8AC3E}">
        <p14:creationId xmlns:p14="http://schemas.microsoft.com/office/powerpoint/2010/main" val="9280076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7B52B93-872F-5EF5-0ECF-89BA423C35BB}"/>
              </a:ext>
            </a:extLst>
          </p:cNvPr>
          <p:cNvPicPr>
            <a:picLocks noChangeAspect="1"/>
          </p:cNvPicPr>
          <p:nvPr/>
        </p:nvPicPr>
        <p:blipFill>
          <a:blip r:embed="rId2"/>
          <a:stretch>
            <a:fillRect/>
          </a:stretch>
        </p:blipFill>
        <p:spPr>
          <a:xfrm>
            <a:off x="1490401" y="1969938"/>
            <a:ext cx="9654100" cy="4215296"/>
          </a:xfrm>
          <a:prstGeom prst="rect">
            <a:avLst/>
          </a:prstGeom>
        </p:spPr>
      </p:pic>
      <p:sp>
        <p:nvSpPr>
          <p:cNvPr id="5" name="TextBox 4">
            <a:extLst>
              <a:ext uri="{FF2B5EF4-FFF2-40B4-BE49-F238E27FC236}">
                <a16:creationId xmlns:a16="http://schemas.microsoft.com/office/drawing/2014/main" id="{8CB86F00-E34D-ED21-F726-D14046A6BB57}"/>
              </a:ext>
            </a:extLst>
          </p:cNvPr>
          <p:cNvSpPr txBox="1"/>
          <p:nvPr/>
        </p:nvSpPr>
        <p:spPr>
          <a:xfrm>
            <a:off x="6007396" y="6327500"/>
            <a:ext cx="5869172" cy="261610"/>
          </a:xfrm>
          <a:prstGeom prst="rect">
            <a:avLst/>
          </a:prstGeom>
          <a:noFill/>
        </p:spPr>
        <p:txBody>
          <a:bodyPr wrap="square">
            <a:spAutoFit/>
          </a:bodyPr>
          <a:lstStyle/>
          <a:p>
            <a:r>
              <a:rPr lang="en-GB" sz="1100" dirty="0">
                <a:solidFill>
                  <a:schemeClr val="bg1">
                    <a:lumMod val="50000"/>
                  </a:schemeClr>
                </a:solidFill>
              </a:rPr>
              <a:t>Source: Kübler-Ross, E. (1969) , On Death and Dying, Routledge, ISBN: 0-415-04015-9.</a:t>
            </a:r>
          </a:p>
        </p:txBody>
      </p:sp>
      <p:sp>
        <p:nvSpPr>
          <p:cNvPr id="2" name="Title 1">
            <a:extLst>
              <a:ext uri="{FF2B5EF4-FFF2-40B4-BE49-F238E27FC236}">
                <a16:creationId xmlns:a16="http://schemas.microsoft.com/office/drawing/2014/main" id="{75EEA87A-DBDE-BB04-3E46-13686C288DD5}"/>
              </a:ext>
            </a:extLst>
          </p:cNvPr>
          <p:cNvSpPr>
            <a:spLocks noGrp="1"/>
          </p:cNvSpPr>
          <p:nvPr>
            <p:ph type="title"/>
          </p:nvPr>
        </p:nvSpPr>
        <p:spPr/>
        <p:txBody>
          <a:bodyPr/>
          <a:lstStyle/>
          <a:p>
            <a:r>
              <a:rPr lang="en-GB" dirty="0"/>
              <a:t>Foundations of organisational change</a:t>
            </a:r>
          </a:p>
        </p:txBody>
      </p:sp>
    </p:spTree>
    <p:extLst>
      <p:ext uri="{BB962C8B-B14F-4D97-AF65-F5344CB8AC3E}">
        <p14:creationId xmlns:p14="http://schemas.microsoft.com/office/powerpoint/2010/main" val="29704594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181189-5144-2F76-4CA8-923D829DE8CD}"/>
              </a:ext>
            </a:extLst>
          </p:cNvPr>
          <p:cNvSpPr>
            <a:spLocks noGrp="1"/>
          </p:cNvSpPr>
          <p:nvPr>
            <p:ph type="title"/>
          </p:nvPr>
        </p:nvSpPr>
        <p:spPr/>
        <p:txBody>
          <a:bodyPr/>
          <a:lstStyle/>
          <a:p>
            <a:r>
              <a:rPr lang="en-GB" dirty="0"/>
              <a:t>Foundations of organisational change</a:t>
            </a:r>
          </a:p>
        </p:txBody>
      </p:sp>
      <p:sp>
        <p:nvSpPr>
          <p:cNvPr id="3" name="Content Placeholder 2">
            <a:extLst>
              <a:ext uri="{FF2B5EF4-FFF2-40B4-BE49-F238E27FC236}">
                <a16:creationId xmlns:a16="http://schemas.microsoft.com/office/drawing/2014/main" id="{840CF091-6251-F283-9FF7-FAA5C84FBA62}"/>
              </a:ext>
            </a:extLst>
          </p:cNvPr>
          <p:cNvSpPr>
            <a:spLocks noGrp="1"/>
          </p:cNvSpPr>
          <p:nvPr>
            <p:ph idx="1"/>
          </p:nvPr>
        </p:nvSpPr>
        <p:spPr>
          <a:xfrm>
            <a:off x="838200" y="1825625"/>
            <a:ext cx="6943531" cy="4351338"/>
          </a:xfrm>
        </p:spPr>
        <p:txBody>
          <a:bodyPr>
            <a:normAutofit/>
          </a:bodyPr>
          <a:lstStyle/>
          <a:p>
            <a:r>
              <a:rPr lang="en-GB" sz="2400" dirty="0"/>
              <a:t>The 70% failure rate myth</a:t>
            </a:r>
          </a:p>
          <a:p>
            <a:endParaRPr lang="en-GB" sz="2400" dirty="0"/>
          </a:p>
          <a:p>
            <a:r>
              <a:rPr lang="en-GB" sz="2400" dirty="0"/>
              <a:t>Continuous vs discontinuous change</a:t>
            </a:r>
          </a:p>
          <a:p>
            <a:endParaRPr lang="en-GB" sz="2400" dirty="0"/>
          </a:p>
          <a:p>
            <a:r>
              <a:rPr lang="en-GB" sz="2400" dirty="0"/>
              <a:t>Planned vs emergent change</a:t>
            </a:r>
          </a:p>
          <a:p>
            <a:endParaRPr lang="en-GB" sz="2400" dirty="0"/>
          </a:p>
          <a:p>
            <a:r>
              <a:rPr lang="en-GB" sz="2400" dirty="0"/>
              <a:t>Scale of change: fine-tuning, incremental adjustment, modular transformation, and corporate transformation.</a:t>
            </a:r>
          </a:p>
        </p:txBody>
      </p:sp>
      <p:pic>
        <p:nvPicPr>
          <p:cNvPr id="5" name="Picture 4" descr="The image is a document citation from the Journal of Change Management, Volume 5, Issue 4, published by Routledge in December 2005, authored by Rune Tￃﾸnnesen from Queen Margaret University College, Edinburgh, UK.&#10;&#10;AI-generated content may be incorrect.">
            <a:extLst>
              <a:ext uri="{FF2B5EF4-FFF2-40B4-BE49-F238E27FC236}">
                <a16:creationId xmlns:a16="http://schemas.microsoft.com/office/drawing/2014/main" id="{C642E85A-888C-12D4-D25F-7E68B8B41323}"/>
              </a:ext>
            </a:extLst>
          </p:cNvPr>
          <p:cNvPicPr>
            <a:picLocks noChangeAspect="1"/>
          </p:cNvPicPr>
          <p:nvPr/>
        </p:nvPicPr>
        <p:blipFill>
          <a:blip r:embed="rId2"/>
          <a:stretch>
            <a:fillRect/>
          </a:stretch>
        </p:blipFill>
        <p:spPr>
          <a:xfrm>
            <a:off x="7433388" y="2583162"/>
            <a:ext cx="4459376" cy="2320377"/>
          </a:xfrm>
          <a:prstGeom prst="rect">
            <a:avLst/>
          </a:prstGeom>
        </p:spPr>
      </p:pic>
    </p:spTree>
    <p:extLst>
      <p:ext uri="{BB962C8B-B14F-4D97-AF65-F5344CB8AC3E}">
        <p14:creationId xmlns:p14="http://schemas.microsoft.com/office/powerpoint/2010/main" val="42166783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FD7438-819A-4DFF-7D6D-FEC4A4164F4B}"/>
              </a:ext>
            </a:extLst>
          </p:cNvPr>
          <p:cNvSpPr>
            <a:spLocks noGrp="1"/>
          </p:cNvSpPr>
          <p:nvPr>
            <p:ph type="title"/>
          </p:nvPr>
        </p:nvSpPr>
        <p:spPr/>
        <p:txBody>
          <a:bodyPr/>
          <a:lstStyle/>
          <a:p>
            <a:r>
              <a:rPr lang="en-GB" dirty="0"/>
              <a:t>The what: Types of change </a:t>
            </a:r>
          </a:p>
        </p:txBody>
      </p:sp>
      <p:sp>
        <p:nvSpPr>
          <p:cNvPr id="4" name="Rectangle 3">
            <a:extLst>
              <a:ext uri="{FF2B5EF4-FFF2-40B4-BE49-F238E27FC236}">
                <a16:creationId xmlns:a16="http://schemas.microsoft.com/office/drawing/2014/main" id="{CD6D4F58-4B10-A6E0-C959-42B0B6B3171A}"/>
              </a:ext>
            </a:extLst>
          </p:cNvPr>
          <p:cNvSpPr txBox="1">
            <a:spLocks noChangeArrowheads="1"/>
          </p:cNvSpPr>
          <p:nvPr/>
        </p:nvSpPr>
        <p:spPr>
          <a:xfrm>
            <a:off x="6921795" y="2441746"/>
            <a:ext cx="5061097" cy="156171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Bef>
                <a:spcPts val="0"/>
              </a:spcBef>
              <a:buClr>
                <a:schemeClr val="tx1"/>
              </a:buClr>
              <a:buFont typeface="Wingdings" panose="05000000000000000000" pitchFamily="2" charset="2"/>
              <a:buNone/>
            </a:pPr>
            <a:r>
              <a:rPr lang="en-GB" altLang="en-US" sz="2000" b="1" u="sng">
                <a:latin typeface="+mj-lt"/>
              </a:rPr>
              <a:t>Second order: Transformational change</a:t>
            </a:r>
          </a:p>
          <a:p>
            <a:pPr>
              <a:lnSpc>
                <a:spcPct val="100000"/>
              </a:lnSpc>
              <a:spcBef>
                <a:spcPts val="0"/>
              </a:spcBef>
              <a:buClr>
                <a:schemeClr val="tx1"/>
              </a:buClr>
            </a:pPr>
            <a:r>
              <a:rPr lang="en-GB" altLang="en-US" sz="2000">
                <a:latin typeface="+mj-lt"/>
              </a:rPr>
              <a:t>Discontinuous change – revolution</a:t>
            </a:r>
          </a:p>
          <a:p>
            <a:pPr>
              <a:lnSpc>
                <a:spcPct val="100000"/>
              </a:lnSpc>
              <a:spcBef>
                <a:spcPts val="0"/>
              </a:spcBef>
              <a:buClr>
                <a:schemeClr val="tx1"/>
              </a:buClr>
            </a:pPr>
            <a:r>
              <a:rPr lang="en-GB" altLang="en-US" sz="2000">
                <a:latin typeface="+mj-lt"/>
              </a:rPr>
              <a:t>Sudden break with the status quo </a:t>
            </a:r>
          </a:p>
          <a:p>
            <a:pPr>
              <a:lnSpc>
                <a:spcPct val="100000"/>
              </a:lnSpc>
              <a:spcBef>
                <a:spcPts val="0"/>
              </a:spcBef>
              <a:buClr>
                <a:schemeClr val="tx1"/>
              </a:buClr>
            </a:pPr>
            <a:r>
              <a:rPr lang="en-GB" altLang="en-US" sz="2000">
                <a:latin typeface="+mj-lt"/>
              </a:rPr>
              <a:t>Stable &amp; unstable periods alternate </a:t>
            </a:r>
            <a:endParaRPr lang="en-GB" altLang="en-US" sz="2000" dirty="0">
              <a:latin typeface="+mj-lt"/>
            </a:endParaRPr>
          </a:p>
        </p:txBody>
      </p:sp>
      <p:sp>
        <p:nvSpPr>
          <p:cNvPr id="5" name="TextBox 4">
            <a:extLst>
              <a:ext uri="{FF2B5EF4-FFF2-40B4-BE49-F238E27FC236}">
                <a16:creationId xmlns:a16="http://schemas.microsoft.com/office/drawing/2014/main" id="{E77FDE79-BEE9-0D77-2302-453C78798172}"/>
              </a:ext>
            </a:extLst>
          </p:cNvPr>
          <p:cNvSpPr txBox="1"/>
          <p:nvPr/>
        </p:nvSpPr>
        <p:spPr>
          <a:xfrm>
            <a:off x="678034" y="2457695"/>
            <a:ext cx="4223575" cy="1323439"/>
          </a:xfrm>
          <a:prstGeom prst="rect">
            <a:avLst/>
          </a:prstGeom>
          <a:noFill/>
        </p:spPr>
        <p:txBody>
          <a:bodyPr wrap="square">
            <a:spAutoFit/>
          </a:bodyPr>
          <a:lstStyle/>
          <a:p>
            <a:pPr eaLnBrk="1" hangingPunct="1">
              <a:buClr>
                <a:schemeClr val="tx1"/>
              </a:buClr>
              <a:buFont typeface="Wingdings" panose="05000000000000000000" pitchFamily="2" charset="2"/>
              <a:buNone/>
            </a:pPr>
            <a:r>
              <a:rPr lang="en-GB" altLang="en-US" sz="2000" b="1" u="sng" dirty="0">
                <a:latin typeface="+mj-lt"/>
              </a:rPr>
              <a:t>First order: Incremental change</a:t>
            </a:r>
          </a:p>
          <a:p>
            <a:pPr marL="342900" indent="-342900" eaLnBrk="1" hangingPunct="1">
              <a:buClr>
                <a:schemeClr val="tx1"/>
              </a:buClr>
              <a:buFont typeface="Arial" panose="020B0604020202020204" pitchFamily="34" charset="0"/>
              <a:buChar char="•"/>
            </a:pPr>
            <a:r>
              <a:rPr lang="en-GB" altLang="en-US" sz="2000" dirty="0">
                <a:latin typeface="+mj-lt"/>
              </a:rPr>
              <a:t>Continuous change – evolution</a:t>
            </a:r>
          </a:p>
          <a:p>
            <a:pPr marL="342900" indent="-342900" eaLnBrk="1" hangingPunct="1">
              <a:buClr>
                <a:schemeClr val="tx1"/>
              </a:buClr>
              <a:buFont typeface="Arial" panose="020B0604020202020204" pitchFamily="34" charset="0"/>
              <a:buChar char="•"/>
            </a:pPr>
            <a:r>
              <a:rPr lang="en-GB" altLang="en-US" sz="2000" dirty="0">
                <a:latin typeface="+mj-lt"/>
              </a:rPr>
              <a:t>Ongoing learning &amp; flexibility</a:t>
            </a:r>
          </a:p>
          <a:p>
            <a:pPr marL="342900" indent="-342900" eaLnBrk="1" hangingPunct="1">
              <a:buClr>
                <a:schemeClr val="tx1"/>
              </a:buClr>
              <a:buFont typeface="Arial" panose="020B0604020202020204" pitchFamily="34" charset="0"/>
              <a:buChar char="•"/>
            </a:pPr>
            <a:r>
              <a:rPr lang="en-GB" altLang="en-US" sz="2000" dirty="0">
                <a:latin typeface="+mj-lt"/>
              </a:rPr>
              <a:t>Gradual adjustment</a:t>
            </a:r>
          </a:p>
        </p:txBody>
      </p:sp>
      <p:sp>
        <p:nvSpPr>
          <p:cNvPr id="6" name="Arrow: Striped Right 5">
            <a:extLst>
              <a:ext uri="{FF2B5EF4-FFF2-40B4-BE49-F238E27FC236}">
                <a16:creationId xmlns:a16="http://schemas.microsoft.com/office/drawing/2014/main" id="{D1A316EE-0E2D-C57A-2A86-23E0535A7E6E}"/>
              </a:ext>
            </a:extLst>
          </p:cNvPr>
          <p:cNvSpPr/>
          <p:nvPr/>
        </p:nvSpPr>
        <p:spPr>
          <a:xfrm>
            <a:off x="678034" y="4207015"/>
            <a:ext cx="11132287" cy="1020726"/>
          </a:xfrm>
          <a:prstGeom prst="stripedRightArrow">
            <a:avLst/>
          </a:prstGeom>
          <a:gradFill flip="none" rotWithShape="1">
            <a:gsLst>
              <a:gs pos="70000">
                <a:srgbClr val="00487E">
                  <a:lumMod val="85000"/>
                  <a:lumOff val="15000"/>
                </a:srgbClr>
              </a:gs>
              <a:gs pos="17000">
                <a:schemeClr val="accent1"/>
              </a:gs>
              <a:gs pos="100000">
                <a:schemeClr val="accent1">
                  <a:lumMod val="7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b="1" dirty="0">
              <a:latin typeface="+mj-lt"/>
            </a:endParaRPr>
          </a:p>
        </p:txBody>
      </p:sp>
      <p:sp>
        <p:nvSpPr>
          <p:cNvPr id="7" name="Oval 6">
            <a:extLst>
              <a:ext uri="{FF2B5EF4-FFF2-40B4-BE49-F238E27FC236}">
                <a16:creationId xmlns:a16="http://schemas.microsoft.com/office/drawing/2014/main" id="{C3E97997-59CE-73BB-72CC-363DC6838F03}"/>
              </a:ext>
            </a:extLst>
          </p:cNvPr>
          <p:cNvSpPr/>
          <p:nvPr/>
        </p:nvSpPr>
        <p:spPr>
          <a:xfrm>
            <a:off x="4632253" y="3859618"/>
            <a:ext cx="2658140" cy="2020186"/>
          </a:xfrm>
          <a:prstGeom prst="ellipse">
            <a:avLst/>
          </a:prstGeom>
          <a:gradFill flip="none" rotWithShape="1">
            <a:gsLst>
              <a:gs pos="70000">
                <a:srgbClr val="00487E">
                  <a:lumMod val="85000"/>
                  <a:lumOff val="15000"/>
                </a:srgbClr>
              </a:gs>
              <a:gs pos="17000">
                <a:schemeClr val="accent1"/>
              </a:gs>
              <a:gs pos="100000">
                <a:schemeClr val="accent1">
                  <a:lumMod val="7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latin typeface="+mj-lt"/>
              </a:rPr>
              <a:t>Many changes will fall somewhere in the middle</a:t>
            </a:r>
          </a:p>
        </p:txBody>
      </p:sp>
    </p:spTree>
    <p:extLst>
      <p:ext uri="{BB962C8B-B14F-4D97-AF65-F5344CB8AC3E}">
        <p14:creationId xmlns:p14="http://schemas.microsoft.com/office/powerpoint/2010/main" val="8867781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D728C0-5FDA-9656-8C6D-5427512EB192}"/>
              </a:ext>
            </a:extLst>
          </p:cNvPr>
          <p:cNvSpPr>
            <a:spLocks noGrp="1"/>
          </p:cNvSpPr>
          <p:nvPr>
            <p:ph type="title"/>
          </p:nvPr>
        </p:nvSpPr>
        <p:spPr/>
        <p:txBody>
          <a:bodyPr/>
          <a:lstStyle/>
          <a:p>
            <a:r>
              <a:rPr lang="en-GB" dirty="0"/>
              <a:t>The How: The Process of Change</a:t>
            </a:r>
          </a:p>
        </p:txBody>
      </p:sp>
      <p:sp>
        <p:nvSpPr>
          <p:cNvPr id="4" name="TextBox 3">
            <a:extLst>
              <a:ext uri="{FF2B5EF4-FFF2-40B4-BE49-F238E27FC236}">
                <a16:creationId xmlns:a16="http://schemas.microsoft.com/office/drawing/2014/main" id="{92904046-13A9-D011-2144-065C23BC7DC5}"/>
              </a:ext>
            </a:extLst>
          </p:cNvPr>
          <p:cNvSpPr txBox="1"/>
          <p:nvPr/>
        </p:nvSpPr>
        <p:spPr>
          <a:xfrm>
            <a:off x="568951" y="2177252"/>
            <a:ext cx="3698250" cy="3970318"/>
          </a:xfrm>
          <a:prstGeom prst="rect">
            <a:avLst/>
          </a:prstGeom>
          <a:noFill/>
        </p:spPr>
        <p:txBody>
          <a:bodyPr wrap="square" rtlCol="0">
            <a:spAutoFit/>
          </a:bodyPr>
          <a:lstStyle/>
          <a:p>
            <a:pPr algn="just"/>
            <a:r>
              <a:rPr lang="en-GB" dirty="0">
                <a:latin typeface="Arial" panose="020B0604020202020204" pitchFamily="34" charset="0"/>
                <a:cs typeface="Arial" panose="020B0604020202020204" pitchFamily="34" charset="0"/>
              </a:rPr>
              <a:t>Typically, two juxtaposed conceptualizations that commonly depict how change is approached by organisations: from </a:t>
            </a:r>
            <a:r>
              <a:rPr lang="en-GB" b="1" dirty="0">
                <a:latin typeface="Arial" panose="020B0604020202020204" pitchFamily="34" charset="0"/>
                <a:cs typeface="Arial" panose="020B0604020202020204" pitchFamily="34" charset="0"/>
              </a:rPr>
              <a:t>planned</a:t>
            </a:r>
            <a:r>
              <a:rPr lang="en-GB" dirty="0">
                <a:latin typeface="Arial" panose="020B0604020202020204" pitchFamily="34" charset="0"/>
                <a:cs typeface="Arial" panose="020B0604020202020204" pitchFamily="34" charset="0"/>
              </a:rPr>
              <a:t> to </a:t>
            </a:r>
            <a:r>
              <a:rPr lang="en-GB" b="1" dirty="0">
                <a:latin typeface="Arial" panose="020B0604020202020204" pitchFamily="34" charset="0"/>
                <a:cs typeface="Arial" panose="020B0604020202020204" pitchFamily="34" charset="0"/>
              </a:rPr>
              <a:t>emergent</a:t>
            </a:r>
            <a:r>
              <a:rPr lang="en-GB" dirty="0">
                <a:latin typeface="Arial" panose="020B0604020202020204" pitchFamily="34" charset="0"/>
                <a:cs typeface="Arial" panose="020B0604020202020204" pitchFamily="34" charset="0"/>
              </a:rPr>
              <a:t>. </a:t>
            </a:r>
          </a:p>
          <a:p>
            <a:pPr algn="just"/>
            <a:endParaRPr lang="en-GB" dirty="0">
              <a:latin typeface="Arial" panose="020B0604020202020204" pitchFamily="34" charset="0"/>
              <a:cs typeface="Arial" panose="020B0604020202020204" pitchFamily="34" charset="0"/>
            </a:endParaRPr>
          </a:p>
          <a:p>
            <a:pPr algn="just"/>
            <a:r>
              <a:rPr lang="en-GB" dirty="0">
                <a:latin typeface="Arial" panose="020B0604020202020204" pitchFamily="34" charset="0"/>
                <a:cs typeface="Arial" panose="020B0604020202020204" pitchFamily="34" charset="0"/>
              </a:rPr>
              <a:t>Some of the most known </a:t>
            </a:r>
            <a:r>
              <a:rPr lang="en-GB" b="1" dirty="0">
                <a:latin typeface="Arial" panose="020B0604020202020204" pitchFamily="34" charset="0"/>
                <a:cs typeface="Arial" panose="020B0604020202020204" pitchFamily="34" charset="0"/>
              </a:rPr>
              <a:t>planned approach </a:t>
            </a:r>
            <a:r>
              <a:rPr lang="en-GB" dirty="0">
                <a:latin typeface="Arial" panose="020B0604020202020204" pitchFamily="34" charset="0"/>
                <a:cs typeface="Arial" panose="020B0604020202020204" pitchFamily="34" charset="0"/>
              </a:rPr>
              <a:t>models are:</a:t>
            </a:r>
          </a:p>
          <a:p>
            <a:pPr algn="just"/>
            <a:endParaRPr lang="en-GB" dirty="0">
              <a:latin typeface="Arial" panose="020B0604020202020204" pitchFamily="34" charset="0"/>
              <a:cs typeface="Arial" panose="020B0604020202020204" pitchFamily="34" charset="0"/>
            </a:endParaRPr>
          </a:p>
          <a:p>
            <a:pPr marL="342900" indent="-342900" algn="just">
              <a:buFont typeface="Arial" panose="020B0604020202020204" pitchFamily="34" charset="0"/>
              <a:buChar char="•"/>
            </a:pPr>
            <a:r>
              <a:rPr lang="en-GB" dirty="0">
                <a:latin typeface="Arial" panose="020B0604020202020204" pitchFamily="34" charset="0"/>
                <a:cs typeface="Arial" panose="020B0604020202020204" pitchFamily="34" charset="0"/>
              </a:rPr>
              <a:t>Lewin’s Change Model (Lewin, 1951)</a:t>
            </a:r>
          </a:p>
          <a:p>
            <a:pPr marL="342900" indent="-342900" algn="just">
              <a:buFont typeface="Arial" panose="020B0604020202020204" pitchFamily="34" charset="0"/>
              <a:buChar char="•"/>
            </a:pPr>
            <a:r>
              <a:rPr lang="en-GB" dirty="0">
                <a:latin typeface="Arial" panose="020B0604020202020204" pitchFamily="34" charset="0"/>
                <a:cs typeface="Arial" panose="020B0604020202020204" pitchFamily="34" charset="0"/>
              </a:rPr>
              <a:t>Kotter’s Eight Steps of Change (Kotter, 1995)</a:t>
            </a:r>
          </a:p>
          <a:p>
            <a:pPr algn="just"/>
            <a:endParaRPr lang="en-GB" dirty="0">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50197CF2-A0AE-1085-6A29-B03C2847000A}"/>
              </a:ext>
            </a:extLst>
          </p:cNvPr>
          <p:cNvPicPr>
            <a:picLocks noChangeAspect="1"/>
          </p:cNvPicPr>
          <p:nvPr/>
        </p:nvPicPr>
        <p:blipFill>
          <a:blip r:embed="rId2"/>
          <a:stretch>
            <a:fillRect/>
          </a:stretch>
        </p:blipFill>
        <p:spPr>
          <a:xfrm>
            <a:off x="5492621" y="1545943"/>
            <a:ext cx="6462044" cy="1883057"/>
          </a:xfrm>
          <a:prstGeom prst="rect">
            <a:avLst/>
          </a:prstGeom>
        </p:spPr>
      </p:pic>
      <p:pic>
        <p:nvPicPr>
          <p:cNvPr id="7" name="Picture 6">
            <a:extLst>
              <a:ext uri="{FF2B5EF4-FFF2-40B4-BE49-F238E27FC236}">
                <a16:creationId xmlns:a16="http://schemas.microsoft.com/office/drawing/2014/main" id="{039F765D-D9DE-78DE-C68F-0EF1BB50F150}"/>
              </a:ext>
            </a:extLst>
          </p:cNvPr>
          <p:cNvPicPr>
            <a:picLocks noChangeAspect="1"/>
          </p:cNvPicPr>
          <p:nvPr/>
        </p:nvPicPr>
        <p:blipFill>
          <a:blip r:embed="rId3"/>
          <a:stretch>
            <a:fillRect/>
          </a:stretch>
        </p:blipFill>
        <p:spPr>
          <a:xfrm>
            <a:off x="5529943" y="3674964"/>
            <a:ext cx="5858070" cy="3061113"/>
          </a:xfrm>
          <a:prstGeom prst="rect">
            <a:avLst/>
          </a:prstGeom>
        </p:spPr>
      </p:pic>
      <p:cxnSp>
        <p:nvCxnSpPr>
          <p:cNvPr id="9" name="Straight Arrow Connector 8">
            <a:extLst>
              <a:ext uri="{FF2B5EF4-FFF2-40B4-BE49-F238E27FC236}">
                <a16:creationId xmlns:a16="http://schemas.microsoft.com/office/drawing/2014/main" id="{E302B9B4-13EE-0984-75B2-43FCE7E6983E}"/>
              </a:ext>
            </a:extLst>
          </p:cNvPr>
          <p:cNvCxnSpPr/>
          <p:nvPr/>
        </p:nvCxnSpPr>
        <p:spPr>
          <a:xfrm flipV="1">
            <a:off x="4267201" y="2705878"/>
            <a:ext cx="1088570" cy="211493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EBA6BCAE-8812-B85C-D804-B9ECC0FBEEC0}"/>
              </a:ext>
            </a:extLst>
          </p:cNvPr>
          <p:cNvCxnSpPr>
            <a:cxnSpLocks/>
          </p:cNvCxnSpPr>
          <p:nvPr/>
        </p:nvCxnSpPr>
        <p:spPr>
          <a:xfrm>
            <a:off x="4267201" y="5442857"/>
            <a:ext cx="1443134" cy="93306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124001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3D1B0-B828-524D-BF76-9D8AE51FB001}"/>
              </a:ext>
            </a:extLst>
          </p:cNvPr>
          <p:cNvSpPr>
            <a:spLocks noGrp="1"/>
          </p:cNvSpPr>
          <p:nvPr>
            <p:ph type="title"/>
          </p:nvPr>
        </p:nvSpPr>
        <p:spPr/>
        <p:txBody>
          <a:bodyPr/>
          <a:lstStyle/>
          <a:p>
            <a:r>
              <a:rPr lang="en-GB" dirty="0"/>
              <a:t>The How: The Process of Change</a:t>
            </a:r>
          </a:p>
        </p:txBody>
      </p:sp>
      <p:sp>
        <p:nvSpPr>
          <p:cNvPr id="3" name="TextBox 2">
            <a:extLst>
              <a:ext uri="{FF2B5EF4-FFF2-40B4-BE49-F238E27FC236}">
                <a16:creationId xmlns:a16="http://schemas.microsoft.com/office/drawing/2014/main" id="{1809A2AF-4AE1-CC71-F641-249B1CBD3893}"/>
              </a:ext>
            </a:extLst>
          </p:cNvPr>
          <p:cNvSpPr txBox="1"/>
          <p:nvPr/>
        </p:nvSpPr>
        <p:spPr>
          <a:xfrm>
            <a:off x="531628" y="2705987"/>
            <a:ext cx="5677786" cy="707886"/>
          </a:xfrm>
          <a:prstGeom prst="rect">
            <a:avLst/>
          </a:prstGeom>
          <a:noFill/>
        </p:spPr>
        <p:txBody>
          <a:bodyPr wrap="square" rtlCol="0">
            <a:spAutoFit/>
          </a:bodyPr>
          <a:lstStyle/>
          <a:p>
            <a:r>
              <a:rPr lang="en-GB" sz="2000" b="1" dirty="0">
                <a:latin typeface="+mj-lt"/>
              </a:rPr>
              <a:t>Accounting for the emergent nature of change:</a:t>
            </a:r>
          </a:p>
        </p:txBody>
      </p:sp>
      <p:pic>
        <p:nvPicPr>
          <p:cNvPr id="1026" name="Picture 2">
            <a:extLst>
              <a:ext uri="{FF2B5EF4-FFF2-40B4-BE49-F238E27FC236}">
                <a16:creationId xmlns:a16="http://schemas.microsoft.com/office/drawing/2014/main" id="{66069C79-FE5E-1280-9A04-CBBA0FB61EF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1628" b="8647"/>
          <a:stretch/>
        </p:blipFill>
        <p:spPr bwMode="auto">
          <a:xfrm>
            <a:off x="7008556" y="1536441"/>
            <a:ext cx="4785950" cy="524597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22C78654-4178-24EA-2CE5-9EAAB1EB590C}"/>
              </a:ext>
            </a:extLst>
          </p:cNvPr>
          <p:cNvSpPr txBox="1"/>
          <p:nvPr/>
        </p:nvSpPr>
        <p:spPr>
          <a:xfrm>
            <a:off x="234390" y="6033903"/>
            <a:ext cx="6044136" cy="553998"/>
          </a:xfrm>
          <a:prstGeom prst="rect">
            <a:avLst/>
          </a:prstGeom>
          <a:noFill/>
        </p:spPr>
        <p:txBody>
          <a:bodyPr wrap="square">
            <a:spAutoFit/>
          </a:bodyPr>
          <a:lstStyle/>
          <a:p>
            <a:r>
              <a:rPr lang="en-GB" sz="1000" dirty="0">
                <a:solidFill>
                  <a:schemeClr val="bg1">
                    <a:lumMod val="50000"/>
                  </a:schemeClr>
                </a:solidFill>
              </a:rPr>
              <a:t>Source: Rowland, D., Thorley, M., and </a:t>
            </a:r>
            <a:r>
              <a:rPr lang="en-GB" sz="1000" dirty="0" err="1">
                <a:solidFill>
                  <a:schemeClr val="bg1">
                    <a:lumMod val="50000"/>
                  </a:schemeClr>
                </a:solidFill>
              </a:rPr>
              <a:t>Brauckmann</a:t>
            </a:r>
            <a:r>
              <a:rPr lang="en-GB" sz="1000" dirty="0">
                <a:solidFill>
                  <a:schemeClr val="bg1">
                    <a:lumMod val="50000"/>
                  </a:schemeClr>
                </a:solidFill>
              </a:rPr>
              <a:t>, N. (2023). The Most Successful Approaches to Leading Organizational Change. Harvard Business Review. https://hbr.org/2023/04/the-most-successful-approaches-to-leading-organizational-change</a:t>
            </a:r>
          </a:p>
        </p:txBody>
      </p:sp>
    </p:spTree>
    <p:extLst>
      <p:ext uri="{BB962C8B-B14F-4D97-AF65-F5344CB8AC3E}">
        <p14:creationId xmlns:p14="http://schemas.microsoft.com/office/powerpoint/2010/main" val="1175310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Desktop, People, Human, Hand, Man">
            <a:extLst>
              <a:ext uri="{FF2B5EF4-FFF2-40B4-BE49-F238E27FC236}">
                <a16:creationId xmlns:a16="http://schemas.microsoft.com/office/drawing/2014/main" id="{59ABEB24-00A8-88C9-29DC-CE2A415D23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97012" y="2396966"/>
            <a:ext cx="4678034" cy="3118689"/>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0769A109-89F8-A800-10C6-AEB0209B3C3F}"/>
              </a:ext>
            </a:extLst>
          </p:cNvPr>
          <p:cNvSpPr>
            <a:spLocks noGrp="1"/>
          </p:cNvSpPr>
          <p:nvPr>
            <p:ph type="title"/>
          </p:nvPr>
        </p:nvSpPr>
        <p:spPr/>
        <p:txBody>
          <a:bodyPr>
            <a:normAutofit/>
          </a:bodyPr>
          <a:lstStyle/>
          <a:p>
            <a:r>
              <a:rPr lang="en-GB" sz="4000" dirty="0"/>
              <a:t>The micro-dynamics of change: Sensemaking and the managerial paradox</a:t>
            </a:r>
          </a:p>
        </p:txBody>
      </p:sp>
      <p:sp>
        <p:nvSpPr>
          <p:cNvPr id="6" name="Content Placeholder 5">
            <a:extLst>
              <a:ext uri="{FF2B5EF4-FFF2-40B4-BE49-F238E27FC236}">
                <a16:creationId xmlns:a16="http://schemas.microsoft.com/office/drawing/2014/main" id="{EA504958-1F94-F6A5-BFE1-6E071F5C0008}"/>
              </a:ext>
            </a:extLst>
          </p:cNvPr>
          <p:cNvSpPr>
            <a:spLocks noGrp="1"/>
          </p:cNvSpPr>
          <p:nvPr>
            <p:ph sz="half" idx="1"/>
          </p:nvPr>
        </p:nvSpPr>
        <p:spPr>
          <a:xfrm>
            <a:off x="838199" y="1831845"/>
            <a:ext cx="6190862" cy="4351338"/>
          </a:xfrm>
        </p:spPr>
        <p:txBody>
          <a:bodyPr>
            <a:normAutofit/>
          </a:bodyPr>
          <a:lstStyle/>
          <a:p>
            <a:pPr algn="just">
              <a:lnSpc>
                <a:spcPct val="100000"/>
              </a:lnSpc>
            </a:pPr>
            <a:endParaRPr lang="en-GB" sz="2000" dirty="0">
              <a:latin typeface="Arial" panose="020B0604020202020204" pitchFamily="34" charset="0"/>
              <a:cs typeface="Arial" panose="020B0604020202020204" pitchFamily="34" charset="0"/>
            </a:endParaRPr>
          </a:p>
          <a:p>
            <a:pPr algn="just">
              <a:lnSpc>
                <a:spcPct val="100000"/>
              </a:lnSpc>
            </a:pPr>
            <a:r>
              <a:rPr lang="en-GB" sz="2000" dirty="0">
                <a:latin typeface="Arial" panose="020B0604020202020204" pitchFamily="34" charset="0"/>
                <a:cs typeface="Arial" panose="020B0604020202020204" pitchFamily="34" charset="0"/>
              </a:rPr>
              <a:t>We are wired to fear the unknown.</a:t>
            </a:r>
          </a:p>
          <a:p>
            <a:pPr algn="just">
              <a:lnSpc>
                <a:spcPct val="100000"/>
              </a:lnSpc>
            </a:pPr>
            <a:r>
              <a:rPr lang="en-GB" sz="2000" dirty="0">
                <a:latin typeface="Arial" panose="020B0604020202020204" pitchFamily="34" charset="0"/>
                <a:cs typeface="Arial" panose="020B0604020202020204" pitchFamily="34" charset="0"/>
              </a:rPr>
              <a:t>That “gut reaction” may not allow us to see a crucial fact: </a:t>
            </a:r>
            <a:r>
              <a:rPr lang="en-GB" sz="2000" i="1" dirty="0">
                <a:latin typeface="Arial" panose="020B0604020202020204" pitchFamily="34" charset="0"/>
                <a:cs typeface="Arial" panose="020B0604020202020204" pitchFamily="34" charset="0"/>
              </a:rPr>
              <a:t>Uncertainty and possibility are two sides of the same coin</a:t>
            </a:r>
            <a:r>
              <a:rPr lang="en-GB" sz="2000" dirty="0">
                <a:latin typeface="Arial" panose="020B0604020202020204" pitchFamily="34" charset="0"/>
                <a:cs typeface="Arial" panose="020B0604020202020204" pitchFamily="34" charset="0"/>
              </a:rPr>
              <a:t>. </a:t>
            </a:r>
          </a:p>
          <a:p>
            <a:pPr algn="just">
              <a:lnSpc>
                <a:spcPct val="100000"/>
              </a:lnSpc>
            </a:pPr>
            <a:r>
              <a:rPr lang="en-GB" sz="2000" dirty="0">
                <a:latin typeface="Arial" panose="020B0604020202020204" pitchFamily="34" charset="0"/>
                <a:cs typeface="Arial" panose="020B0604020202020204" pitchFamily="34" charset="0"/>
              </a:rPr>
              <a:t>Just like risk and opportunity </a:t>
            </a:r>
          </a:p>
          <a:p>
            <a:pPr algn="just">
              <a:lnSpc>
                <a:spcPct val="100000"/>
              </a:lnSpc>
            </a:pPr>
            <a:r>
              <a:rPr lang="en-GB" sz="2000" b="1" dirty="0">
                <a:latin typeface="Arial" panose="020B0604020202020204" pitchFamily="34" charset="0"/>
                <a:cs typeface="Arial" panose="020B0604020202020204" pitchFamily="34" charset="0"/>
              </a:rPr>
              <a:t>Think</a:t>
            </a:r>
            <a:r>
              <a:rPr lang="en-GB" sz="2000" dirty="0">
                <a:latin typeface="Arial" panose="020B0604020202020204" pitchFamily="34" charset="0"/>
                <a:cs typeface="Arial" panose="020B0604020202020204" pitchFamily="34" charset="0"/>
              </a:rPr>
              <a:t>: Consider the achievements you are most proud of, the moments that transformed your life, the relationships that make your life worth living. Did they happen after a period of uncertainty? </a:t>
            </a:r>
          </a:p>
        </p:txBody>
      </p:sp>
    </p:spTree>
    <p:extLst>
      <p:ext uri="{BB962C8B-B14F-4D97-AF65-F5344CB8AC3E}">
        <p14:creationId xmlns:p14="http://schemas.microsoft.com/office/powerpoint/2010/main" val="35993829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72CCD00-06AC-44B1-848F-B6B53AC5189F}"/>
              </a:ext>
            </a:extLst>
          </p:cNvPr>
          <p:cNvSpPr>
            <a:spLocks noGrp="1"/>
          </p:cNvSpPr>
          <p:nvPr>
            <p:ph type="title"/>
          </p:nvPr>
        </p:nvSpPr>
        <p:spPr/>
        <p:txBody>
          <a:bodyPr/>
          <a:lstStyle/>
          <a:p>
            <a:r>
              <a:rPr lang="en-US" dirty="0"/>
              <a:t>Managing change as a risk</a:t>
            </a:r>
            <a:endParaRPr lang="en-GB" dirty="0"/>
          </a:p>
        </p:txBody>
      </p:sp>
      <p:sp>
        <p:nvSpPr>
          <p:cNvPr id="6" name="Text Placeholder 5">
            <a:extLst>
              <a:ext uri="{FF2B5EF4-FFF2-40B4-BE49-F238E27FC236}">
                <a16:creationId xmlns:a16="http://schemas.microsoft.com/office/drawing/2014/main" id="{A362C2D1-D1B2-43C1-BF4F-6B18AE76FBF4}"/>
              </a:ext>
            </a:extLst>
          </p:cNvPr>
          <p:cNvSpPr>
            <a:spLocks noGrp="1"/>
          </p:cNvSpPr>
          <p:nvPr>
            <p:ph type="body" sz="half" idx="2"/>
          </p:nvPr>
        </p:nvSpPr>
        <p:spPr>
          <a:xfrm>
            <a:off x="643465" y="3043050"/>
            <a:ext cx="3900400" cy="3064505"/>
          </a:xfrm>
        </p:spPr>
        <p:txBody>
          <a:bodyPr>
            <a:normAutofit/>
          </a:bodyPr>
          <a:lstStyle/>
          <a:p>
            <a:endParaRPr lang="en-GB" sz="2000" dirty="0"/>
          </a:p>
          <a:p>
            <a:r>
              <a:rPr lang="en-GB" sz="2000" dirty="0">
                <a:latin typeface="+mj-lt"/>
              </a:rPr>
              <a:t>What situation is “riskier” and why? </a:t>
            </a:r>
          </a:p>
          <a:p>
            <a:endParaRPr lang="en-GB" sz="2000" dirty="0">
              <a:latin typeface="+mj-lt"/>
            </a:endParaRPr>
          </a:p>
          <a:p>
            <a:pPr marL="457200" indent="-457200">
              <a:buAutoNum type="alphaLcParenR"/>
            </a:pPr>
            <a:r>
              <a:rPr lang="en-GB" sz="2000" dirty="0">
                <a:latin typeface="+mj-lt"/>
              </a:rPr>
              <a:t>Jumping with a parachute </a:t>
            </a:r>
          </a:p>
          <a:p>
            <a:pPr marL="457200" indent="-457200">
              <a:buAutoNum type="alphaLcParenR"/>
            </a:pPr>
            <a:r>
              <a:rPr lang="en-GB" sz="2000" dirty="0">
                <a:latin typeface="+mj-lt"/>
              </a:rPr>
              <a:t>Jumping without a parachute</a:t>
            </a:r>
          </a:p>
        </p:txBody>
      </p:sp>
      <p:pic>
        <p:nvPicPr>
          <p:cNvPr id="3" name="Graphic 2" descr="Landing with solid fill">
            <a:extLst>
              <a:ext uri="{FF2B5EF4-FFF2-40B4-BE49-F238E27FC236}">
                <a16:creationId xmlns:a16="http://schemas.microsoft.com/office/drawing/2014/main" id="{D5A858EE-6137-4E17-A0A2-B22B1ADB1404}"/>
              </a:ext>
            </a:extLst>
          </p:cNvPr>
          <p:cNvPicPr>
            <a:picLocks noChangeAspect="1"/>
          </p:cNvPicPr>
          <p:nvPr/>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t="12470" b="37835"/>
          <a:stretch/>
        </p:blipFill>
        <p:spPr>
          <a:xfrm>
            <a:off x="6096000" y="512061"/>
            <a:ext cx="5317588" cy="2642617"/>
          </a:xfrm>
          <a:prstGeom prst="rect">
            <a:avLst/>
          </a:prstGeom>
        </p:spPr>
      </p:pic>
      <p:pic>
        <p:nvPicPr>
          <p:cNvPr id="1026" name="Picture 2" descr="Parachuting, Parachute, Glide, Falling, Sky Diving, Man">
            <a:extLst>
              <a:ext uri="{FF2B5EF4-FFF2-40B4-BE49-F238E27FC236}">
                <a16:creationId xmlns:a16="http://schemas.microsoft.com/office/drawing/2014/main" id="{4DB6384D-4F09-45EE-8014-2CC86CD87BD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86688" y="3614568"/>
            <a:ext cx="2236763" cy="2492987"/>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Man, Diving, Silhouette, Sport, Athlete">
            <a:extLst>
              <a:ext uri="{FF2B5EF4-FFF2-40B4-BE49-F238E27FC236}">
                <a16:creationId xmlns:a16="http://schemas.microsoft.com/office/drawing/2014/main" id="{DD978BE4-0C3C-4B95-8D73-631AE2833BC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626829" y="4123334"/>
            <a:ext cx="1921706" cy="175142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Fire, Yellow, Flame, Red, Burn, Blaze, Warm, Fiery">
            <a:extLst>
              <a:ext uri="{FF2B5EF4-FFF2-40B4-BE49-F238E27FC236}">
                <a16:creationId xmlns:a16="http://schemas.microsoft.com/office/drawing/2014/main" id="{032435D5-D2DD-438E-B874-0457271B6A4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008366" y="1302313"/>
            <a:ext cx="746428" cy="10621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314094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72CCD00-06AC-44B1-848F-B6B53AC5189F}"/>
              </a:ext>
            </a:extLst>
          </p:cNvPr>
          <p:cNvSpPr>
            <a:spLocks noGrp="1"/>
          </p:cNvSpPr>
          <p:nvPr>
            <p:ph type="title"/>
          </p:nvPr>
        </p:nvSpPr>
        <p:spPr>
          <a:xfrm>
            <a:off x="643466" y="786384"/>
            <a:ext cx="3517567" cy="1688180"/>
          </a:xfrm>
        </p:spPr>
        <p:txBody>
          <a:bodyPr/>
          <a:lstStyle/>
          <a:p>
            <a:r>
              <a:rPr lang="en-US" dirty="0"/>
              <a:t>Managing change as a risk</a:t>
            </a:r>
            <a:endParaRPr lang="en-GB" dirty="0"/>
          </a:p>
        </p:txBody>
      </p:sp>
      <p:sp>
        <p:nvSpPr>
          <p:cNvPr id="5" name="Content Placeholder 4">
            <a:extLst>
              <a:ext uri="{FF2B5EF4-FFF2-40B4-BE49-F238E27FC236}">
                <a16:creationId xmlns:a16="http://schemas.microsoft.com/office/drawing/2014/main" id="{AC7AC739-B49F-4D63-8CBB-B4F4B5E7098F}"/>
              </a:ext>
            </a:extLst>
          </p:cNvPr>
          <p:cNvSpPr>
            <a:spLocks noGrp="1"/>
          </p:cNvSpPr>
          <p:nvPr>
            <p:ph idx="1"/>
          </p:nvPr>
        </p:nvSpPr>
        <p:spPr>
          <a:xfrm>
            <a:off x="5458983" y="4389120"/>
            <a:ext cx="6203133" cy="1936986"/>
          </a:xfrm>
        </p:spPr>
        <p:txBody>
          <a:bodyPr>
            <a:normAutofit/>
          </a:bodyPr>
          <a:lstStyle/>
          <a:p>
            <a:r>
              <a:rPr lang="en-GB" sz="2400" dirty="0">
                <a:latin typeface="+mj-lt"/>
              </a:rPr>
              <a:t>Let’s say the chances you have are:</a:t>
            </a:r>
          </a:p>
        </p:txBody>
      </p:sp>
      <p:sp>
        <p:nvSpPr>
          <p:cNvPr id="6" name="Text Placeholder 5">
            <a:extLst>
              <a:ext uri="{FF2B5EF4-FFF2-40B4-BE49-F238E27FC236}">
                <a16:creationId xmlns:a16="http://schemas.microsoft.com/office/drawing/2014/main" id="{A362C2D1-D1B2-43C1-BF4F-6B18AE76FBF4}"/>
              </a:ext>
            </a:extLst>
          </p:cNvPr>
          <p:cNvSpPr>
            <a:spLocks noGrp="1"/>
          </p:cNvSpPr>
          <p:nvPr>
            <p:ph type="body" sz="half" idx="2"/>
          </p:nvPr>
        </p:nvSpPr>
        <p:spPr/>
        <p:txBody>
          <a:bodyPr>
            <a:normAutofit/>
          </a:bodyPr>
          <a:lstStyle/>
          <a:p>
            <a:r>
              <a:rPr lang="en-GB" sz="2000" dirty="0">
                <a:latin typeface="+mj-lt"/>
              </a:rPr>
              <a:t>Goal oriented approach to risk:</a:t>
            </a:r>
          </a:p>
          <a:p>
            <a:pPr marL="342900" indent="-342900">
              <a:buFontTx/>
              <a:buChar char="-"/>
            </a:pPr>
            <a:r>
              <a:rPr lang="en-GB" sz="2000" dirty="0">
                <a:latin typeface="+mj-lt"/>
              </a:rPr>
              <a:t>We assess risks according to our objectives. </a:t>
            </a:r>
          </a:p>
          <a:p>
            <a:pPr marL="342900" indent="-342900">
              <a:buFontTx/>
              <a:buChar char="-"/>
            </a:pPr>
            <a:r>
              <a:rPr lang="en-GB" sz="2000" dirty="0">
                <a:latin typeface="+mj-lt"/>
              </a:rPr>
              <a:t>We need to accept uncertainties in order to achieve our objectives</a:t>
            </a:r>
          </a:p>
          <a:p>
            <a:endParaRPr lang="en-GB" sz="2000" b="1" dirty="0"/>
          </a:p>
        </p:txBody>
      </p:sp>
      <p:pic>
        <p:nvPicPr>
          <p:cNvPr id="7" name="Picture 2" descr="Parachuting, Parachute, Glide, Falling, Sky Diving, Man">
            <a:extLst>
              <a:ext uri="{FF2B5EF4-FFF2-40B4-BE49-F238E27FC236}">
                <a16:creationId xmlns:a16="http://schemas.microsoft.com/office/drawing/2014/main" id="{A7FDC90E-9B15-45DE-A35F-A7FE88D619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20779" y="531893"/>
            <a:ext cx="2929011" cy="3264534"/>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0C8A542F-F4FE-4C1E-989C-7BE2A237A883}"/>
              </a:ext>
            </a:extLst>
          </p:cNvPr>
          <p:cNvSpPr txBox="1"/>
          <p:nvPr/>
        </p:nvSpPr>
        <p:spPr>
          <a:xfrm>
            <a:off x="5458983" y="5683683"/>
            <a:ext cx="1617066" cy="92333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Arial"/>
                <a:ea typeface="+mn-ea"/>
                <a:cs typeface="+mn-cs"/>
              </a:rPr>
              <a:t>You do alright = 80%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Georgia"/>
              <a:ea typeface="+mn-ea"/>
              <a:cs typeface="+mn-cs"/>
            </a:endParaRPr>
          </a:p>
        </p:txBody>
      </p:sp>
      <p:sp>
        <p:nvSpPr>
          <p:cNvPr id="10" name="TextBox 9">
            <a:extLst>
              <a:ext uri="{FF2B5EF4-FFF2-40B4-BE49-F238E27FC236}">
                <a16:creationId xmlns:a16="http://schemas.microsoft.com/office/drawing/2014/main" id="{1B62A8E5-581E-4AB7-A8EA-FBFE1D72E6F1}"/>
              </a:ext>
            </a:extLst>
          </p:cNvPr>
          <p:cNvSpPr txBox="1"/>
          <p:nvPr/>
        </p:nvSpPr>
        <p:spPr>
          <a:xfrm>
            <a:off x="7679334" y="5679776"/>
            <a:ext cx="2280592"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Arial"/>
                <a:ea typeface="+mn-ea"/>
                <a:cs typeface="+mn-cs"/>
              </a:rPr>
              <a:t>You survive, but with an injury = 19% </a:t>
            </a:r>
          </a:p>
        </p:txBody>
      </p:sp>
      <p:sp>
        <p:nvSpPr>
          <p:cNvPr id="11" name="TextBox 10">
            <a:extLst>
              <a:ext uri="{FF2B5EF4-FFF2-40B4-BE49-F238E27FC236}">
                <a16:creationId xmlns:a16="http://schemas.microsoft.com/office/drawing/2014/main" id="{947666EA-868F-4770-BF5E-8EABEDDACBF9}"/>
              </a:ext>
            </a:extLst>
          </p:cNvPr>
          <p:cNvSpPr txBox="1"/>
          <p:nvPr/>
        </p:nvSpPr>
        <p:spPr>
          <a:xfrm>
            <a:off x="10166971" y="5679776"/>
            <a:ext cx="1495145"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Arial"/>
                <a:ea typeface="+mn-ea"/>
                <a:cs typeface="+mn-cs"/>
              </a:rPr>
              <a:t>You die= 1% </a:t>
            </a:r>
          </a:p>
        </p:txBody>
      </p:sp>
    </p:spTree>
    <p:extLst>
      <p:ext uri="{BB962C8B-B14F-4D97-AF65-F5344CB8AC3E}">
        <p14:creationId xmlns:p14="http://schemas.microsoft.com/office/powerpoint/2010/main" val="24924158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0891FC-FA10-4F47-8783-D8FBD3447AC6}"/>
              </a:ext>
            </a:extLst>
          </p:cNvPr>
          <p:cNvSpPr>
            <a:spLocks noGrp="1"/>
          </p:cNvSpPr>
          <p:nvPr>
            <p:ph type="title"/>
          </p:nvPr>
        </p:nvSpPr>
        <p:spPr/>
        <p:txBody>
          <a:bodyPr/>
          <a:lstStyle/>
          <a:p>
            <a:r>
              <a:rPr lang="en-GB" altLang="en-US" dirty="0"/>
              <a:t>The What: Types of change</a:t>
            </a:r>
            <a:endParaRPr lang="en-GB" dirty="0"/>
          </a:p>
        </p:txBody>
      </p:sp>
      <p:sp>
        <p:nvSpPr>
          <p:cNvPr id="14" name="TextBox 13">
            <a:extLst>
              <a:ext uri="{FF2B5EF4-FFF2-40B4-BE49-F238E27FC236}">
                <a16:creationId xmlns:a16="http://schemas.microsoft.com/office/drawing/2014/main" id="{F14E8A6B-5CD1-4ACF-92BE-2A3F2E22B3A7}"/>
              </a:ext>
            </a:extLst>
          </p:cNvPr>
          <p:cNvSpPr txBox="1"/>
          <p:nvPr/>
        </p:nvSpPr>
        <p:spPr>
          <a:xfrm>
            <a:off x="6561027" y="5078846"/>
            <a:ext cx="4613906" cy="9233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rial"/>
                <a:ea typeface="+mn-ea"/>
                <a:cs typeface="+mn-cs"/>
              </a:rPr>
              <a:t>Sometimes we assume the event will take place, so mitigating and risk factors move between the event and the impacts.</a:t>
            </a:r>
            <a:endParaRPr kumimoji="0" lang="en-GB" sz="1800" b="0" i="0" u="none" strike="noStrike" kern="1200" cap="none" spc="0" normalizeH="0" baseline="0" noProof="0" dirty="0" err="1">
              <a:ln>
                <a:noFill/>
              </a:ln>
              <a:solidFill>
                <a:prstClr val="black"/>
              </a:solidFill>
              <a:effectLst/>
              <a:uLnTx/>
              <a:uFillTx/>
              <a:latin typeface="Arial"/>
              <a:ea typeface="+mn-ea"/>
              <a:cs typeface="+mn-cs"/>
            </a:endParaRPr>
          </a:p>
        </p:txBody>
      </p:sp>
      <p:sp>
        <p:nvSpPr>
          <p:cNvPr id="3" name="Rectangle 2">
            <a:extLst>
              <a:ext uri="{FF2B5EF4-FFF2-40B4-BE49-F238E27FC236}">
                <a16:creationId xmlns:a16="http://schemas.microsoft.com/office/drawing/2014/main" id="{D9195217-1A3B-EB04-B3C6-3FDB5808FB46}"/>
              </a:ext>
            </a:extLst>
          </p:cNvPr>
          <p:cNvSpPr/>
          <p:nvPr/>
        </p:nvSpPr>
        <p:spPr>
          <a:xfrm>
            <a:off x="3820646" y="3115805"/>
            <a:ext cx="2243017" cy="626389"/>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prstClr val="black"/>
                </a:solidFill>
                <a:effectLst/>
                <a:uLnTx/>
                <a:uFillTx/>
                <a:latin typeface="Georgia"/>
                <a:ea typeface="+mn-ea"/>
                <a:cs typeface="+mn-cs"/>
              </a:rPr>
              <a:t>Risk event</a:t>
            </a:r>
            <a:endParaRPr kumimoji="0" lang="en-GB" sz="1400" b="0" i="0" u="none" strike="noStrike" kern="1200" cap="none" spc="0" normalizeH="0" baseline="0" noProof="0" dirty="0">
              <a:ln>
                <a:noFill/>
              </a:ln>
              <a:solidFill>
                <a:prstClr val="black"/>
              </a:solidFill>
              <a:effectLst/>
              <a:uLnTx/>
              <a:uFillTx/>
              <a:latin typeface="Georgia"/>
              <a:ea typeface="+mn-ea"/>
              <a:cs typeface="+mn-cs"/>
            </a:endParaRPr>
          </a:p>
        </p:txBody>
      </p:sp>
      <p:sp>
        <p:nvSpPr>
          <p:cNvPr id="5" name="Rectangle 4">
            <a:extLst>
              <a:ext uri="{FF2B5EF4-FFF2-40B4-BE49-F238E27FC236}">
                <a16:creationId xmlns:a16="http://schemas.microsoft.com/office/drawing/2014/main" id="{C4B457A4-5157-1AD4-A717-31D059C89AA3}"/>
              </a:ext>
            </a:extLst>
          </p:cNvPr>
          <p:cNvSpPr/>
          <p:nvPr/>
        </p:nvSpPr>
        <p:spPr>
          <a:xfrm>
            <a:off x="283214" y="3115804"/>
            <a:ext cx="2129139" cy="626388"/>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prstClr val="black"/>
                </a:solidFill>
                <a:effectLst/>
                <a:uLnTx/>
                <a:uFillTx/>
                <a:latin typeface="Georgia"/>
                <a:ea typeface="+mn-ea"/>
                <a:cs typeface="+mn-cs"/>
              </a:rPr>
              <a:t>Risk source</a:t>
            </a:r>
            <a:endParaRPr kumimoji="0" lang="en-GB" sz="1400" b="0" i="0" u="none" strike="noStrike" kern="1200" cap="none" spc="0" normalizeH="0" baseline="0" noProof="0" dirty="0">
              <a:ln>
                <a:noFill/>
              </a:ln>
              <a:solidFill>
                <a:prstClr val="black"/>
              </a:solidFill>
              <a:effectLst/>
              <a:uLnTx/>
              <a:uFillTx/>
              <a:latin typeface="Georgia"/>
              <a:ea typeface="+mn-ea"/>
              <a:cs typeface="+mn-cs"/>
            </a:endParaRPr>
          </a:p>
        </p:txBody>
      </p:sp>
      <p:sp>
        <p:nvSpPr>
          <p:cNvPr id="16" name="Rectangle 15">
            <a:extLst>
              <a:ext uri="{FF2B5EF4-FFF2-40B4-BE49-F238E27FC236}">
                <a16:creationId xmlns:a16="http://schemas.microsoft.com/office/drawing/2014/main" id="{BD923D22-867F-6821-F444-EC466BEC5982}"/>
              </a:ext>
            </a:extLst>
          </p:cNvPr>
          <p:cNvSpPr/>
          <p:nvPr/>
        </p:nvSpPr>
        <p:spPr>
          <a:xfrm>
            <a:off x="1982412" y="4195205"/>
            <a:ext cx="2198608" cy="539854"/>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solidFill>
                  <a:prstClr val="black"/>
                </a:solidFill>
                <a:effectLst/>
                <a:uLnTx/>
                <a:uFillTx/>
                <a:latin typeface="Georgia"/>
                <a:ea typeface="+mn-ea"/>
                <a:cs typeface="+mn-cs"/>
              </a:rPr>
              <a:t>Risk factors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solidFill>
                  <a:prstClr val="black"/>
                </a:solidFill>
                <a:effectLst/>
                <a:uLnTx/>
                <a:uFillTx/>
                <a:latin typeface="Georgia"/>
                <a:ea typeface="+mn-ea"/>
                <a:cs typeface="+mn-cs"/>
              </a:rPr>
              <a:t>(internal and external)</a:t>
            </a:r>
          </a:p>
        </p:txBody>
      </p:sp>
      <p:sp>
        <p:nvSpPr>
          <p:cNvPr id="18" name="Rectangle 17">
            <a:extLst>
              <a:ext uri="{FF2B5EF4-FFF2-40B4-BE49-F238E27FC236}">
                <a16:creationId xmlns:a16="http://schemas.microsoft.com/office/drawing/2014/main" id="{44C9E628-9DF0-C2D3-4CFE-8843013C5D70}"/>
              </a:ext>
            </a:extLst>
          </p:cNvPr>
          <p:cNvSpPr/>
          <p:nvPr/>
        </p:nvSpPr>
        <p:spPr>
          <a:xfrm>
            <a:off x="7116961" y="3115806"/>
            <a:ext cx="1751019" cy="626388"/>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prstClr val="black"/>
                </a:solidFill>
                <a:effectLst/>
                <a:uLnTx/>
                <a:uFillTx/>
                <a:latin typeface="Georgia"/>
                <a:ea typeface="+mn-ea"/>
                <a:cs typeface="+mn-cs"/>
              </a:rPr>
              <a:t>Impacts</a:t>
            </a:r>
            <a:endParaRPr kumimoji="0" lang="en-GB" sz="1400" b="0" i="0" u="none" strike="noStrike" kern="1200" cap="none" spc="0" normalizeH="0" baseline="0" noProof="0" dirty="0">
              <a:ln>
                <a:noFill/>
              </a:ln>
              <a:solidFill>
                <a:prstClr val="black"/>
              </a:solidFill>
              <a:effectLst/>
              <a:uLnTx/>
              <a:uFillTx/>
              <a:latin typeface="Georgia"/>
              <a:ea typeface="+mn-ea"/>
              <a:cs typeface="+mn-cs"/>
            </a:endParaRPr>
          </a:p>
        </p:txBody>
      </p:sp>
      <p:cxnSp>
        <p:nvCxnSpPr>
          <p:cNvPr id="19" name="Straight Arrow Connector 18">
            <a:extLst>
              <a:ext uri="{FF2B5EF4-FFF2-40B4-BE49-F238E27FC236}">
                <a16:creationId xmlns:a16="http://schemas.microsoft.com/office/drawing/2014/main" id="{E968FFEB-90E2-5B4E-F9BF-224A25D810C0}"/>
              </a:ext>
            </a:extLst>
          </p:cNvPr>
          <p:cNvCxnSpPr>
            <a:cxnSpLocks/>
            <a:stCxn id="5" idx="3"/>
            <a:endCxn id="3" idx="1"/>
          </p:cNvCxnSpPr>
          <p:nvPr/>
        </p:nvCxnSpPr>
        <p:spPr>
          <a:xfrm>
            <a:off x="2412353" y="3428999"/>
            <a:ext cx="1408293" cy="1"/>
          </a:xfrm>
          <a:prstGeom prst="straightConnector1">
            <a:avLst/>
          </a:prstGeom>
          <a:ln>
            <a:tailEnd type="triangle"/>
          </a:ln>
        </p:spPr>
        <p:style>
          <a:lnRef idx="2">
            <a:schemeClr val="accent2"/>
          </a:lnRef>
          <a:fillRef idx="1">
            <a:schemeClr val="lt1"/>
          </a:fillRef>
          <a:effectRef idx="0">
            <a:schemeClr val="accent2"/>
          </a:effectRef>
          <a:fontRef idx="minor">
            <a:schemeClr val="dk1"/>
          </a:fontRef>
        </p:style>
      </p:cxnSp>
      <p:cxnSp>
        <p:nvCxnSpPr>
          <p:cNvPr id="20" name="Straight Arrow Connector 19">
            <a:extLst>
              <a:ext uri="{FF2B5EF4-FFF2-40B4-BE49-F238E27FC236}">
                <a16:creationId xmlns:a16="http://schemas.microsoft.com/office/drawing/2014/main" id="{B1F2C287-18CD-CDEE-0B78-C5A50AC86D5A}"/>
              </a:ext>
            </a:extLst>
          </p:cNvPr>
          <p:cNvCxnSpPr>
            <a:cxnSpLocks/>
            <a:stCxn id="3" idx="3"/>
            <a:endCxn id="18" idx="1"/>
          </p:cNvCxnSpPr>
          <p:nvPr/>
        </p:nvCxnSpPr>
        <p:spPr>
          <a:xfrm>
            <a:off x="6063663" y="3429000"/>
            <a:ext cx="1053298" cy="1"/>
          </a:xfrm>
          <a:prstGeom prst="straightConnector1">
            <a:avLst/>
          </a:prstGeom>
          <a:ln>
            <a:tailEnd type="triangle"/>
          </a:ln>
        </p:spPr>
        <p:style>
          <a:lnRef idx="2">
            <a:schemeClr val="accent2"/>
          </a:lnRef>
          <a:fillRef idx="1">
            <a:schemeClr val="lt1"/>
          </a:fillRef>
          <a:effectRef idx="0">
            <a:schemeClr val="accent2"/>
          </a:effectRef>
          <a:fontRef idx="minor">
            <a:schemeClr val="dk1"/>
          </a:fontRef>
        </p:style>
      </p:cxnSp>
      <p:cxnSp>
        <p:nvCxnSpPr>
          <p:cNvPr id="21" name="Straight Arrow Connector 20">
            <a:extLst>
              <a:ext uri="{FF2B5EF4-FFF2-40B4-BE49-F238E27FC236}">
                <a16:creationId xmlns:a16="http://schemas.microsoft.com/office/drawing/2014/main" id="{2B140442-47BB-6247-FF15-32362D8632C4}"/>
              </a:ext>
            </a:extLst>
          </p:cNvPr>
          <p:cNvCxnSpPr>
            <a:cxnSpLocks/>
            <a:stCxn id="16" idx="0"/>
          </p:cNvCxnSpPr>
          <p:nvPr/>
        </p:nvCxnSpPr>
        <p:spPr>
          <a:xfrm flipV="1">
            <a:off x="3081716" y="3428997"/>
            <a:ext cx="0" cy="766208"/>
          </a:xfrm>
          <a:prstGeom prst="straightConnector1">
            <a:avLst/>
          </a:prstGeom>
          <a:ln>
            <a:tailEnd type="triangle"/>
          </a:ln>
        </p:spPr>
        <p:style>
          <a:lnRef idx="2">
            <a:schemeClr val="accent2"/>
          </a:lnRef>
          <a:fillRef idx="1">
            <a:schemeClr val="lt1"/>
          </a:fillRef>
          <a:effectRef idx="0">
            <a:schemeClr val="accent2"/>
          </a:effectRef>
          <a:fontRef idx="minor">
            <a:schemeClr val="dk1"/>
          </a:fontRef>
        </p:style>
      </p:cxnSp>
      <p:sp>
        <p:nvSpPr>
          <p:cNvPr id="22" name="Multiplication Sign 21">
            <a:extLst>
              <a:ext uri="{FF2B5EF4-FFF2-40B4-BE49-F238E27FC236}">
                <a16:creationId xmlns:a16="http://schemas.microsoft.com/office/drawing/2014/main" id="{73E9F7D8-B3B1-4CA4-6467-89029AE4BB30}"/>
              </a:ext>
            </a:extLst>
          </p:cNvPr>
          <p:cNvSpPr/>
          <p:nvPr/>
        </p:nvSpPr>
        <p:spPr>
          <a:xfrm>
            <a:off x="6392407" y="2999887"/>
            <a:ext cx="395809" cy="293825"/>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400" b="0" i="0" u="none" strike="noStrike" kern="1200" cap="none" spc="0" normalizeH="0" baseline="0" noProof="0" dirty="0">
              <a:ln>
                <a:noFill/>
              </a:ln>
              <a:solidFill>
                <a:prstClr val="white"/>
              </a:solidFill>
              <a:effectLst/>
              <a:uLnTx/>
              <a:uFillTx/>
              <a:latin typeface="Georgia"/>
              <a:ea typeface="+mn-ea"/>
              <a:cs typeface="+mn-cs"/>
            </a:endParaRPr>
          </a:p>
        </p:txBody>
      </p:sp>
      <p:sp>
        <p:nvSpPr>
          <p:cNvPr id="23" name="Rectangle 22">
            <a:extLst>
              <a:ext uri="{FF2B5EF4-FFF2-40B4-BE49-F238E27FC236}">
                <a16:creationId xmlns:a16="http://schemas.microsoft.com/office/drawing/2014/main" id="{63D694B3-7EF9-CB53-BB6F-8F04588758D8}"/>
              </a:ext>
            </a:extLst>
          </p:cNvPr>
          <p:cNvSpPr/>
          <p:nvPr/>
        </p:nvSpPr>
        <p:spPr>
          <a:xfrm>
            <a:off x="1979806" y="2208702"/>
            <a:ext cx="2198608" cy="539854"/>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solidFill>
                  <a:prstClr val="black"/>
                </a:solidFill>
                <a:effectLst/>
                <a:uLnTx/>
                <a:uFillTx/>
                <a:latin typeface="Georgia"/>
                <a:ea typeface="+mn-ea"/>
                <a:cs typeface="+mn-cs"/>
              </a:rPr>
              <a:t>Mitigating factors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solidFill>
                  <a:prstClr val="black"/>
                </a:solidFill>
                <a:effectLst/>
                <a:uLnTx/>
                <a:uFillTx/>
                <a:latin typeface="Georgia"/>
                <a:ea typeface="+mn-ea"/>
                <a:cs typeface="+mn-cs"/>
              </a:rPr>
              <a:t>(internal and external)</a:t>
            </a:r>
          </a:p>
        </p:txBody>
      </p:sp>
      <p:cxnSp>
        <p:nvCxnSpPr>
          <p:cNvPr id="24" name="Straight Arrow Connector 23">
            <a:extLst>
              <a:ext uri="{FF2B5EF4-FFF2-40B4-BE49-F238E27FC236}">
                <a16:creationId xmlns:a16="http://schemas.microsoft.com/office/drawing/2014/main" id="{BD1E8F57-36C6-9562-BD0E-716F19AF352D}"/>
              </a:ext>
            </a:extLst>
          </p:cNvPr>
          <p:cNvCxnSpPr>
            <a:cxnSpLocks/>
            <a:stCxn id="23" idx="2"/>
          </p:cNvCxnSpPr>
          <p:nvPr/>
        </p:nvCxnSpPr>
        <p:spPr>
          <a:xfrm>
            <a:off x="3079111" y="2748556"/>
            <a:ext cx="2606" cy="723711"/>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25" name="Plus Sign 24">
            <a:extLst>
              <a:ext uri="{FF2B5EF4-FFF2-40B4-BE49-F238E27FC236}">
                <a16:creationId xmlns:a16="http://schemas.microsoft.com/office/drawing/2014/main" id="{F3CC0ABB-4E03-2CC8-0DAD-D2F315B0AF2C}"/>
              </a:ext>
            </a:extLst>
          </p:cNvPr>
          <p:cNvSpPr/>
          <p:nvPr/>
        </p:nvSpPr>
        <p:spPr>
          <a:xfrm>
            <a:off x="3116499" y="3810491"/>
            <a:ext cx="355280" cy="325630"/>
          </a:xfrm>
          <a:prstGeom prst="mathPlus">
            <a:avLst/>
          </a:prstGeom>
          <a:gradFill flip="none" rotWithShape="1">
            <a:gsLst>
              <a:gs pos="70000">
                <a:srgbClr val="00487E">
                  <a:lumMod val="85000"/>
                  <a:lumOff val="15000"/>
                </a:srgbClr>
              </a:gs>
              <a:gs pos="17000">
                <a:schemeClr val="accent1"/>
              </a:gs>
              <a:gs pos="100000">
                <a:schemeClr val="accent1">
                  <a:lumMod val="7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dirty="0">
              <a:ln>
                <a:noFill/>
              </a:ln>
              <a:solidFill>
                <a:prstClr val="white"/>
              </a:solidFill>
              <a:effectLst/>
              <a:uLnTx/>
              <a:uFillTx/>
              <a:latin typeface="Arial"/>
              <a:ea typeface="+mn-ea"/>
              <a:cs typeface="+mn-cs"/>
            </a:endParaRPr>
          </a:p>
        </p:txBody>
      </p:sp>
      <p:sp>
        <p:nvSpPr>
          <p:cNvPr id="26" name="Minus Sign 25">
            <a:extLst>
              <a:ext uri="{FF2B5EF4-FFF2-40B4-BE49-F238E27FC236}">
                <a16:creationId xmlns:a16="http://schemas.microsoft.com/office/drawing/2014/main" id="{CEDC1853-C59C-0511-D187-7FD330E2CB36}"/>
              </a:ext>
            </a:extLst>
          </p:cNvPr>
          <p:cNvSpPr/>
          <p:nvPr/>
        </p:nvSpPr>
        <p:spPr>
          <a:xfrm>
            <a:off x="3133710" y="2896089"/>
            <a:ext cx="395809" cy="349616"/>
          </a:xfrm>
          <a:prstGeom prst="mathMinus">
            <a:avLst/>
          </a:prstGeom>
          <a:gradFill flip="none" rotWithShape="1">
            <a:gsLst>
              <a:gs pos="70000">
                <a:srgbClr val="00487E">
                  <a:lumMod val="85000"/>
                  <a:lumOff val="15000"/>
                </a:srgbClr>
              </a:gs>
              <a:gs pos="17000">
                <a:schemeClr val="accent1"/>
              </a:gs>
              <a:gs pos="100000">
                <a:schemeClr val="accent1">
                  <a:lumMod val="7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dirty="0">
              <a:ln>
                <a:noFill/>
              </a:ln>
              <a:solidFill>
                <a:prstClr val="white"/>
              </a:solidFill>
              <a:effectLst/>
              <a:uLnTx/>
              <a:uFillTx/>
              <a:latin typeface="Arial"/>
              <a:ea typeface="+mn-ea"/>
              <a:cs typeface="+mn-cs"/>
            </a:endParaRPr>
          </a:p>
        </p:txBody>
      </p:sp>
      <p:sp>
        <p:nvSpPr>
          <p:cNvPr id="27" name="Rectangle 26">
            <a:extLst>
              <a:ext uri="{FF2B5EF4-FFF2-40B4-BE49-F238E27FC236}">
                <a16:creationId xmlns:a16="http://schemas.microsoft.com/office/drawing/2014/main" id="{48AFB24C-5E41-956F-3309-59BA575F9349}"/>
              </a:ext>
            </a:extLst>
          </p:cNvPr>
          <p:cNvSpPr/>
          <p:nvPr/>
        </p:nvSpPr>
        <p:spPr>
          <a:xfrm>
            <a:off x="9651104" y="3044284"/>
            <a:ext cx="1751018" cy="766207"/>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prstClr val="black"/>
                </a:solidFill>
                <a:effectLst/>
                <a:uLnTx/>
                <a:uFillTx/>
                <a:latin typeface="Georgia"/>
                <a:ea typeface="+mn-ea"/>
                <a:cs typeface="+mn-cs"/>
              </a:rPr>
              <a:t>Consequences</a:t>
            </a:r>
            <a:endParaRPr kumimoji="0" lang="en-GB" sz="1400" b="0" i="0" u="none" strike="noStrike" kern="1200" cap="none" spc="0" normalizeH="0" baseline="0" noProof="0" dirty="0">
              <a:ln>
                <a:noFill/>
              </a:ln>
              <a:solidFill>
                <a:prstClr val="black"/>
              </a:solidFill>
              <a:effectLst/>
              <a:uLnTx/>
              <a:uFillTx/>
              <a:latin typeface="Georgia"/>
              <a:ea typeface="+mn-ea"/>
              <a:cs typeface="+mn-cs"/>
            </a:endParaRPr>
          </a:p>
        </p:txBody>
      </p:sp>
      <p:cxnSp>
        <p:nvCxnSpPr>
          <p:cNvPr id="29" name="Straight Arrow Connector 28">
            <a:extLst>
              <a:ext uri="{FF2B5EF4-FFF2-40B4-BE49-F238E27FC236}">
                <a16:creationId xmlns:a16="http://schemas.microsoft.com/office/drawing/2014/main" id="{F3DF6426-14B8-0927-AF3E-BFF4569DAE21}"/>
              </a:ext>
            </a:extLst>
          </p:cNvPr>
          <p:cNvCxnSpPr>
            <a:cxnSpLocks/>
            <a:stCxn id="18" idx="3"/>
            <a:endCxn id="27" idx="1"/>
          </p:cNvCxnSpPr>
          <p:nvPr/>
        </p:nvCxnSpPr>
        <p:spPr>
          <a:xfrm flipV="1">
            <a:off x="8867980" y="3427388"/>
            <a:ext cx="783124" cy="1612"/>
          </a:xfrm>
          <a:prstGeom prst="straightConnector1">
            <a:avLst/>
          </a:prstGeom>
          <a:ln>
            <a:tailEnd type="triangle"/>
          </a:ln>
        </p:spPr>
        <p:style>
          <a:lnRef idx="2">
            <a:schemeClr val="accent2"/>
          </a:lnRef>
          <a:fillRef idx="1">
            <a:schemeClr val="lt1"/>
          </a:fillRef>
          <a:effectRef idx="0">
            <a:schemeClr val="accent2"/>
          </a:effectRef>
          <a:fontRef idx="minor">
            <a:schemeClr val="dk1"/>
          </a:fontRef>
        </p:style>
      </p:cxnSp>
    </p:spTree>
    <p:extLst>
      <p:ext uri="{BB962C8B-B14F-4D97-AF65-F5344CB8AC3E}">
        <p14:creationId xmlns:p14="http://schemas.microsoft.com/office/powerpoint/2010/main" val="2869543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93BB1D-0CD7-FD74-EC6A-F8F4357799A6}"/>
              </a:ext>
            </a:extLst>
          </p:cNvPr>
          <p:cNvSpPr>
            <a:spLocks noGrp="1"/>
          </p:cNvSpPr>
          <p:nvPr>
            <p:ph type="title"/>
          </p:nvPr>
        </p:nvSpPr>
        <p:spPr/>
        <p:txBody>
          <a:bodyPr/>
          <a:lstStyle/>
          <a:p>
            <a:r>
              <a:rPr lang="en-GB" altLang="en-US" dirty="0"/>
              <a:t>The What: Types of change</a:t>
            </a:r>
            <a:endParaRPr lang="en-GB" dirty="0"/>
          </a:p>
        </p:txBody>
      </p:sp>
      <p:sp>
        <p:nvSpPr>
          <p:cNvPr id="3" name="Rectangle 2">
            <a:extLst>
              <a:ext uri="{FF2B5EF4-FFF2-40B4-BE49-F238E27FC236}">
                <a16:creationId xmlns:a16="http://schemas.microsoft.com/office/drawing/2014/main" id="{5F2EA9F7-F523-4EF6-747F-3372A68C2754}"/>
              </a:ext>
            </a:extLst>
          </p:cNvPr>
          <p:cNvSpPr/>
          <p:nvPr/>
        </p:nvSpPr>
        <p:spPr>
          <a:xfrm>
            <a:off x="4071347" y="2802673"/>
            <a:ext cx="2243017" cy="626389"/>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000" b="0" i="0" u="none" strike="noStrike" kern="1200" cap="none" spc="0" normalizeH="0" baseline="0" noProof="0" dirty="0">
                <a:ln>
                  <a:noFill/>
                </a:ln>
                <a:solidFill>
                  <a:prstClr val="black"/>
                </a:solidFill>
                <a:effectLst/>
                <a:uLnTx/>
                <a:uFillTx/>
                <a:latin typeface="Georgia"/>
                <a:ea typeface="+mn-ea"/>
                <a:cs typeface="+mn-cs"/>
              </a:rPr>
              <a:t>?</a:t>
            </a:r>
          </a:p>
        </p:txBody>
      </p:sp>
      <p:sp>
        <p:nvSpPr>
          <p:cNvPr id="4" name="Rectangle 3">
            <a:extLst>
              <a:ext uri="{FF2B5EF4-FFF2-40B4-BE49-F238E27FC236}">
                <a16:creationId xmlns:a16="http://schemas.microsoft.com/office/drawing/2014/main" id="{7FE3535A-4EA9-399B-C97B-87330A68F657}"/>
              </a:ext>
            </a:extLst>
          </p:cNvPr>
          <p:cNvSpPr/>
          <p:nvPr/>
        </p:nvSpPr>
        <p:spPr>
          <a:xfrm>
            <a:off x="533915" y="2802672"/>
            <a:ext cx="2129139" cy="626388"/>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000" b="0" i="0" u="none" strike="noStrike" kern="1200" cap="none" spc="0" normalizeH="0" baseline="0" noProof="0" dirty="0">
                <a:ln>
                  <a:noFill/>
                </a:ln>
                <a:solidFill>
                  <a:prstClr val="black"/>
                </a:solidFill>
                <a:effectLst/>
                <a:uLnTx/>
                <a:uFillTx/>
                <a:latin typeface="Georgia"/>
                <a:ea typeface="+mn-ea"/>
                <a:cs typeface="+mn-cs"/>
              </a:rPr>
              <a:t>?</a:t>
            </a:r>
          </a:p>
        </p:txBody>
      </p:sp>
      <p:sp>
        <p:nvSpPr>
          <p:cNvPr id="5" name="Rectangle 4">
            <a:extLst>
              <a:ext uri="{FF2B5EF4-FFF2-40B4-BE49-F238E27FC236}">
                <a16:creationId xmlns:a16="http://schemas.microsoft.com/office/drawing/2014/main" id="{EE87A45B-2293-17F4-05DF-B505C8B3C482}"/>
              </a:ext>
            </a:extLst>
          </p:cNvPr>
          <p:cNvSpPr/>
          <p:nvPr/>
        </p:nvSpPr>
        <p:spPr>
          <a:xfrm>
            <a:off x="2233113" y="3882073"/>
            <a:ext cx="2198608" cy="539854"/>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solidFill>
                  <a:prstClr val="black"/>
                </a:solidFill>
                <a:effectLst/>
                <a:uLnTx/>
                <a:uFillTx/>
                <a:latin typeface="Georgia"/>
                <a:ea typeface="+mn-ea"/>
                <a:cs typeface="+mn-cs"/>
              </a:rPr>
              <a:t>Risk factors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solidFill>
                  <a:prstClr val="black"/>
                </a:solidFill>
                <a:effectLst/>
                <a:uLnTx/>
                <a:uFillTx/>
                <a:latin typeface="Georgia"/>
                <a:ea typeface="+mn-ea"/>
                <a:cs typeface="+mn-cs"/>
              </a:rPr>
              <a:t>(internal and external)</a:t>
            </a:r>
          </a:p>
        </p:txBody>
      </p:sp>
      <p:sp>
        <p:nvSpPr>
          <p:cNvPr id="6" name="Rectangle 5">
            <a:extLst>
              <a:ext uri="{FF2B5EF4-FFF2-40B4-BE49-F238E27FC236}">
                <a16:creationId xmlns:a16="http://schemas.microsoft.com/office/drawing/2014/main" id="{63A1D75C-BB32-8458-0328-A0B967597AC8}"/>
              </a:ext>
            </a:extLst>
          </p:cNvPr>
          <p:cNvSpPr/>
          <p:nvPr/>
        </p:nvSpPr>
        <p:spPr>
          <a:xfrm>
            <a:off x="7367662" y="2802674"/>
            <a:ext cx="1751019" cy="626388"/>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prstClr val="black"/>
                </a:solidFill>
                <a:effectLst/>
                <a:uLnTx/>
                <a:uFillTx/>
                <a:latin typeface="Georgia"/>
                <a:ea typeface="+mn-ea"/>
                <a:cs typeface="+mn-cs"/>
              </a:rPr>
              <a:t>Impacts</a:t>
            </a:r>
            <a:endParaRPr kumimoji="0" lang="en-GB" sz="1400" b="0" i="0" u="none" strike="noStrike" kern="1200" cap="none" spc="0" normalizeH="0" baseline="0" noProof="0" dirty="0">
              <a:ln>
                <a:noFill/>
              </a:ln>
              <a:solidFill>
                <a:prstClr val="black"/>
              </a:solidFill>
              <a:effectLst/>
              <a:uLnTx/>
              <a:uFillTx/>
              <a:latin typeface="Georgia"/>
              <a:ea typeface="+mn-ea"/>
              <a:cs typeface="+mn-cs"/>
            </a:endParaRPr>
          </a:p>
        </p:txBody>
      </p:sp>
      <p:cxnSp>
        <p:nvCxnSpPr>
          <p:cNvPr id="7" name="Straight Arrow Connector 6">
            <a:extLst>
              <a:ext uri="{FF2B5EF4-FFF2-40B4-BE49-F238E27FC236}">
                <a16:creationId xmlns:a16="http://schemas.microsoft.com/office/drawing/2014/main" id="{9BEEF26C-30F6-8F7F-EB89-EDF03D467757}"/>
              </a:ext>
            </a:extLst>
          </p:cNvPr>
          <p:cNvCxnSpPr>
            <a:cxnSpLocks/>
            <a:stCxn id="4" idx="3"/>
            <a:endCxn id="3" idx="1"/>
          </p:cNvCxnSpPr>
          <p:nvPr/>
        </p:nvCxnSpPr>
        <p:spPr>
          <a:xfrm>
            <a:off x="2663054" y="3115867"/>
            <a:ext cx="1408293" cy="1"/>
          </a:xfrm>
          <a:prstGeom prst="straightConnector1">
            <a:avLst/>
          </a:prstGeom>
          <a:ln>
            <a:tailEnd type="triangle"/>
          </a:ln>
        </p:spPr>
        <p:style>
          <a:lnRef idx="2">
            <a:schemeClr val="accent2"/>
          </a:lnRef>
          <a:fillRef idx="1">
            <a:schemeClr val="lt1"/>
          </a:fillRef>
          <a:effectRef idx="0">
            <a:schemeClr val="accent2"/>
          </a:effectRef>
          <a:fontRef idx="minor">
            <a:schemeClr val="dk1"/>
          </a:fontRef>
        </p:style>
      </p:cxnSp>
      <p:cxnSp>
        <p:nvCxnSpPr>
          <p:cNvPr id="8" name="Straight Arrow Connector 7">
            <a:extLst>
              <a:ext uri="{FF2B5EF4-FFF2-40B4-BE49-F238E27FC236}">
                <a16:creationId xmlns:a16="http://schemas.microsoft.com/office/drawing/2014/main" id="{BFE97222-7B93-43DC-9755-91F6F60D215F}"/>
              </a:ext>
            </a:extLst>
          </p:cNvPr>
          <p:cNvCxnSpPr>
            <a:cxnSpLocks/>
            <a:stCxn id="3" idx="3"/>
            <a:endCxn id="6" idx="1"/>
          </p:cNvCxnSpPr>
          <p:nvPr/>
        </p:nvCxnSpPr>
        <p:spPr>
          <a:xfrm>
            <a:off x="6314364" y="3115868"/>
            <a:ext cx="1053298" cy="1"/>
          </a:xfrm>
          <a:prstGeom prst="straightConnector1">
            <a:avLst/>
          </a:prstGeom>
          <a:ln>
            <a:tailEnd type="triangle"/>
          </a:ln>
        </p:spPr>
        <p:style>
          <a:lnRef idx="2">
            <a:schemeClr val="accent2"/>
          </a:lnRef>
          <a:fillRef idx="1">
            <a:schemeClr val="lt1"/>
          </a:fillRef>
          <a:effectRef idx="0">
            <a:schemeClr val="accent2"/>
          </a:effectRef>
          <a:fontRef idx="minor">
            <a:schemeClr val="dk1"/>
          </a:fontRef>
        </p:style>
      </p:cxnSp>
      <p:cxnSp>
        <p:nvCxnSpPr>
          <p:cNvPr id="9" name="Straight Arrow Connector 8">
            <a:extLst>
              <a:ext uri="{FF2B5EF4-FFF2-40B4-BE49-F238E27FC236}">
                <a16:creationId xmlns:a16="http://schemas.microsoft.com/office/drawing/2014/main" id="{867C6455-23C1-C4D5-373C-8D7398BC26A7}"/>
              </a:ext>
            </a:extLst>
          </p:cNvPr>
          <p:cNvCxnSpPr>
            <a:cxnSpLocks/>
            <a:stCxn id="5" idx="0"/>
          </p:cNvCxnSpPr>
          <p:nvPr/>
        </p:nvCxnSpPr>
        <p:spPr>
          <a:xfrm flipV="1">
            <a:off x="3332417" y="3115865"/>
            <a:ext cx="0" cy="766208"/>
          </a:xfrm>
          <a:prstGeom prst="straightConnector1">
            <a:avLst/>
          </a:prstGeom>
          <a:ln>
            <a:tailEnd type="triangle"/>
          </a:ln>
        </p:spPr>
        <p:style>
          <a:lnRef idx="2">
            <a:schemeClr val="accent2"/>
          </a:lnRef>
          <a:fillRef idx="1">
            <a:schemeClr val="lt1"/>
          </a:fillRef>
          <a:effectRef idx="0">
            <a:schemeClr val="accent2"/>
          </a:effectRef>
          <a:fontRef idx="minor">
            <a:schemeClr val="dk1"/>
          </a:fontRef>
        </p:style>
      </p:cxnSp>
      <p:sp>
        <p:nvSpPr>
          <p:cNvPr id="10" name="Multiplication Sign 9">
            <a:extLst>
              <a:ext uri="{FF2B5EF4-FFF2-40B4-BE49-F238E27FC236}">
                <a16:creationId xmlns:a16="http://schemas.microsoft.com/office/drawing/2014/main" id="{487FBB0C-ABC9-3219-716E-A9217899EA71}"/>
              </a:ext>
            </a:extLst>
          </p:cNvPr>
          <p:cNvSpPr/>
          <p:nvPr/>
        </p:nvSpPr>
        <p:spPr>
          <a:xfrm>
            <a:off x="6643108" y="2686755"/>
            <a:ext cx="395809" cy="293825"/>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400" b="0" i="0" u="none" strike="noStrike" kern="1200" cap="none" spc="0" normalizeH="0" baseline="0" noProof="0" dirty="0">
              <a:ln>
                <a:noFill/>
              </a:ln>
              <a:solidFill>
                <a:prstClr val="white"/>
              </a:solidFill>
              <a:effectLst/>
              <a:uLnTx/>
              <a:uFillTx/>
              <a:latin typeface="Georgia"/>
              <a:ea typeface="+mn-ea"/>
              <a:cs typeface="+mn-cs"/>
            </a:endParaRPr>
          </a:p>
        </p:txBody>
      </p:sp>
      <p:sp>
        <p:nvSpPr>
          <p:cNvPr id="11" name="Rectangle 10">
            <a:extLst>
              <a:ext uri="{FF2B5EF4-FFF2-40B4-BE49-F238E27FC236}">
                <a16:creationId xmlns:a16="http://schemas.microsoft.com/office/drawing/2014/main" id="{1FA878D5-D0F7-A5E0-247F-26741D63EEE3}"/>
              </a:ext>
            </a:extLst>
          </p:cNvPr>
          <p:cNvSpPr/>
          <p:nvPr/>
        </p:nvSpPr>
        <p:spPr>
          <a:xfrm>
            <a:off x="2230507" y="1895570"/>
            <a:ext cx="2198608" cy="539854"/>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solidFill>
                  <a:prstClr val="black"/>
                </a:solidFill>
                <a:effectLst/>
                <a:uLnTx/>
                <a:uFillTx/>
                <a:latin typeface="Georgia"/>
                <a:ea typeface="+mn-ea"/>
                <a:cs typeface="+mn-cs"/>
              </a:rPr>
              <a:t>Mitigating factors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solidFill>
                  <a:prstClr val="black"/>
                </a:solidFill>
                <a:effectLst/>
                <a:uLnTx/>
                <a:uFillTx/>
                <a:latin typeface="Georgia"/>
                <a:ea typeface="+mn-ea"/>
                <a:cs typeface="+mn-cs"/>
              </a:rPr>
              <a:t>(internal and external)</a:t>
            </a:r>
          </a:p>
        </p:txBody>
      </p:sp>
      <p:cxnSp>
        <p:nvCxnSpPr>
          <p:cNvPr id="12" name="Straight Arrow Connector 11">
            <a:extLst>
              <a:ext uri="{FF2B5EF4-FFF2-40B4-BE49-F238E27FC236}">
                <a16:creationId xmlns:a16="http://schemas.microsoft.com/office/drawing/2014/main" id="{20DDF27C-4CDB-B84D-4CA0-963B2476D20A}"/>
              </a:ext>
            </a:extLst>
          </p:cNvPr>
          <p:cNvCxnSpPr>
            <a:cxnSpLocks/>
            <a:stCxn id="11" idx="2"/>
          </p:cNvCxnSpPr>
          <p:nvPr/>
        </p:nvCxnSpPr>
        <p:spPr>
          <a:xfrm>
            <a:off x="3329812" y="2435424"/>
            <a:ext cx="2606" cy="723711"/>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3" name="Plus Sign 12">
            <a:extLst>
              <a:ext uri="{FF2B5EF4-FFF2-40B4-BE49-F238E27FC236}">
                <a16:creationId xmlns:a16="http://schemas.microsoft.com/office/drawing/2014/main" id="{DF33D724-F770-C4AC-3CED-7B292EF1AF3D}"/>
              </a:ext>
            </a:extLst>
          </p:cNvPr>
          <p:cNvSpPr/>
          <p:nvPr/>
        </p:nvSpPr>
        <p:spPr>
          <a:xfrm>
            <a:off x="3367200" y="3497359"/>
            <a:ext cx="355280" cy="325630"/>
          </a:xfrm>
          <a:prstGeom prst="mathPlus">
            <a:avLst/>
          </a:prstGeom>
          <a:gradFill flip="none" rotWithShape="1">
            <a:gsLst>
              <a:gs pos="70000">
                <a:srgbClr val="00487E">
                  <a:lumMod val="85000"/>
                  <a:lumOff val="15000"/>
                </a:srgbClr>
              </a:gs>
              <a:gs pos="17000">
                <a:schemeClr val="accent1"/>
              </a:gs>
              <a:gs pos="100000">
                <a:schemeClr val="accent1">
                  <a:lumMod val="7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dirty="0">
              <a:ln>
                <a:noFill/>
              </a:ln>
              <a:solidFill>
                <a:prstClr val="white"/>
              </a:solidFill>
              <a:effectLst/>
              <a:uLnTx/>
              <a:uFillTx/>
              <a:latin typeface="Arial"/>
              <a:ea typeface="+mn-ea"/>
              <a:cs typeface="+mn-cs"/>
            </a:endParaRPr>
          </a:p>
        </p:txBody>
      </p:sp>
      <p:sp>
        <p:nvSpPr>
          <p:cNvPr id="14" name="Minus Sign 13">
            <a:extLst>
              <a:ext uri="{FF2B5EF4-FFF2-40B4-BE49-F238E27FC236}">
                <a16:creationId xmlns:a16="http://schemas.microsoft.com/office/drawing/2014/main" id="{3C1C33EC-A599-5B30-FE9B-9DCF96E8FF20}"/>
              </a:ext>
            </a:extLst>
          </p:cNvPr>
          <p:cNvSpPr/>
          <p:nvPr/>
        </p:nvSpPr>
        <p:spPr>
          <a:xfrm>
            <a:off x="3384411" y="2582957"/>
            <a:ext cx="395809" cy="349616"/>
          </a:xfrm>
          <a:prstGeom prst="mathMinus">
            <a:avLst/>
          </a:prstGeom>
          <a:gradFill flip="none" rotWithShape="1">
            <a:gsLst>
              <a:gs pos="70000">
                <a:srgbClr val="00487E">
                  <a:lumMod val="85000"/>
                  <a:lumOff val="15000"/>
                </a:srgbClr>
              </a:gs>
              <a:gs pos="17000">
                <a:schemeClr val="accent1"/>
              </a:gs>
              <a:gs pos="100000">
                <a:schemeClr val="accent1">
                  <a:lumMod val="7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1" i="0" u="none" strike="noStrike" kern="1200" cap="none" spc="0" normalizeH="0" baseline="0" noProof="0" dirty="0">
              <a:ln>
                <a:noFill/>
              </a:ln>
              <a:solidFill>
                <a:prstClr val="white"/>
              </a:solidFill>
              <a:effectLst/>
              <a:uLnTx/>
              <a:uFillTx/>
              <a:latin typeface="Arial"/>
              <a:ea typeface="+mn-ea"/>
              <a:cs typeface="+mn-cs"/>
            </a:endParaRPr>
          </a:p>
        </p:txBody>
      </p:sp>
      <p:sp>
        <p:nvSpPr>
          <p:cNvPr id="15" name="Rectangle 14">
            <a:extLst>
              <a:ext uri="{FF2B5EF4-FFF2-40B4-BE49-F238E27FC236}">
                <a16:creationId xmlns:a16="http://schemas.microsoft.com/office/drawing/2014/main" id="{57A76CE3-C848-0AFF-F24C-89528873C6AF}"/>
              </a:ext>
            </a:extLst>
          </p:cNvPr>
          <p:cNvSpPr/>
          <p:nvPr/>
        </p:nvSpPr>
        <p:spPr>
          <a:xfrm>
            <a:off x="9901805" y="2731152"/>
            <a:ext cx="1751018" cy="766207"/>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prstClr val="black"/>
                </a:solidFill>
                <a:effectLst/>
                <a:uLnTx/>
                <a:uFillTx/>
                <a:latin typeface="Georgia"/>
                <a:ea typeface="+mn-ea"/>
                <a:cs typeface="+mn-cs"/>
              </a:rPr>
              <a:t>Consequences</a:t>
            </a:r>
            <a:endParaRPr kumimoji="0" lang="en-GB" sz="1400" b="0" i="0" u="none" strike="noStrike" kern="1200" cap="none" spc="0" normalizeH="0" baseline="0" noProof="0" dirty="0">
              <a:ln>
                <a:noFill/>
              </a:ln>
              <a:solidFill>
                <a:prstClr val="black"/>
              </a:solidFill>
              <a:effectLst/>
              <a:uLnTx/>
              <a:uFillTx/>
              <a:latin typeface="Georgia"/>
              <a:ea typeface="+mn-ea"/>
              <a:cs typeface="+mn-cs"/>
            </a:endParaRPr>
          </a:p>
        </p:txBody>
      </p:sp>
      <p:cxnSp>
        <p:nvCxnSpPr>
          <p:cNvPr id="16" name="Straight Arrow Connector 15">
            <a:extLst>
              <a:ext uri="{FF2B5EF4-FFF2-40B4-BE49-F238E27FC236}">
                <a16:creationId xmlns:a16="http://schemas.microsoft.com/office/drawing/2014/main" id="{9AE4AB86-98A2-6D2A-1B18-0A83611CCFE9}"/>
              </a:ext>
            </a:extLst>
          </p:cNvPr>
          <p:cNvCxnSpPr>
            <a:cxnSpLocks/>
            <a:stCxn id="6" idx="3"/>
            <a:endCxn id="15" idx="1"/>
          </p:cNvCxnSpPr>
          <p:nvPr/>
        </p:nvCxnSpPr>
        <p:spPr>
          <a:xfrm flipV="1">
            <a:off x="9118681" y="3114256"/>
            <a:ext cx="783124" cy="1612"/>
          </a:xfrm>
          <a:prstGeom prst="straightConnector1">
            <a:avLst/>
          </a:prstGeom>
          <a:ln>
            <a:tailEnd type="triangle"/>
          </a:ln>
        </p:spPr>
        <p:style>
          <a:lnRef idx="2">
            <a:schemeClr val="accent2"/>
          </a:lnRef>
          <a:fillRef idx="1">
            <a:schemeClr val="lt1"/>
          </a:fillRef>
          <a:effectRef idx="0">
            <a:schemeClr val="accent2"/>
          </a:effectRef>
          <a:fontRef idx="minor">
            <a:schemeClr val="dk1"/>
          </a:fontRef>
        </p:style>
      </p:cxnSp>
      <p:sp>
        <p:nvSpPr>
          <p:cNvPr id="17" name="TextBox 16">
            <a:extLst>
              <a:ext uri="{FF2B5EF4-FFF2-40B4-BE49-F238E27FC236}">
                <a16:creationId xmlns:a16="http://schemas.microsoft.com/office/drawing/2014/main" id="{96525C82-FBD0-B603-A927-3DD2F43B2A16}"/>
              </a:ext>
            </a:extLst>
          </p:cNvPr>
          <p:cNvSpPr txBox="1"/>
          <p:nvPr/>
        </p:nvSpPr>
        <p:spPr>
          <a:xfrm>
            <a:off x="1226270" y="4919637"/>
            <a:ext cx="4637140" cy="1754326"/>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black"/>
                </a:solidFill>
                <a:effectLst/>
                <a:uLnTx/>
                <a:uFillTx/>
                <a:latin typeface="Arial"/>
                <a:ea typeface="+mn-ea"/>
                <a:cs typeface="+mn-cs"/>
              </a:rPr>
              <a:t>Resources </a:t>
            </a:r>
            <a:r>
              <a:rPr kumimoji="0" lang="en-GB" sz="1800" b="0" i="0" u="none" strike="noStrike" kern="1200" cap="none" spc="0" normalizeH="0" baseline="0" noProof="0" dirty="0">
                <a:ln>
                  <a:noFill/>
                </a:ln>
                <a:solidFill>
                  <a:prstClr val="black"/>
                </a:solidFill>
                <a:effectLst/>
                <a:uLnTx/>
                <a:uFillTx/>
                <a:latin typeface="Arial"/>
                <a:ea typeface="+mn-ea"/>
                <a:cs typeface="+mn-cs"/>
              </a:rPr>
              <a:t>(budgets, workloads, talent, systems).</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black"/>
                </a:solidFill>
                <a:effectLst/>
                <a:uLnTx/>
                <a:uFillTx/>
                <a:latin typeface="Arial"/>
                <a:ea typeface="+mn-ea"/>
                <a:cs typeface="+mn-cs"/>
              </a:rPr>
              <a:t>Alignment</a:t>
            </a:r>
            <a:r>
              <a:rPr kumimoji="0" lang="en-GB" sz="1800" b="0" i="0" u="none" strike="noStrike" kern="1200" cap="none" spc="0" normalizeH="0" baseline="0" noProof="0" dirty="0">
                <a:ln>
                  <a:noFill/>
                </a:ln>
                <a:solidFill>
                  <a:prstClr val="black"/>
                </a:solidFill>
                <a:effectLst/>
                <a:uLnTx/>
                <a:uFillTx/>
                <a:latin typeface="Arial"/>
                <a:ea typeface="+mn-ea"/>
                <a:cs typeface="+mn-cs"/>
              </a:rPr>
              <a:t> (stakeholder commitment, governance, purpose of change unclear).</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black"/>
                </a:solidFill>
                <a:effectLst/>
                <a:uLnTx/>
                <a:uFillTx/>
                <a:latin typeface="Arial"/>
                <a:ea typeface="+mn-ea"/>
                <a:cs typeface="+mn-cs"/>
              </a:rPr>
              <a:t>People</a:t>
            </a:r>
            <a:r>
              <a:rPr kumimoji="0" lang="en-GB" sz="1800" b="0" i="0" u="none" strike="noStrike" kern="1200" cap="none" spc="0" normalizeH="0" baseline="0" noProof="0" dirty="0">
                <a:ln>
                  <a:noFill/>
                </a:ln>
                <a:solidFill>
                  <a:prstClr val="black"/>
                </a:solidFill>
                <a:effectLst/>
                <a:uLnTx/>
                <a:uFillTx/>
                <a:latin typeface="Arial"/>
                <a:ea typeface="+mn-ea"/>
                <a:cs typeface="+mn-cs"/>
              </a:rPr>
              <a:t> (habit, fear, autonomy and power, dissatisfaction, culture)</a:t>
            </a:r>
          </a:p>
        </p:txBody>
      </p:sp>
    </p:spTree>
    <p:extLst>
      <p:ext uri="{BB962C8B-B14F-4D97-AF65-F5344CB8AC3E}">
        <p14:creationId xmlns:p14="http://schemas.microsoft.com/office/powerpoint/2010/main" val="29246895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72F731-7194-092D-7AFA-A062A2116BEE}"/>
              </a:ext>
            </a:extLst>
          </p:cNvPr>
          <p:cNvSpPr>
            <a:spLocks noGrp="1"/>
          </p:cNvSpPr>
          <p:nvPr>
            <p:ph type="title"/>
          </p:nvPr>
        </p:nvSpPr>
        <p:spPr/>
        <p:txBody>
          <a:bodyPr/>
          <a:lstStyle/>
          <a:p>
            <a:r>
              <a:rPr lang="en-GB" dirty="0"/>
              <a:t>The micro-dynamics of change: Sensemaking</a:t>
            </a:r>
          </a:p>
        </p:txBody>
      </p:sp>
      <p:sp>
        <p:nvSpPr>
          <p:cNvPr id="3" name="Content Placeholder 2">
            <a:extLst>
              <a:ext uri="{FF2B5EF4-FFF2-40B4-BE49-F238E27FC236}">
                <a16:creationId xmlns:a16="http://schemas.microsoft.com/office/drawing/2014/main" id="{624C0EDF-C573-D333-ED44-42BA5187FACF}"/>
              </a:ext>
            </a:extLst>
          </p:cNvPr>
          <p:cNvSpPr>
            <a:spLocks noGrp="1"/>
          </p:cNvSpPr>
          <p:nvPr>
            <p:ph idx="1"/>
          </p:nvPr>
        </p:nvSpPr>
        <p:spPr/>
        <p:txBody>
          <a:bodyPr>
            <a:normAutofit/>
          </a:bodyPr>
          <a:lstStyle/>
          <a:p>
            <a:pPr>
              <a:lnSpc>
                <a:spcPct val="110000"/>
              </a:lnSpc>
            </a:pPr>
            <a:r>
              <a:rPr lang="en-GB" sz="1600" dirty="0">
                <a:latin typeface="Arial" panose="020B0604020202020204" pitchFamily="34" charset="0"/>
                <a:cs typeface="Arial" panose="020B0604020202020204" pitchFamily="34" charset="0"/>
              </a:rPr>
              <a:t>Weick et al (2005) explain how circumstances are turned into words and how organising is talked into existence. </a:t>
            </a:r>
          </a:p>
          <a:p>
            <a:pPr>
              <a:lnSpc>
                <a:spcPct val="110000"/>
              </a:lnSpc>
            </a:pPr>
            <a:r>
              <a:rPr lang="en-GB" sz="1600" dirty="0">
                <a:latin typeface="Arial" panose="020B0604020202020204" pitchFamily="34" charset="0"/>
                <a:cs typeface="Arial" panose="020B0604020202020204" pitchFamily="34" charset="0"/>
              </a:rPr>
              <a:t>Sensemaking is the ongoing retrospective development of plausible images that rationalize what people are doing.</a:t>
            </a:r>
          </a:p>
          <a:p>
            <a:pPr>
              <a:lnSpc>
                <a:spcPct val="110000"/>
              </a:lnSpc>
            </a:pPr>
            <a:r>
              <a:rPr lang="en-GB" sz="1600" dirty="0">
                <a:latin typeface="Arial" panose="020B0604020202020204" pitchFamily="34" charset="0"/>
                <a:cs typeface="Arial" panose="020B0604020202020204" pitchFamily="34" charset="0"/>
              </a:rPr>
              <a:t>Organising is the continuous, ongoing process of sensemaking. Organising provides a set of shared meanings and rules that allow a group of people to coordinate their behaviour despite the inherent messiness of the world.</a:t>
            </a:r>
          </a:p>
          <a:p>
            <a:pPr>
              <a:lnSpc>
                <a:spcPct val="110000"/>
              </a:lnSpc>
            </a:pPr>
            <a:r>
              <a:rPr lang="en-GB" sz="1600" dirty="0"/>
              <a:t>Four processes:</a:t>
            </a:r>
          </a:p>
          <a:p>
            <a:pPr lvl="1">
              <a:lnSpc>
                <a:spcPct val="110000"/>
              </a:lnSpc>
            </a:pPr>
            <a:r>
              <a:rPr lang="en-GB" sz="1400" dirty="0"/>
              <a:t>Ecological change: An unexpected event occurs in the environment that disturbs the current flow of action.</a:t>
            </a:r>
          </a:p>
          <a:p>
            <a:pPr lvl="1">
              <a:lnSpc>
                <a:spcPct val="110000"/>
              </a:lnSpc>
            </a:pPr>
            <a:r>
              <a:rPr lang="en-GB" sz="1400" dirty="0"/>
              <a:t>Enactment: People actively bracket certain cues from the mess of data around them. By noticing some things and ignoring others, they literally enact the environment they then have to deal with.</a:t>
            </a:r>
          </a:p>
          <a:p>
            <a:pPr lvl="1">
              <a:lnSpc>
                <a:spcPct val="110000"/>
              </a:lnSpc>
            </a:pPr>
            <a:r>
              <a:rPr lang="en-GB" sz="1400" dirty="0"/>
              <a:t>Selection: People apply labels and categories to these cues to reduce ambiguity (What is going on here?).</a:t>
            </a:r>
          </a:p>
          <a:p>
            <a:pPr lvl="1">
              <a:lnSpc>
                <a:spcPct val="110000"/>
              </a:lnSpc>
            </a:pPr>
            <a:r>
              <a:rPr lang="en-GB" sz="1400" dirty="0"/>
              <a:t>Retention: Successful interpretations are stored as mental maps or recipes for future action.</a:t>
            </a:r>
          </a:p>
          <a:p>
            <a:pPr>
              <a:lnSpc>
                <a:spcPct val="110000"/>
              </a:lnSpc>
            </a:pPr>
            <a:r>
              <a:rPr lang="en-GB" sz="1600" dirty="0"/>
              <a:t>A fundamental tenet of Weick’s view is that organizing is retrospective. He argues that people can only know what they are doing after they have done it.</a:t>
            </a:r>
          </a:p>
        </p:txBody>
      </p:sp>
    </p:spTree>
    <p:extLst>
      <p:ext uri="{BB962C8B-B14F-4D97-AF65-F5344CB8AC3E}">
        <p14:creationId xmlns:p14="http://schemas.microsoft.com/office/powerpoint/2010/main" val="32639905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35C00A-A512-3C5C-9A6E-C700C7BC6F88}"/>
              </a:ext>
            </a:extLst>
          </p:cNvPr>
          <p:cNvSpPr>
            <a:spLocks noGrp="1"/>
          </p:cNvSpPr>
          <p:nvPr>
            <p:ph type="title"/>
          </p:nvPr>
        </p:nvSpPr>
        <p:spPr/>
        <p:txBody>
          <a:bodyPr/>
          <a:lstStyle/>
          <a:p>
            <a:r>
              <a:rPr lang="en-GB" dirty="0"/>
              <a:t>The micro-dynamics of change: Sensemaking</a:t>
            </a:r>
          </a:p>
        </p:txBody>
      </p:sp>
      <p:sp>
        <p:nvSpPr>
          <p:cNvPr id="3" name="Content Placeholder 2">
            <a:extLst>
              <a:ext uri="{FF2B5EF4-FFF2-40B4-BE49-F238E27FC236}">
                <a16:creationId xmlns:a16="http://schemas.microsoft.com/office/drawing/2014/main" id="{C457E1AA-3671-436A-B4A5-9B948795BD16}"/>
              </a:ext>
            </a:extLst>
          </p:cNvPr>
          <p:cNvSpPr>
            <a:spLocks noGrp="1"/>
          </p:cNvSpPr>
          <p:nvPr>
            <p:ph idx="1"/>
          </p:nvPr>
        </p:nvSpPr>
        <p:spPr/>
        <p:txBody>
          <a:bodyPr>
            <a:normAutofit fontScale="77500" lnSpcReduction="20000"/>
          </a:bodyPr>
          <a:lstStyle/>
          <a:p>
            <a:pPr>
              <a:lnSpc>
                <a:spcPct val="120000"/>
              </a:lnSpc>
            </a:pPr>
            <a:r>
              <a:rPr lang="en-GB" dirty="0"/>
              <a:t>Sensemaking theory provides the framework to understand why change fails/succeed. </a:t>
            </a:r>
          </a:p>
          <a:p>
            <a:pPr>
              <a:lnSpc>
                <a:spcPct val="120000"/>
              </a:lnSpc>
            </a:pPr>
            <a:r>
              <a:rPr lang="en-GB" dirty="0" err="1"/>
              <a:t>Lüscher</a:t>
            </a:r>
            <a:r>
              <a:rPr lang="en-GB" dirty="0"/>
              <a:t> &amp; Lewis (2008) apply the sensemaking framework to explain the paradoxes managers faced during a major change at LEGO.</a:t>
            </a:r>
          </a:p>
          <a:p>
            <a:pPr lvl="1">
              <a:lnSpc>
                <a:spcPct val="120000"/>
              </a:lnSpc>
            </a:pPr>
            <a:r>
              <a:rPr lang="en-GB" dirty="0"/>
              <a:t>Three paradoxes identified at Lego: Performing (people vs. production), Belonging (individual vs. collective), and Organising (stability vs. change)</a:t>
            </a:r>
          </a:p>
          <a:p>
            <a:pPr lvl="1">
              <a:lnSpc>
                <a:spcPct val="120000"/>
              </a:lnSpc>
            </a:pPr>
            <a:r>
              <a:rPr lang="en-GB" dirty="0"/>
              <a:t>Three stages:</a:t>
            </a:r>
          </a:p>
          <a:p>
            <a:pPr marL="1371600" lvl="2" indent="-457200">
              <a:lnSpc>
                <a:spcPct val="120000"/>
              </a:lnSpc>
              <a:buFont typeface="+mj-lt"/>
              <a:buAutoNum type="arabicPeriod"/>
            </a:pPr>
            <a:r>
              <a:rPr lang="en-GB" dirty="0"/>
              <a:t>The mess: Initial confusion, frustration, and feeling stuck.</a:t>
            </a:r>
          </a:p>
          <a:p>
            <a:pPr marL="1371600" lvl="2" indent="-457200">
              <a:lnSpc>
                <a:spcPct val="120000"/>
              </a:lnSpc>
              <a:buFont typeface="+mj-lt"/>
              <a:buAutoNum type="arabicPeriod"/>
            </a:pPr>
            <a:r>
              <a:rPr lang="en-GB" dirty="0"/>
              <a:t>The problem: Identifying the specific paradox (e.g., "I need to be a boss and a coach at the same time").</a:t>
            </a:r>
          </a:p>
          <a:p>
            <a:pPr marL="1371600" lvl="2" indent="-457200">
              <a:lnSpc>
                <a:spcPct val="120000"/>
              </a:lnSpc>
              <a:buFont typeface="+mj-lt"/>
              <a:buAutoNum type="arabicPeriod"/>
            </a:pPr>
            <a:r>
              <a:rPr lang="en-GB" dirty="0"/>
              <a:t>Workable Certainty: Accepting that the contradiction is inherent. Instead of choosing one side, they found ways to live with both (e.g., "I will coach my team so that they can hit the production targets").</a:t>
            </a:r>
          </a:p>
        </p:txBody>
      </p:sp>
    </p:spTree>
    <p:extLst>
      <p:ext uri="{BB962C8B-B14F-4D97-AF65-F5344CB8AC3E}">
        <p14:creationId xmlns:p14="http://schemas.microsoft.com/office/powerpoint/2010/main" val="24517251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26F77-3207-0568-726D-11ADB642CE2B}"/>
              </a:ext>
            </a:extLst>
          </p:cNvPr>
          <p:cNvSpPr>
            <a:spLocks noGrp="1"/>
          </p:cNvSpPr>
          <p:nvPr>
            <p:ph type="title"/>
          </p:nvPr>
        </p:nvSpPr>
        <p:spPr/>
        <p:txBody>
          <a:bodyPr>
            <a:normAutofit/>
          </a:bodyPr>
          <a:lstStyle/>
          <a:p>
            <a:r>
              <a:rPr lang="en-GB" sz="4000" dirty="0"/>
              <a:t>Sustainability transitions: Systems and paradigms</a:t>
            </a:r>
          </a:p>
        </p:txBody>
      </p:sp>
      <p:sp>
        <p:nvSpPr>
          <p:cNvPr id="3" name="Content Placeholder 2">
            <a:extLst>
              <a:ext uri="{FF2B5EF4-FFF2-40B4-BE49-F238E27FC236}">
                <a16:creationId xmlns:a16="http://schemas.microsoft.com/office/drawing/2014/main" id="{FC7E771D-2828-670F-72AE-E1E07BCD0D19}"/>
              </a:ext>
            </a:extLst>
          </p:cNvPr>
          <p:cNvSpPr>
            <a:spLocks noGrp="1"/>
          </p:cNvSpPr>
          <p:nvPr>
            <p:ph idx="1"/>
          </p:nvPr>
        </p:nvSpPr>
        <p:spPr/>
        <p:txBody>
          <a:bodyPr>
            <a:normAutofit fontScale="85000" lnSpcReduction="10000"/>
          </a:bodyPr>
          <a:lstStyle/>
          <a:p>
            <a:pPr>
              <a:lnSpc>
                <a:spcPct val="120000"/>
              </a:lnSpc>
            </a:pPr>
            <a:r>
              <a:rPr lang="en-GB" dirty="0"/>
              <a:t>Sustainability transitions shifts from the internal management of a single firm to how entire societal systems (energy, food, mobility) change over decades.</a:t>
            </a:r>
          </a:p>
          <a:p>
            <a:pPr>
              <a:lnSpc>
                <a:spcPct val="120000"/>
              </a:lnSpc>
            </a:pPr>
            <a:r>
              <a:rPr lang="en-GB" dirty="0"/>
              <a:t>Biely &amp; Chakori (2024) argue that sustainability is not a single goal but is viewed through two "incommensurable" (unmixable) paradigms:</a:t>
            </a:r>
          </a:p>
          <a:p>
            <a:pPr lvl="1">
              <a:lnSpc>
                <a:spcPct val="120000"/>
              </a:lnSpc>
            </a:pPr>
            <a:r>
              <a:rPr lang="en-GB" dirty="0"/>
              <a:t>Technocentric Paradigm (Weak Sustainability): Focuses on "Green Growth." It assumes that technological innovation (e.g., electric cars, carbon capture) can solve environmental issues without changing the underlying capitalist economic structure.</a:t>
            </a:r>
          </a:p>
          <a:p>
            <a:pPr lvl="1">
              <a:lnSpc>
                <a:spcPct val="120000"/>
              </a:lnSpc>
            </a:pPr>
            <a:r>
              <a:rPr lang="en-GB" dirty="0" err="1"/>
              <a:t>Ecocentric</a:t>
            </a:r>
            <a:r>
              <a:rPr lang="en-GB" dirty="0"/>
              <a:t> Paradigm (Strong Sustainability): Argues that the economy is a subsystem of the environment. It focuses on "Post-Growth" or "Degrowth," suggesting that we must reduce absolute consumption and stay within planetary boundaries.</a:t>
            </a:r>
          </a:p>
        </p:txBody>
      </p:sp>
    </p:spTree>
    <p:extLst>
      <p:ext uri="{BB962C8B-B14F-4D97-AF65-F5344CB8AC3E}">
        <p14:creationId xmlns:p14="http://schemas.microsoft.com/office/powerpoint/2010/main" val="11154542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B54465-ECDF-CBFC-F5C5-BFE06E880C7F}"/>
              </a:ext>
            </a:extLst>
          </p:cNvPr>
          <p:cNvSpPr>
            <a:spLocks noGrp="1"/>
          </p:cNvSpPr>
          <p:nvPr>
            <p:ph type="title"/>
          </p:nvPr>
        </p:nvSpPr>
        <p:spPr/>
        <p:txBody>
          <a:bodyPr>
            <a:normAutofit/>
          </a:bodyPr>
          <a:lstStyle/>
          <a:p>
            <a:r>
              <a:rPr lang="en-GB" sz="4000" dirty="0"/>
              <a:t>Power, politics, and future research</a:t>
            </a:r>
          </a:p>
        </p:txBody>
      </p:sp>
      <p:sp>
        <p:nvSpPr>
          <p:cNvPr id="3" name="Content Placeholder 2">
            <a:extLst>
              <a:ext uri="{FF2B5EF4-FFF2-40B4-BE49-F238E27FC236}">
                <a16:creationId xmlns:a16="http://schemas.microsoft.com/office/drawing/2014/main" id="{E61FD0B9-C5A3-DFAD-86A7-CD8E148B9497}"/>
              </a:ext>
            </a:extLst>
          </p:cNvPr>
          <p:cNvSpPr>
            <a:spLocks noGrp="1"/>
          </p:cNvSpPr>
          <p:nvPr>
            <p:ph idx="1"/>
          </p:nvPr>
        </p:nvSpPr>
        <p:spPr/>
        <p:txBody>
          <a:bodyPr>
            <a:normAutofit fontScale="77500" lnSpcReduction="20000"/>
          </a:bodyPr>
          <a:lstStyle/>
          <a:p>
            <a:pPr>
              <a:lnSpc>
                <a:spcPct val="120000"/>
              </a:lnSpc>
            </a:pPr>
            <a:r>
              <a:rPr lang="en-GB" sz="2400" dirty="0"/>
              <a:t>Political and social struggles involved in shifting entire global systems.</a:t>
            </a:r>
          </a:p>
          <a:p>
            <a:pPr>
              <a:lnSpc>
                <a:spcPct val="120000"/>
              </a:lnSpc>
            </a:pPr>
            <a:r>
              <a:rPr lang="en-GB" sz="2400" dirty="0"/>
              <a:t>Köhler et al. (2019) proposes that transitions are not just about better technology winning, but about deep political contests.</a:t>
            </a:r>
          </a:p>
          <a:p>
            <a:pPr>
              <a:lnSpc>
                <a:spcPct val="120000"/>
              </a:lnSpc>
            </a:pPr>
            <a:r>
              <a:rPr lang="en-GB" sz="2400" dirty="0"/>
              <a:t>Sustainability transitions are normative, meaning they are driven by values and goals (like stopping climate change) rather than just market efficiency. This raises critical ethical questions:</a:t>
            </a:r>
          </a:p>
          <a:p>
            <a:pPr lvl="1">
              <a:lnSpc>
                <a:spcPct val="120000"/>
              </a:lnSpc>
            </a:pPr>
            <a:r>
              <a:rPr lang="en-GB" sz="2000" dirty="0"/>
              <a:t>Just transitions: As we move to new systems, who gets left behind? Research focuses on ensuring that workers in declining industries (like coal mining) and vulnerable populations are protected.</a:t>
            </a:r>
          </a:p>
          <a:p>
            <a:pPr lvl="1">
              <a:lnSpc>
                <a:spcPct val="120000"/>
              </a:lnSpc>
            </a:pPr>
            <a:r>
              <a:rPr lang="en-GB" sz="2000" dirty="0"/>
              <a:t>Energy and social justice: Transitions must address inequalities in how resources, costs, and benefits are distributed across society.</a:t>
            </a:r>
          </a:p>
          <a:p>
            <a:pPr>
              <a:lnSpc>
                <a:spcPct val="120000"/>
              </a:lnSpc>
            </a:pPr>
            <a:r>
              <a:rPr lang="en-GB" sz="2400" dirty="0"/>
              <a:t>Future research agenda must look beyond just firms and government:</a:t>
            </a:r>
          </a:p>
          <a:p>
            <a:pPr lvl="1">
              <a:lnSpc>
                <a:spcPct val="120000"/>
              </a:lnSpc>
            </a:pPr>
            <a:r>
              <a:rPr lang="en-GB" sz="2000" dirty="0"/>
              <a:t>Civil society: What is the role of social movements and non-profits in demanding and creating change?</a:t>
            </a:r>
          </a:p>
          <a:p>
            <a:pPr lvl="1">
              <a:lnSpc>
                <a:spcPct val="120000"/>
              </a:lnSpc>
            </a:pPr>
            <a:r>
              <a:rPr lang="en-GB" sz="2000" dirty="0"/>
              <a:t>Geography and space: Transitions happen differently in a city in the Global South versus a rural area in Europe. </a:t>
            </a:r>
          </a:p>
        </p:txBody>
      </p:sp>
    </p:spTree>
    <p:extLst>
      <p:ext uri="{BB962C8B-B14F-4D97-AF65-F5344CB8AC3E}">
        <p14:creationId xmlns:p14="http://schemas.microsoft.com/office/powerpoint/2010/main" val="29694685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7E2286-D4CE-A236-9C3B-5E1ED9021D98}"/>
              </a:ext>
            </a:extLst>
          </p:cNvPr>
          <p:cNvSpPr>
            <a:spLocks noGrp="1"/>
          </p:cNvSpPr>
          <p:nvPr>
            <p:ph type="title"/>
          </p:nvPr>
        </p:nvSpPr>
        <p:spPr/>
        <p:txBody>
          <a:bodyPr/>
          <a:lstStyle/>
          <a:p>
            <a:r>
              <a:rPr lang="en-GB" dirty="0"/>
              <a:t>Conclusions</a:t>
            </a:r>
          </a:p>
        </p:txBody>
      </p:sp>
      <p:sp>
        <p:nvSpPr>
          <p:cNvPr id="3" name="Content Placeholder 2">
            <a:extLst>
              <a:ext uri="{FF2B5EF4-FFF2-40B4-BE49-F238E27FC236}">
                <a16:creationId xmlns:a16="http://schemas.microsoft.com/office/drawing/2014/main" id="{A4DFAB1F-A657-D00B-ED77-17FA2A73E9F6}"/>
              </a:ext>
            </a:extLst>
          </p:cNvPr>
          <p:cNvSpPr>
            <a:spLocks noGrp="1"/>
          </p:cNvSpPr>
          <p:nvPr>
            <p:ph idx="1"/>
          </p:nvPr>
        </p:nvSpPr>
        <p:spPr/>
        <p:txBody>
          <a:bodyPr>
            <a:normAutofit fontScale="85000" lnSpcReduction="10000"/>
          </a:bodyPr>
          <a:lstStyle/>
          <a:p>
            <a:pPr>
              <a:lnSpc>
                <a:spcPct val="110000"/>
              </a:lnSpc>
            </a:pPr>
            <a:r>
              <a:rPr lang="en-GB" dirty="0"/>
              <a:t>Change fails when leadership treats it as a discontinuous event rather than an ongoing process of sensemaking where reality is talked into existence.</a:t>
            </a:r>
          </a:p>
          <a:p>
            <a:pPr>
              <a:lnSpc>
                <a:spcPct val="110000"/>
              </a:lnSpc>
            </a:pPr>
            <a:r>
              <a:rPr lang="en-GB" dirty="0"/>
              <a:t>Moving to the macro-scale, we observed that the same cognitive lock-ins seen in managers are mirrored in global scientific and policy circles.</a:t>
            </a:r>
          </a:p>
          <a:p>
            <a:pPr>
              <a:lnSpc>
                <a:spcPct val="110000"/>
              </a:lnSpc>
            </a:pPr>
            <a:r>
              <a:rPr lang="en-GB" dirty="0"/>
              <a:t>The system incommensurability between technocentric (growth-oriented) and </a:t>
            </a:r>
            <a:r>
              <a:rPr lang="en-GB" dirty="0" err="1"/>
              <a:t>ecocentric</a:t>
            </a:r>
            <a:r>
              <a:rPr lang="en-GB" dirty="0"/>
              <a:t> (limit-oriented) worldviews explains why transitions often stagnate.</a:t>
            </a:r>
          </a:p>
          <a:p>
            <a:pPr>
              <a:lnSpc>
                <a:spcPct val="110000"/>
              </a:lnSpc>
            </a:pPr>
            <a:r>
              <a:rPr lang="en-GB"/>
              <a:t>The Future Research Agenda </a:t>
            </a:r>
            <a:r>
              <a:rPr lang="en-GB" dirty="0"/>
              <a:t>therefore requires a shift from viewing transitions as purely technical shifts to viewing them as normative, value-driven struggles for a just and sustainable future.</a:t>
            </a:r>
          </a:p>
        </p:txBody>
      </p:sp>
    </p:spTree>
    <p:extLst>
      <p:ext uri="{BB962C8B-B14F-4D97-AF65-F5344CB8AC3E}">
        <p14:creationId xmlns:p14="http://schemas.microsoft.com/office/powerpoint/2010/main" val="343068811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NOTT_6103 (PowerPoint Guidelines) POT_Widescreen_002">
  <a:themeElements>
    <a:clrScheme name="Notts">
      <a:dk1>
        <a:sysClr val="windowText" lastClr="000000"/>
      </a:dk1>
      <a:lt1>
        <a:sysClr val="window" lastClr="FFFFFF"/>
      </a:lt1>
      <a:dk2>
        <a:srgbClr val="007DA8"/>
      </a:dk2>
      <a:lt2>
        <a:srgbClr val="009BBD"/>
      </a:lt2>
      <a:accent1>
        <a:srgbClr val="005697"/>
      </a:accent1>
      <a:accent2>
        <a:srgbClr val="1B2A6B"/>
      </a:accent2>
      <a:accent3>
        <a:srgbClr val="191A4F"/>
      </a:accent3>
      <a:accent4>
        <a:srgbClr val="B32C76"/>
      </a:accent4>
      <a:accent5>
        <a:srgbClr val="D27826"/>
      </a:accent5>
      <a:accent6>
        <a:srgbClr val="38A159"/>
      </a:accent6>
      <a:hlink>
        <a:srgbClr val="0563C1"/>
      </a:hlink>
      <a:folHlink>
        <a:srgbClr val="954F72"/>
      </a:folHlink>
    </a:clrScheme>
    <a:fontScheme name="Notts">
      <a:majorFont>
        <a:latin typeface="Arial"/>
        <a:ea typeface=""/>
        <a:cs typeface=""/>
      </a:majorFont>
      <a:minorFont>
        <a:latin typeface="Georgi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gradFill flip="none" rotWithShape="1">
          <a:gsLst>
            <a:gs pos="70000">
              <a:srgbClr val="00487E">
                <a:lumMod val="85000"/>
                <a:lumOff val="15000"/>
              </a:srgbClr>
            </a:gs>
            <a:gs pos="17000">
              <a:schemeClr val="accent1"/>
            </a:gs>
            <a:gs pos="100000">
              <a:schemeClr val="accent1">
                <a:lumMod val="75000"/>
              </a:schemeClr>
            </a:gs>
          </a:gsLst>
          <a:lin ang="0" scaled="1"/>
          <a:tileRect/>
        </a:gradFill>
        <a:ln>
          <a:noFill/>
        </a:ln>
      </a:spPr>
      <a:bodyPr rtlCol="0" anchor="ctr"/>
      <a:lstStyle>
        <a:defPPr algn="ctr">
          <a:defRPr sz="2400" b="1" dirty="0">
            <a:latin typeface="+mj-lt"/>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defRPr sz="2400" dirty="0" err="1" smtClean="0">
            <a:latin typeface="+mj-lt"/>
          </a:defRPr>
        </a:defPPr>
      </a:lstStyle>
    </a:txDef>
  </a:objectDefaults>
  <a:extraClrSchemeLst/>
  <a:extLst>
    <a:ext uri="{05A4C25C-085E-4340-85A3-A5531E510DB2}">
      <thm15:themeFamily xmlns:thm15="http://schemas.microsoft.com/office/thememl/2012/main" name="NOTT_6103 (PowerPoint Guidelines) POT_Widescreen_001" id="{81F3E3EA-E64F-4445-9547-4C0E98DD302B}" vid="{B96464EC-35CD-433F-A30D-F35B5417D542}"/>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1410</Words>
  <Application>Microsoft Office PowerPoint</Application>
  <PresentationFormat>Widescreen</PresentationFormat>
  <Paragraphs>132</Paragraphs>
  <Slides>19</Slides>
  <Notes>4</Notes>
  <HiddenSlides>0</HiddenSlides>
  <MMClips>1</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19</vt:i4>
      </vt:variant>
    </vt:vector>
  </HeadingPairs>
  <TitlesOfParts>
    <vt:vector size="27" baseType="lpstr">
      <vt:lpstr>Aptos</vt:lpstr>
      <vt:lpstr>Aptos Display</vt:lpstr>
      <vt:lpstr>Arial</vt:lpstr>
      <vt:lpstr>Calibri</vt:lpstr>
      <vt:lpstr>Georgia</vt:lpstr>
      <vt:lpstr>Wingdings</vt:lpstr>
      <vt:lpstr>Office Theme</vt:lpstr>
      <vt:lpstr>NOTT_6103 (PowerPoint Guidelines) POT_Widescreen_002</vt:lpstr>
      <vt:lpstr>Management</vt:lpstr>
      <vt:lpstr>Agenda</vt:lpstr>
      <vt:lpstr>Foundations of organisational change</vt:lpstr>
      <vt:lpstr>Foundations of organisational change</vt:lpstr>
      <vt:lpstr>Foundations of organisational change</vt:lpstr>
      <vt:lpstr>Foundations of organisational change</vt:lpstr>
      <vt:lpstr>The what: Types of change </vt:lpstr>
      <vt:lpstr>The How: The Process of Change</vt:lpstr>
      <vt:lpstr>The How: The Process of Change</vt:lpstr>
      <vt:lpstr>The micro-dynamics of change: Sensemaking and the managerial paradox</vt:lpstr>
      <vt:lpstr>Managing change as a risk</vt:lpstr>
      <vt:lpstr>Managing change as a risk</vt:lpstr>
      <vt:lpstr>The What: Types of change</vt:lpstr>
      <vt:lpstr>The What: Types of change</vt:lpstr>
      <vt:lpstr>The micro-dynamics of change: Sensemaking</vt:lpstr>
      <vt:lpstr>The micro-dynamics of change: Sensemaking</vt:lpstr>
      <vt:lpstr>Sustainability transitions: Systems and paradigms</vt:lpstr>
      <vt:lpstr>Power, politics, and future research</vt:lpstr>
      <vt:lpstr>Conclusions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Luis Dario Torres</dc:creator>
  <cp:lastModifiedBy>Luis Torres-Retamal (staff)</cp:lastModifiedBy>
  <cp:revision>1</cp:revision>
  <dcterms:created xsi:type="dcterms:W3CDTF">2025-03-31T12:25:35Z</dcterms:created>
  <dcterms:modified xsi:type="dcterms:W3CDTF">2026-04-07T07:47:16Z</dcterms:modified>
</cp:coreProperties>
</file>